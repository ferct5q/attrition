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3.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2_0.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68" r:id="rId13"/>
    <p:sldMasterId id="2147484711" r:id="rId14"/>
    <p:sldMasterId id="2147484638" r:id="rId15"/>
    <p:sldMasterId id="2147484813" r:id="rId16"/>
  </p:sldMasterIdLst>
  <p:notesMasterIdLst>
    <p:notesMasterId r:id="rId25"/>
  </p:notesMasterIdLst>
  <p:handoutMasterIdLst>
    <p:handoutMasterId r:id="rId26"/>
  </p:handoutMasterIdLst>
  <p:sldIdLst>
    <p:sldId id="256" r:id="rId17"/>
    <p:sldId id="257" r:id="rId18"/>
    <p:sldId id="258" r:id="rId19"/>
    <p:sldId id="260" r:id="rId20"/>
    <p:sldId id="263" r:id="rId21"/>
    <p:sldId id="264" r:id="rId22"/>
    <p:sldId id="266" r:id="rId23"/>
    <p:sldId id="26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B6B22300-93F1-4EBB-B51F-FA10ED1CECA1}" name="Adam Hawes" initials="AH" userId="S::ahawes@qti.qualcomm.com::8258713c-521a-4560-927b-1e3acf52e9bb" providerId="AD"/>
  <p188:author id="{06483424-08E3-D85F-DAE1-FB3B9D45578F}" name="Joyce Chan" initials="JC" userId="S::Joyce@stinson.co::b8afbe7e-b7f1-4ee9-a0ee-cc565ae8b8f4" providerId="AD"/>
  <p188:author id="{9FB34628-12F9-C7AF-D3B5-3312AD6C2FB0}" name="Mandy Beeler" initials="MB" userId="S::mbeeler@qualcomm.com::6020901a-6c9e-4e0c-85a9-d7cce25bd829" providerId="AD"/>
  <p188:author id="{BC1ED642-07FA-BCB2-A7C2-C9027D9C6954}" name="Mona Khilnani" initials="MK" userId="S::khilnani_qti.qualcomm.com#ext#@stinsondesigninc.onmicrosoft.com::56d45294-e92c-4dfe-9cfb-04bc9be83875" providerId="AD"/>
  <p188:author id="{6DA00744-FD9A-CE41-E4A7-9141CC815892}" name="Haewon Park" initials="HP" userId="S::haewon@stinson.co::86836cc0-e14c-4308-9e46-17eea5d281ca" providerId="AD"/>
  <p188:author id="{51757B57-6197-007F-7561-A04D9169E75D}" name="Julia de la Rosa (Julia de la Rosa)" initials="Jd" userId="S::ndelaros@qti.qualcomm.com::29937015-650a-43b0-aaf3-a8534d35932f" providerId="AD"/>
  <p188:author id="{239E7372-7FF6-8941-6ACC-AF2A04C67BE2}" name="Luisa Lopez" initials="LL" userId="S::llopez_qti.qualcomm.com#ext#@stinsondesigninc.onmicrosoft.com::aa69f866-b462-4a1a-9709-5ff101d9f733" providerId="AD"/>
  <p188:author id="{8E2BF684-5DD0-6113-95CC-7501ED1A01BB}" name="Anna Green" initials="AG" userId="S::annag@qti.qualcomm.com::eaaab90d-390b-459e-9d6f-0f96e445a672" providerId="AD"/>
  <p188:author id="{38E14AF5-B37B-8324-8DC0-064BFE0D34FF}" name="Mona Khilnani" initials="MK" userId="S::khilnani@qti.qualcomm.com::732f9bb4-551c-45e7-b99f-6f81a107b506" providerId="AD"/>
  <p188:author id="{831C7EF8-C38C-8A67-E036-B08CDFA73774}" name="Joyce Chan" initials="JC" userId="S::joyce@stinson.co::b8afbe7e-b7f1-4ee9-a0ee-cc565ae8b8f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yler lynch" initials="tl" lastIdx="24" clrIdx="0">
    <p:extLst>
      <p:ext uri="{19B8F6BF-5375-455C-9EA6-DF929625EA0E}">
        <p15:presenceInfo xmlns:p15="http://schemas.microsoft.com/office/powerpoint/2012/main" userId="4d79623da105b0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7E1"/>
    <a:srgbClr val="EFF1F5"/>
    <a:srgbClr val="000000"/>
    <a:srgbClr val="3E4D63"/>
    <a:srgbClr val="8391E3"/>
    <a:srgbClr val="7F7FF2"/>
    <a:srgbClr val="00116B"/>
    <a:srgbClr val="000C47"/>
    <a:srgbClr val="EFF1F6"/>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94882B-228E-4BDD-BB51-A575F27526F6}" v="11" dt="2026-08-19T23:42:19.269"/>
    <p1510:client id="{BF2A0E1D-18AB-4D0F-904D-A529758AE031}" v="6" dt="2026-08-19T00:32:00.5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039" autoAdjust="0"/>
  </p:normalViewPr>
  <p:slideViewPr>
    <p:cSldViewPr snapToGrid="0">
      <p:cViewPr varScale="1">
        <p:scale>
          <a:sx n="70" d="100"/>
          <a:sy n="70" d="100"/>
        </p:scale>
        <p:origin x="65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xml"/><Relationship Id="rId18" Type="http://schemas.openxmlformats.org/officeDocument/2006/relationships/slide" Target="slides/slide2.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5.xml"/><Relationship Id="rId34" Type="http://schemas.microsoft.com/office/2018/10/relationships/authors" Target="authors.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slide" Target="slides/slide1.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Master" Target="slideMasters/slideMaster4.xml"/><Relationship Id="rId20" Type="http://schemas.openxmlformats.org/officeDocument/2006/relationships/slide" Target="slides/slide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8.xml"/><Relationship Id="rId32"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Master" Target="slideMasters/slideMaster3.xml"/><Relationship Id="rId23" Type="http://schemas.openxmlformats.org/officeDocument/2006/relationships/slide" Target="slides/slide7.xml"/><Relationship Id="rId28" Type="http://schemas.openxmlformats.org/officeDocument/2006/relationships/presProps" Target="presProps.xml"/><Relationship Id="rId10" Type="http://schemas.openxmlformats.org/officeDocument/2006/relationships/customXml" Target="../customXml/item10.xml"/><Relationship Id="rId19" Type="http://schemas.openxmlformats.org/officeDocument/2006/relationships/slide" Target="slides/slide3.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2.xml"/><Relationship Id="rId22" Type="http://schemas.openxmlformats.org/officeDocument/2006/relationships/slide" Target="slides/slide6.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customXml" Target="../customXml/item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rnando Carranza" userId="9a98d567-6a66-4056-bec9-e1100203a1a7" providerId="ADAL" clId="{B671BC69-92E5-43F9-B78B-302D11260A11}"/>
    <pc:docChg chg="undo custSel modSld">
      <pc:chgData name="Fernando Carranza" userId="9a98d567-6a66-4056-bec9-e1100203a1a7" providerId="ADAL" clId="{B671BC69-92E5-43F9-B78B-302D11260A11}" dt="2026-08-19T00:32:00.587" v="30"/>
      <pc:docMkLst>
        <pc:docMk/>
      </pc:docMkLst>
      <pc:sldChg chg="modSp mod">
        <pc:chgData name="Fernando Carranza" userId="9a98d567-6a66-4056-bec9-e1100203a1a7" providerId="ADAL" clId="{B671BC69-92E5-43F9-B78B-302D11260A11}" dt="2026-08-19T00:32:00.587" v="30"/>
        <pc:sldMkLst>
          <pc:docMk/>
          <pc:sldMk cId="0" sldId="258"/>
        </pc:sldMkLst>
        <pc:spChg chg="mod">
          <ac:chgData name="Fernando Carranza" userId="9a98d567-6a66-4056-bec9-e1100203a1a7" providerId="ADAL" clId="{B671BC69-92E5-43F9-B78B-302D11260A11}" dt="2026-08-19T00:28:44.318" v="24" actId="1076"/>
          <ac:spMkLst>
            <pc:docMk/>
            <pc:sldMk cId="0" sldId="258"/>
            <ac:spMk id="2" creationId="{00000000-0000-0000-0000-000000000000}"/>
          </ac:spMkLst>
        </pc:spChg>
        <pc:spChg chg="mod">
          <ac:chgData name="Fernando Carranza" userId="9a98d567-6a66-4056-bec9-e1100203a1a7" providerId="ADAL" clId="{B671BC69-92E5-43F9-B78B-302D11260A11}" dt="2026-08-19T00:32:00.587" v="30"/>
          <ac:spMkLst>
            <pc:docMk/>
            <pc:sldMk cId="0" sldId="258"/>
            <ac:spMk id="13" creationId="{00000000-0000-0000-0000-000000000000}"/>
          </ac:spMkLst>
        </pc:spChg>
        <pc:spChg chg="mod">
          <ac:chgData name="Fernando Carranza" userId="9a98d567-6a66-4056-bec9-e1100203a1a7" providerId="ADAL" clId="{B671BC69-92E5-43F9-B78B-302D11260A11}" dt="2026-08-19T00:25:56.050" v="9"/>
          <ac:spMkLst>
            <pc:docMk/>
            <pc:sldMk cId="0" sldId="258"/>
            <ac:spMk id="19" creationId="{00000000-0000-0000-0000-000000000000}"/>
          </ac:spMkLst>
        </pc:spChg>
        <pc:spChg chg="mod">
          <ac:chgData name="Fernando Carranza" userId="9a98d567-6a66-4056-bec9-e1100203a1a7" providerId="ADAL" clId="{B671BC69-92E5-43F9-B78B-302D11260A11}" dt="2026-08-19T00:30:09.880" v="27"/>
          <ac:spMkLst>
            <pc:docMk/>
            <pc:sldMk cId="0" sldId="258"/>
            <ac:spMk id="28" creationId="{00000000-0000-0000-0000-000000000000}"/>
          </ac:spMkLst>
        </pc:spChg>
        <pc:spChg chg="mod">
          <ac:chgData name="Fernando Carranza" userId="9a98d567-6a66-4056-bec9-e1100203a1a7" providerId="ADAL" clId="{B671BC69-92E5-43F9-B78B-302D11260A11}" dt="2026-08-19T00:30:26.048" v="29" actId="113"/>
          <ac:spMkLst>
            <pc:docMk/>
            <pc:sldMk cId="0" sldId="258"/>
            <ac:spMk id="46" creationId="{8A1797A8-42E9-A507-D31A-69BB5E862E96}"/>
          </ac:spMkLst>
        </pc:spChg>
      </pc:sldChg>
    </pc:docChg>
  </pc:docChgLst>
  <pc:docChgLst>
    <pc:chgData name="Julia de la Rosa (Julia de la Rosa)" userId="29937015-650a-43b0-aaf3-a8534d35932f" providerId="ADAL" clId="{70EE990E-7D9A-4E76-940E-089C67FF2690}"/>
    <pc:docChg chg="undo custSel addSld delSld modSld sldOrd modMainMaster">
      <pc:chgData name="Julia de la Rosa (Julia de la Rosa)" userId="29937015-650a-43b0-aaf3-a8534d35932f" providerId="ADAL" clId="{70EE990E-7D9A-4E76-940E-089C67FF2690}" dt="2026-08-19T23:47:42.209" v="615" actId="20577"/>
      <pc:docMkLst>
        <pc:docMk/>
      </pc:docMkLst>
      <pc:sldChg chg="modSp mod">
        <pc:chgData name="Julia de la Rosa (Julia de la Rosa)" userId="29937015-650a-43b0-aaf3-a8534d35932f" providerId="ADAL" clId="{70EE990E-7D9A-4E76-940E-089C67FF2690}" dt="2026-08-18T18:47:58.200" v="32" actId="790"/>
        <pc:sldMkLst>
          <pc:docMk/>
          <pc:sldMk cId="0" sldId="256"/>
        </pc:sldMkLst>
        <pc:spChg chg="mod">
          <ac:chgData name="Julia de la Rosa (Julia de la Rosa)" userId="29937015-650a-43b0-aaf3-a8534d35932f" providerId="ADAL" clId="{70EE990E-7D9A-4E76-940E-089C67FF2690}" dt="2026-08-18T18:47:58.200" v="32" actId="790"/>
          <ac:spMkLst>
            <pc:docMk/>
            <pc:sldMk cId="0" sldId="256"/>
            <ac:spMk id="2"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6"/>
            <ac:spMk id="99"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6"/>
            <ac:spMk id="100"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6"/>
            <ac:spMk id="101"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6"/>
            <ac:spMk id="102"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6"/>
            <ac:spMk id="103"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6"/>
            <ac:spMk id="104"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6"/>
            <ac:spMk id="105"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6"/>
            <ac:spMk id="106" creationId="{00000000-0000-0000-0000-000000000000}"/>
          </ac:spMkLst>
        </pc:spChg>
      </pc:sldChg>
      <pc:sldChg chg="modSp mod modShow">
        <pc:chgData name="Julia de la Rosa (Julia de la Rosa)" userId="29937015-650a-43b0-aaf3-a8534d35932f" providerId="ADAL" clId="{70EE990E-7D9A-4E76-940E-089C67FF2690}" dt="2026-08-18T19:44:12.488" v="329" actId="729"/>
        <pc:sldMkLst>
          <pc:docMk/>
          <pc:sldMk cId="0" sldId="257"/>
        </pc:sldMkLst>
        <pc:spChg chg="mod">
          <ac:chgData name="Julia de la Rosa (Julia de la Rosa)" userId="29937015-650a-43b0-aaf3-a8534d35932f" providerId="ADAL" clId="{70EE990E-7D9A-4E76-940E-089C67FF2690}" dt="2026-08-18T18:47:58.200" v="32" actId="790"/>
          <ac:spMkLst>
            <pc:docMk/>
            <pc:sldMk cId="0" sldId="257"/>
            <ac:spMk id="2"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7"/>
            <ac:spMk id="4"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7"/>
            <ac:spMk id="5" creationId="{00000000-0000-0000-0000-000000000000}"/>
          </ac:spMkLst>
        </pc:spChg>
        <pc:spChg chg="mod">
          <ac:chgData name="Julia de la Rosa (Julia de la Rosa)" userId="29937015-650a-43b0-aaf3-a8534d35932f" providerId="ADAL" clId="{70EE990E-7D9A-4E76-940E-089C67FF2690}" dt="2026-08-18T19:43:55.019" v="326" actId="1076"/>
          <ac:spMkLst>
            <pc:docMk/>
            <pc:sldMk cId="0" sldId="257"/>
            <ac:spMk id="6"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7"/>
            <ac:spMk id="9"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7"/>
            <ac:spMk id="17"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7"/>
            <ac:spMk id="18"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7"/>
            <ac:spMk id="19"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7"/>
            <ac:spMk id="20"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7"/>
            <ac:spMk id="22" creationId="{00000000-0000-0000-0000-000000000000}"/>
          </ac:spMkLst>
        </pc:spChg>
      </pc:sldChg>
      <pc:sldChg chg="addSp modSp mod modNotesTx">
        <pc:chgData name="Julia de la Rosa (Julia de la Rosa)" userId="29937015-650a-43b0-aaf3-a8534d35932f" providerId="ADAL" clId="{70EE990E-7D9A-4E76-940E-089C67FF2690}" dt="2026-08-18T19:45:26.701" v="339" actId="1076"/>
        <pc:sldMkLst>
          <pc:docMk/>
          <pc:sldMk cId="0" sldId="258"/>
        </pc:sldMkLst>
        <pc:spChg chg="mod">
          <ac:chgData name="Julia de la Rosa (Julia de la Rosa)" userId="29937015-650a-43b0-aaf3-a8534d35932f" providerId="ADAL" clId="{70EE990E-7D9A-4E76-940E-089C67FF2690}" dt="2026-08-18T19:44:59.417" v="330"/>
          <ac:spMkLst>
            <pc:docMk/>
            <pc:sldMk cId="0" sldId="258"/>
            <ac:spMk id="2"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8"/>
            <ac:spMk id="7"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8"/>
            <ac:spMk id="10"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8"/>
            <ac:spMk id="12" creationId="{00000000-0000-0000-0000-000000000000}"/>
          </ac:spMkLst>
        </pc:spChg>
        <pc:spChg chg="mod">
          <ac:chgData name="Julia de la Rosa (Julia de la Rosa)" userId="29937015-650a-43b0-aaf3-a8534d35932f" providerId="ADAL" clId="{70EE990E-7D9A-4E76-940E-089C67FF2690}" dt="2026-08-18T19:44:04.512" v="328" actId="1076"/>
          <ac:spMkLst>
            <pc:docMk/>
            <pc:sldMk cId="0" sldId="258"/>
            <ac:spMk id="21"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8"/>
            <ac:spMk id="22"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8"/>
            <ac:spMk id="24" creationId="{00000000-0000-0000-0000-000000000000}"/>
          </ac:spMkLst>
        </pc:spChg>
        <pc:spChg chg="mod">
          <ac:chgData name="Julia de la Rosa (Julia de la Rosa)" userId="29937015-650a-43b0-aaf3-a8534d35932f" providerId="ADAL" clId="{70EE990E-7D9A-4E76-940E-089C67FF2690}" dt="2026-08-18T18:48:09.171" v="34" actId="1076"/>
          <ac:spMkLst>
            <pc:docMk/>
            <pc:sldMk cId="0" sldId="258"/>
            <ac:spMk id="25"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8"/>
            <ac:spMk id="29"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8"/>
            <ac:spMk id="31"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8"/>
            <ac:spMk id="34"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58"/>
            <ac:spMk id="42" creationId="{00000000-0000-0000-0000-000000000000}"/>
          </ac:spMkLst>
        </pc:spChg>
        <pc:spChg chg="add mod">
          <ac:chgData name="Julia de la Rosa (Julia de la Rosa)" userId="29937015-650a-43b0-aaf3-a8534d35932f" providerId="ADAL" clId="{70EE990E-7D9A-4E76-940E-089C67FF2690}" dt="2026-08-18T19:45:26.701" v="339" actId="1076"/>
          <ac:spMkLst>
            <pc:docMk/>
            <pc:sldMk cId="0" sldId="258"/>
            <ac:spMk id="46" creationId="{8A1797A8-42E9-A507-D31A-69BB5E862E96}"/>
          </ac:spMkLst>
        </pc:spChg>
      </pc:sldChg>
      <pc:sldChg chg="modSp mod modShow">
        <pc:chgData name="Julia de la Rosa (Julia de la Rosa)" userId="29937015-650a-43b0-aaf3-a8534d35932f" providerId="ADAL" clId="{70EE990E-7D9A-4E76-940E-089C67FF2690}" dt="2026-08-18T19:57:26.942" v="351" actId="729"/>
        <pc:sldMkLst>
          <pc:docMk/>
          <pc:sldMk cId="0" sldId="260"/>
        </pc:sldMkLst>
        <pc:spChg chg="mod">
          <ac:chgData name="Julia de la Rosa (Julia de la Rosa)" userId="29937015-650a-43b0-aaf3-a8534d35932f" providerId="ADAL" clId="{70EE990E-7D9A-4E76-940E-089C67FF2690}" dt="2026-08-18T19:47:21.218" v="340" actId="1076"/>
          <ac:spMkLst>
            <pc:docMk/>
            <pc:sldMk cId="0" sldId="260"/>
            <ac:spMk id="2"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0"/>
            <ac:spMk id="4"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0"/>
            <ac:spMk id="11"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0"/>
            <ac:spMk id="16"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0"/>
            <ac:spMk id="18"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0"/>
            <ac:spMk id="20"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0"/>
            <ac:spMk id="22"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0"/>
            <ac:spMk id="26"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0"/>
            <ac:spMk id="27"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0"/>
            <ac:spMk id="34"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0"/>
            <ac:spMk id="43" creationId="{00000000-0000-0000-0000-000000000000}"/>
          </ac:spMkLst>
        </pc:spChg>
      </pc:sldChg>
      <pc:sldChg chg="modSp mod">
        <pc:chgData name="Julia de la Rosa (Julia de la Rosa)" userId="29937015-650a-43b0-aaf3-a8534d35932f" providerId="ADAL" clId="{70EE990E-7D9A-4E76-940E-089C67FF2690}" dt="2026-08-18T18:47:58.200" v="32" actId="790"/>
        <pc:sldMkLst>
          <pc:docMk/>
          <pc:sldMk cId="0" sldId="263"/>
        </pc:sldMkLst>
        <pc:spChg chg="mod">
          <ac:chgData name="Julia de la Rosa (Julia de la Rosa)" userId="29937015-650a-43b0-aaf3-a8534d35932f" providerId="ADAL" clId="{70EE990E-7D9A-4E76-940E-089C67FF2690}" dt="2026-08-18T18:47:58.200" v="32" actId="790"/>
          <ac:spMkLst>
            <pc:docMk/>
            <pc:sldMk cId="0" sldId="263"/>
            <ac:spMk id="5"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3"/>
            <ac:spMk id="7"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3"/>
            <ac:spMk id="13"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3"/>
            <ac:spMk id="15"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3"/>
            <ac:spMk id="16"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3"/>
            <ac:spMk id="25"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3"/>
            <ac:spMk id="26"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3"/>
            <ac:spMk id="29"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3"/>
            <ac:spMk id="39" creationId="{00000000-0000-0000-0000-000000000000}"/>
          </ac:spMkLst>
        </pc:spChg>
        <pc:spChg chg="mod">
          <ac:chgData name="Julia de la Rosa (Julia de la Rosa)" userId="29937015-650a-43b0-aaf3-a8534d35932f" providerId="ADAL" clId="{70EE990E-7D9A-4E76-940E-089C67FF2690}" dt="2026-08-18T18:47:58.200" v="32" actId="790"/>
          <ac:spMkLst>
            <pc:docMk/>
            <pc:sldMk cId="0" sldId="263"/>
            <ac:spMk id="44" creationId="{00000000-0000-0000-0000-000000000000}"/>
          </ac:spMkLst>
        </pc:spChg>
      </pc:sldChg>
      <pc:sldChg chg="modSp add del mod">
        <pc:chgData name="Julia de la Rosa (Julia de la Rosa)" userId="29937015-650a-43b0-aaf3-a8534d35932f" providerId="ADAL" clId="{70EE990E-7D9A-4E76-940E-089C67FF2690}" dt="2026-08-18T18:46:34.319" v="6" actId="47"/>
        <pc:sldMkLst>
          <pc:docMk/>
          <pc:sldMk cId="1246514235" sldId="264"/>
        </pc:sldMkLst>
        <pc:spChg chg="mod">
          <ac:chgData name="Julia de la Rosa (Julia de la Rosa)" userId="29937015-650a-43b0-aaf3-a8534d35932f" providerId="ADAL" clId="{70EE990E-7D9A-4E76-940E-089C67FF2690}" dt="2026-08-18T18:46:31.744" v="5" actId="1076"/>
          <ac:spMkLst>
            <pc:docMk/>
            <pc:sldMk cId="1246514235" sldId="264"/>
            <ac:spMk id="2" creationId="{C9EC08DA-1EA9-5C23-EA11-9661649865E4}"/>
          </ac:spMkLst>
        </pc:spChg>
      </pc:sldChg>
      <pc:sldChg chg="addSp delSp modSp new mod ord">
        <pc:chgData name="Julia de la Rosa (Julia de la Rosa)" userId="29937015-650a-43b0-aaf3-a8534d35932f" providerId="ADAL" clId="{70EE990E-7D9A-4E76-940E-089C67FF2690}" dt="2026-08-18T20:02:43.983" v="387" actId="20577"/>
        <pc:sldMkLst>
          <pc:docMk/>
          <pc:sldMk cId="1563596828" sldId="264"/>
        </pc:sldMkLst>
        <pc:spChg chg="del">
          <ac:chgData name="Julia de la Rosa (Julia de la Rosa)" userId="29937015-650a-43b0-aaf3-a8534d35932f" providerId="ADAL" clId="{70EE990E-7D9A-4E76-940E-089C67FF2690}" dt="2026-08-18T18:47:02.595" v="10" actId="478"/>
          <ac:spMkLst>
            <pc:docMk/>
            <pc:sldMk cId="1563596828" sldId="264"/>
            <ac:spMk id="2" creationId="{D4A80AAB-4C7C-A6F1-DBB2-BF6A0C90835D}"/>
          </ac:spMkLst>
        </pc:spChg>
        <pc:spChg chg="del">
          <ac:chgData name="Julia de la Rosa (Julia de la Rosa)" userId="29937015-650a-43b0-aaf3-a8534d35932f" providerId="ADAL" clId="{70EE990E-7D9A-4E76-940E-089C67FF2690}" dt="2026-08-18T18:47:01.811" v="9" actId="478"/>
          <ac:spMkLst>
            <pc:docMk/>
            <pc:sldMk cId="1563596828" sldId="264"/>
            <ac:spMk id="3" creationId="{D55E6761-00EC-F925-FFFB-9D3156487A4C}"/>
          </ac:spMkLst>
        </pc:spChg>
        <pc:spChg chg="add mod">
          <ac:chgData name="Julia de la Rosa (Julia de la Rosa)" userId="29937015-650a-43b0-aaf3-a8534d35932f" providerId="ADAL" clId="{70EE990E-7D9A-4E76-940E-089C67FF2690}" dt="2026-08-18T20:02:43.983" v="387" actId="20577"/>
          <ac:spMkLst>
            <pc:docMk/>
            <pc:sldMk cId="1563596828" sldId="264"/>
            <ac:spMk id="4" creationId="{11A30799-C254-2433-05BC-039191BC9694}"/>
          </ac:spMkLst>
        </pc:spChg>
        <pc:spChg chg="del mod">
          <ac:chgData name="Julia de la Rosa (Julia de la Rosa)" userId="29937015-650a-43b0-aaf3-a8534d35932f" providerId="ADAL" clId="{70EE990E-7D9A-4E76-940E-089C67FF2690}" dt="2026-08-18T18:48:45.043" v="35" actId="478"/>
          <ac:spMkLst>
            <pc:docMk/>
            <pc:sldMk cId="1563596828" sldId="264"/>
            <ac:spMk id="4" creationId="{5D604BDA-DE01-E31B-1409-332ACD0330F3}"/>
          </ac:spMkLst>
        </pc:spChg>
        <pc:spChg chg="add del">
          <ac:chgData name="Julia de la Rosa (Julia de la Rosa)" userId="29937015-650a-43b0-aaf3-a8534d35932f" providerId="ADAL" clId="{70EE990E-7D9A-4E76-940E-089C67FF2690}" dt="2026-08-18T18:47:32.298" v="14" actId="478"/>
          <ac:spMkLst>
            <pc:docMk/>
            <pc:sldMk cId="1563596828" sldId="264"/>
            <ac:spMk id="6" creationId="{9ED9B90D-AE3E-597B-BC6D-A65F8FB6C55A}"/>
          </ac:spMkLst>
        </pc:spChg>
        <pc:spChg chg="add mod">
          <ac:chgData name="Julia de la Rosa (Julia de la Rosa)" userId="29937015-650a-43b0-aaf3-a8534d35932f" providerId="ADAL" clId="{70EE990E-7D9A-4E76-940E-089C67FF2690}" dt="2026-08-18T19:33:56.902" v="307" actId="1076"/>
          <ac:spMkLst>
            <pc:docMk/>
            <pc:sldMk cId="1563596828" sldId="264"/>
            <ac:spMk id="8" creationId="{141CB4F7-825F-107B-08BD-99CB8D054BD0}"/>
          </ac:spMkLst>
        </pc:spChg>
        <pc:spChg chg="add del mod">
          <ac:chgData name="Julia de la Rosa (Julia de la Rosa)" userId="29937015-650a-43b0-aaf3-a8534d35932f" providerId="ADAL" clId="{70EE990E-7D9A-4E76-940E-089C67FF2690}" dt="2026-08-18T18:50:23.005" v="40" actId="478"/>
          <ac:spMkLst>
            <pc:docMk/>
            <pc:sldMk cId="1563596828" sldId="264"/>
            <ac:spMk id="10" creationId="{5B2B6139-7D45-1782-10CE-2A743A6B72B5}"/>
          </ac:spMkLst>
        </pc:spChg>
        <pc:spChg chg="add del mod">
          <ac:chgData name="Julia de la Rosa (Julia de la Rosa)" userId="29937015-650a-43b0-aaf3-a8534d35932f" providerId="ADAL" clId="{70EE990E-7D9A-4E76-940E-089C67FF2690}" dt="2026-08-18T18:50:23.005" v="40" actId="478"/>
          <ac:spMkLst>
            <pc:docMk/>
            <pc:sldMk cId="1563596828" sldId="264"/>
            <ac:spMk id="14" creationId="{3DC42916-7489-9913-5596-BC9F8BA3FCD3}"/>
          </ac:spMkLst>
        </pc:spChg>
        <pc:spChg chg="add del mod">
          <ac:chgData name="Julia de la Rosa (Julia de la Rosa)" userId="29937015-650a-43b0-aaf3-a8534d35932f" providerId="ADAL" clId="{70EE990E-7D9A-4E76-940E-089C67FF2690}" dt="2026-08-18T18:50:23.005" v="40" actId="478"/>
          <ac:spMkLst>
            <pc:docMk/>
            <pc:sldMk cId="1563596828" sldId="264"/>
            <ac:spMk id="16" creationId="{26F73EE0-5F27-B643-5C6B-3E40B2B38BAC}"/>
          </ac:spMkLst>
        </pc:spChg>
        <pc:spChg chg="add del mod">
          <ac:chgData name="Julia de la Rosa (Julia de la Rosa)" userId="29937015-650a-43b0-aaf3-a8534d35932f" providerId="ADAL" clId="{70EE990E-7D9A-4E76-940E-089C67FF2690}" dt="2026-08-18T18:50:23.005" v="40" actId="478"/>
          <ac:spMkLst>
            <pc:docMk/>
            <pc:sldMk cId="1563596828" sldId="264"/>
            <ac:spMk id="20" creationId="{26000B34-198A-6196-E931-09ED66FDF7CE}"/>
          </ac:spMkLst>
        </pc:spChg>
        <pc:spChg chg="add del mod">
          <ac:chgData name="Julia de la Rosa (Julia de la Rosa)" userId="29937015-650a-43b0-aaf3-a8534d35932f" providerId="ADAL" clId="{70EE990E-7D9A-4E76-940E-089C67FF2690}" dt="2026-08-18T18:50:23.005" v="40" actId="478"/>
          <ac:spMkLst>
            <pc:docMk/>
            <pc:sldMk cId="1563596828" sldId="264"/>
            <ac:spMk id="24" creationId="{09528237-185C-B043-1347-5E359CD5AE25}"/>
          </ac:spMkLst>
        </pc:spChg>
        <pc:spChg chg="add del mod">
          <ac:chgData name="Julia de la Rosa (Julia de la Rosa)" userId="29937015-650a-43b0-aaf3-a8534d35932f" providerId="ADAL" clId="{70EE990E-7D9A-4E76-940E-089C67FF2690}" dt="2026-08-18T18:50:23.005" v="40" actId="478"/>
          <ac:spMkLst>
            <pc:docMk/>
            <pc:sldMk cId="1563596828" sldId="264"/>
            <ac:spMk id="26" creationId="{462289D4-8C47-521F-BCF9-F8FF1103B1F5}"/>
          </ac:spMkLst>
        </pc:spChg>
        <pc:spChg chg="add del mod">
          <ac:chgData name="Julia de la Rosa (Julia de la Rosa)" userId="29937015-650a-43b0-aaf3-a8534d35932f" providerId="ADAL" clId="{70EE990E-7D9A-4E76-940E-089C67FF2690}" dt="2026-08-18T18:50:23.005" v="40" actId="478"/>
          <ac:spMkLst>
            <pc:docMk/>
            <pc:sldMk cId="1563596828" sldId="264"/>
            <ac:spMk id="28" creationId="{36F73E21-596D-D28C-0F9A-038CC1FDBB68}"/>
          </ac:spMkLst>
        </pc:spChg>
        <pc:spChg chg="add del mod">
          <ac:chgData name="Julia de la Rosa (Julia de la Rosa)" userId="29937015-650a-43b0-aaf3-a8534d35932f" providerId="ADAL" clId="{70EE990E-7D9A-4E76-940E-089C67FF2690}" dt="2026-08-18T18:50:23.005" v="40" actId="478"/>
          <ac:spMkLst>
            <pc:docMk/>
            <pc:sldMk cId="1563596828" sldId="264"/>
            <ac:spMk id="30" creationId="{4FE869EC-8A1F-1527-20F2-F79149F5DF48}"/>
          </ac:spMkLst>
        </pc:spChg>
        <pc:spChg chg="add del mod">
          <ac:chgData name="Julia de la Rosa (Julia de la Rosa)" userId="29937015-650a-43b0-aaf3-a8534d35932f" providerId="ADAL" clId="{70EE990E-7D9A-4E76-940E-089C67FF2690}" dt="2026-08-18T18:50:23.005" v="40" actId="478"/>
          <ac:spMkLst>
            <pc:docMk/>
            <pc:sldMk cId="1563596828" sldId="264"/>
            <ac:spMk id="34" creationId="{E82075A7-984A-F28E-AF07-C4F16CF90A29}"/>
          </ac:spMkLst>
        </pc:spChg>
        <pc:spChg chg="add del mod">
          <ac:chgData name="Julia de la Rosa (Julia de la Rosa)" userId="29937015-650a-43b0-aaf3-a8534d35932f" providerId="ADAL" clId="{70EE990E-7D9A-4E76-940E-089C67FF2690}" dt="2026-08-18T18:50:23.005" v="40" actId="478"/>
          <ac:spMkLst>
            <pc:docMk/>
            <pc:sldMk cId="1563596828" sldId="264"/>
            <ac:spMk id="46" creationId="{8863563C-A1E6-1D9C-1AE6-5E78CACBAE48}"/>
          </ac:spMkLst>
        </pc:spChg>
        <pc:graphicFrameChg chg="add mod modGraphic">
          <ac:chgData name="Julia de la Rosa (Julia de la Rosa)" userId="29937015-650a-43b0-aaf3-a8534d35932f" providerId="ADAL" clId="{70EE990E-7D9A-4E76-940E-089C67FF2690}" dt="2026-08-18T20:01:47.816" v="378" actId="113"/>
          <ac:graphicFrameMkLst>
            <pc:docMk/>
            <pc:sldMk cId="1563596828" sldId="264"/>
            <ac:graphicFrameMk id="2" creationId="{BEA92B5F-EA76-FE69-35C5-EFDD8F1DCB15}"/>
          </ac:graphicFrameMkLst>
        </pc:graphicFrameChg>
        <pc:graphicFrameChg chg="add del mod modGraphic">
          <ac:chgData name="Julia de la Rosa (Julia de la Rosa)" userId="29937015-650a-43b0-aaf3-a8534d35932f" providerId="ADAL" clId="{70EE990E-7D9A-4E76-940E-089C67FF2690}" dt="2026-08-18T19:30:31.237" v="241" actId="478"/>
          <ac:graphicFrameMkLst>
            <pc:docMk/>
            <pc:sldMk cId="1563596828" sldId="264"/>
            <ac:graphicFrameMk id="49" creationId="{11E001CC-B457-862C-52C0-AD09737ACD91}"/>
          </ac:graphicFrameMkLst>
        </pc:graphicFrameChg>
      </pc:sldChg>
      <pc:sldChg chg="addSp delSp modSp new mod">
        <pc:chgData name="Julia de la Rosa (Julia de la Rosa)" userId="29937015-650a-43b0-aaf3-a8534d35932f" providerId="ADAL" clId="{70EE990E-7D9A-4E76-940E-089C67FF2690}" dt="2026-08-19T23:47:42.209" v="615" actId="20577"/>
        <pc:sldMkLst>
          <pc:docMk/>
          <pc:sldMk cId="3541704489" sldId="265"/>
        </pc:sldMkLst>
        <pc:spChg chg="mod">
          <ac:chgData name="Julia de la Rosa (Julia de la Rosa)" userId="29937015-650a-43b0-aaf3-a8534d35932f" providerId="ADAL" clId="{70EE990E-7D9A-4E76-940E-089C67FF2690}" dt="2026-08-19T18:47:52.979" v="420" actId="14100"/>
          <ac:spMkLst>
            <pc:docMk/>
            <pc:sldMk cId="3541704489" sldId="265"/>
            <ac:spMk id="6" creationId="{7A363DC7-F234-1982-CCCF-C59A4C54A9EF}"/>
          </ac:spMkLst>
        </pc:spChg>
        <pc:spChg chg="add del mod">
          <ac:chgData name="Julia de la Rosa (Julia de la Rosa)" userId="29937015-650a-43b0-aaf3-a8534d35932f" providerId="ADAL" clId="{70EE990E-7D9A-4E76-940E-089C67FF2690}" dt="2026-08-19T23:40:13.911" v="438" actId="478"/>
          <ac:spMkLst>
            <pc:docMk/>
            <pc:sldMk cId="3541704489" sldId="265"/>
            <ac:spMk id="8" creationId="{655CE5C1-1569-28A3-AADA-2CFD19F0FE35}"/>
          </ac:spMkLst>
        </pc:spChg>
        <pc:spChg chg="add del mod">
          <ac:chgData name="Julia de la Rosa (Julia de la Rosa)" userId="29937015-650a-43b0-aaf3-a8534d35932f" providerId="ADAL" clId="{70EE990E-7D9A-4E76-940E-089C67FF2690}" dt="2026-08-19T23:40:13.911" v="438" actId="478"/>
          <ac:spMkLst>
            <pc:docMk/>
            <pc:sldMk cId="3541704489" sldId="265"/>
            <ac:spMk id="10" creationId="{05E9CD76-FA5C-6BF9-733D-B1AFF2B7F0C0}"/>
          </ac:spMkLst>
        </pc:spChg>
        <pc:spChg chg="add del mod">
          <ac:chgData name="Julia de la Rosa (Julia de la Rosa)" userId="29937015-650a-43b0-aaf3-a8534d35932f" providerId="ADAL" clId="{70EE990E-7D9A-4E76-940E-089C67FF2690}" dt="2026-08-19T23:40:13.911" v="438" actId="478"/>
          <ac:spMkLst>
            <pc:docMk/>
            <pc:sldMk cId="3541704489" sldId="265"/>
            <ac:spMk id="16" creationId="{C5C15398-73A3-BB6F-F0F0-3ADDD75FA385}"/>
          </ac:spMkLst>
        </pc:spChg>
        <pc:spChg chg="mod">
          <ac:chgData name="Julia de la Rosa (Julia de la Rosa)" userId="29937015-650a-43b0-aaf3-a8534d35932f" providerId="ADAL" clId="{70EE990E-7D9A-4E76-940E-089C67FF2690}" dt="2026-08-19T19:00:31.646" v="437" actId="20577"/>
          <ac:spMkLst>
            <pc:docMk/>
            <pc:sldMk cId="3541704489" sldId="265"/>
            <ac:spMk id="24" creationId="{F4CB6EBC-6BFB-D0C4-9F0B-8C67BF2F8F51}"/>
          </ac:spMkLst>
        </pc:spChg>
        <pc:spChg chg="mod">
          <ac:chgData name="Julia de la Rosa (Julia de la Rosa)" userId="29937015-650a-43b0-aaf3-a8534d35932f" providerId="ADAL" clId="{70EE990E-7D9A-4E76-940E-089C67FF2690}" dt="2026-08-19T18:47:58.430" v="422" actId="14100"/>
          <ac:spMkLst>
            <pc:docMk/>
            <pc:sldMk cId="3541704489" sldId="265"/>
            <ac:spMk id="26" creationId="{F63BD082-6ED5-7D5E-5ADB-8FC02231428B}"/>
          </ac:spMkLst>
        </pc:spChg>
        <pc:spChg chg="add del mod">
          <ac:chgData name="Julia de la Rosa (Julia de la Rosa)" userId="29937015-650a-43b0-aaf3-a8534d35932f" providerId="ADAL" clId="{70EE990E-7D9A-4E76-940E-089C67FF2690}" dt="2026-08-19T23:40:13.911" v="438" actId="478"/>
          <ac:spMkLst>
            <pc:docMk/>
            <pc:sldMk cId="3541704489" sldId="265"/>
            <ac:spMk id="30" creationId="{06347D1E-5787-4220-0108-36195A7F5562}"/>
          </ac:spMkLst>
        </pc:spChg>
        <pc:spChg chg="add del mod">
          <ac:chgData name="Julia de la Rosa (Julia de la Rosa)" userId="29937015-650a-43b0-aaf3-a8534d35932f" providerId="ADAL" clId="{70EE990E-7D9A-4E76-940E-089C67FF2690}" dt="2026-08-19T23:40:13.911" v="438" actId="478"/>
          <ac:spMkLst>
            <pc:docMk/>
            <pc:sldMk cId="3541704489" sldId="265"/>
            <ac:spMk id="32" creationId="{757BE286-2C66-9EF7-A739-DDB5A4E3E1B8}"/>
          </ac:spMkLst>
        </pc:spChg>
        <pc:spChg chg="add del mod">
          <ac:chgData name="Julia de la Rosa (Julia de la Rosa)" userId="29937015-650a-43b0-aaf3-a8534d35932f" providerId="ADAL" clId="{70EE990E-7D9A-4E76-940E-089C67FF2690}" dt="2026-08-19T23:40:13.911" v="438" actId="478"/>
          <ac:spMkLst>
            <pc:docMk/>
            <pc:sldMk cId="3541704489" sldId="265"/>
            <ac:spMk id="36" creationId="{BDA08579-22AC-2A7D-7233-83F3B08F4156}"/>
          </ac:spMkLst>
        </pc:spChg>
        <pc:spChg chg="add del mod">
          <ac:chgData name="Julia de la Rosa (Julia de la Rosa)" userId="29937015-650a-43b0-aaf3-a8534d35932f" providerId="ADAL" clId="{70EE990E-7D9A-4E76-940E-089C67FF2690}" dt="2026-08-19T23:40:13.911" v="438" actId="478"/>
          <ac:spMkLst>
            <pc:docMk/>
            <pc:sldMk cId="3541704489" sldId="265"/>
            <ac:spMk id="42" creationId="{C6C2247A-A6F0-3791-FBBC-F3A0D720F478}"/>
          </ac:spMkLst>
        </pc:spChg>
        <pc:spChg chg="add del mod">
          <ac:chgData name="Julia de la Rosa (Julia de la Rosa)" userId="29937015-650a-43b0-aaf3-a8534d35932f" providerId="ADAL" clId="{70EE990E-7D9A-4E76-940E-089C67FF2690}" dt="2026-08-19T23:40:13.911" v="438" actId="478"/>
          <ac:spMkLst>
            <pc:docMk/>
            <pc:sldMk cId="3541704489" sldId="265"/>
            <ac:spMk id="46" creationId="{84520E64-9D49-B99B-951F-4E1A4195AD4E}"/>
          </ac:spMkLst>
        </pc:spChg>
        <pc:spChg chg="add del mod">
          <ac:chgData name="Julia de la Rosa (Julia de la Rosa)" userId="29937015-650a-43b0-aaf3-a8534d35932f" providerId="ADAL" clId="{70EE990E-7D9A-4E76-940E-089C67FF2690}" dt="2026-08-19T23:40:13.911" v="438" actId="478"/>
          <ac:spMkLst>
            <pc:docMk/>
            <pc:sldMk cId="3541704489" sldId="265"/>
            <ac:spMk id="48" creationId="{3A83C968-A41C-EBE3-00B7-401B3E794574}"/>
          </ac:spMkLst>
        </pc:spChg>
        <pc:spChg chg="add del mod">
          <ac:chgData name="Julia de la Rosa (Julia de la Rosa)" userId="29937015-650a-43b0-aaf3-a8534d35932f" providerId="ADAL" clId="{70EE990E-7D9A-4E76-940E-089C67FF2690}" dt="2026-08-19T23:40:13.911" v="438" actId="478"/>
          <ac:spMkLst>
            <pc:docMk/>
            <pc:sldMk cId="3541704489" sldId="265"/>
            <ac:spMk id="54" creationId="{AE8DE84D-06AC-3B55-07EE-2C0131A06857}"/>
          </ac:spMkLst>
        </pc:spChg>
        <pc:spChg chg="add">
          <ac:chgData name="Julia de la Rosa (Julia de la Rosa)" userId="29937015-650a-43b0-aaf3-a8534d35932f" providerId="ADAL" clId="{70EE990E-7D9A-4E76-940E-089C67FF2690}" dt="2026-08-19T23:40:15.259" v="439" actId="22"/>
          <ac:spMkLst>
            <pc:docMk/>
            <pc:sldMk cId="3541704489" sldId="265"/>
            <ac:spMk id="56" creationId="{C662EBBE-2089-1A4C-A926-257DAE3C49CA}"/>
          </ac:spMkLst>
        </pc:spChg>
        <pc:spChg chg="add">
          <ac:chgData name="Julia de la Rosa (Julia de la Rosa)" userId="29937015-650a-43b0-aaf3-a8534d35932f" providerId="ADAL" clId="{70EE990E-7D9A-4E76-940E-089C67FF2690}" dt="2026-08-19T23:40:15.259" v="439" actId="22"/>
          <ac:spMkLst>
            <pc:docMk/>
            <pc:sldMk cId="3541704489" sldId="265"/>
            <ac:spMk id="58" creationId="{0DFD3AF1-3679-46E8-4345-6EBA015B70B4}"/>
          </ac:spMkLst>
        </pc:spChg>
        <pc:spChg chg="add mod">
          <ac:chgData name="Julia de la Rosa (Julia de la Rosa)" userId="29937015-650a-43b0-aaf3-a8534d35932f" providerId="ADAL" clId="{70EE990E-7D9A-4E76-940E-089C67FF2690}" dt="2026-08-19T23:40:59.712" v="460" actId="1076"/>
          <ac:spMkLst>
            <pc:docMk/>
            <pc:sldMk cId="3541704489" sldId="265"/>
            <ac:spMk id="59" creationId="{F707A12E-A7DC-A0A2-367A-849A67B17839}"/>
          </ac:spMkLst>
        </pc:spChg>
        <pc:spChg chg="add mod">
          <ac:chgData name="Julia de la Rosa (Julia de la Rosa)" userId="29937015-650a-43b0-aaf3-a8534d35932f" providerId="ADAL" clId="{70EE990E-7D9A-4E76-940E-089C67FF2690}" dt="2026-08-19T23:46:19.130" v="577" actId="20577"/>
          <ac:spMkLst>
            <pc:docMk/>
            <pc:sldMk cId="3541704489" sldId="265"/>
            <ac:spMk id="60" creationId="{9F025A68-9025-18CE-BFBE-B06EA5B97E0B}"/>
          </ac:spMkLst>
        </pc:spChg>
        <pc:graphicFrameChg chg="add modGraphic">
          <ac:chgData name="Julia de la Rosa (Julia de la Rosa)" userId="29937015-650a-43b0-aaf3-a8534d35932f" providerId="ADAL" clId="{70EE990E-7D9A-4E76-940E-089C67FF2690}" dt="2026-08-19T23:47:42.209" v="615" actId="20577"/>
          <ac:graphicFrameMkLst>
            <pc:docMk/>
            <pc:sldMk cId="3541704489" sldId="265"/>
            <ac:graphicFrameMk id="61" creationId="{C9CBF426-9208-B8B2-64D1-1FFD961040EC}"/>
          </ac:graphicFrameMkLst>
        </pc:graphicFrameChg>
      </pc:sldChg>
      <pc:sldChg chg="modSp add mod">
        <pc:chgData name="Julia de la Rosa (Julia de la Rosa)" userId="29937015-650a-43b0-aaf3-a8534d35932f" providerId="ADAL" clId="{70EE990E-7D9A-4E76-940E-089C67FF2690}" dt="2026-08-19T18:47:13.014" v="417" actId="1076"/>
        <pc:sldMkLst>
          <pc:docMk/>
          <pc:sldMk cId="3209770437" sldId="266"/>
        </pc:sldMkLst>
        <pc:spChg chg="mod">
          <ac:chgData name="Julia de la Rosa (Julia de la Rosa)" userId="29937015-650a-43b0-aaf3-a8534d35932f" providerId="ADAL" clId="{70EE990E-7D9A-4E76-940E-089C67FF2690}" dt="2026-08-19T18:47:13.014" v="417" actId="1076"/>
          <ac:spMkLst>
            <pc:docMk/>
            <pc:sldMk cId="3209770437" sldId="266"/>
            <ac:spMk id="2" creationId="{9001A525-028B-6855-8A04-C58425508606}"/>
          </ac:spMkLst>
        </pc:spChg>
        <pc:spChg chg="mod">
          <ac:chgData name="Julia de la Rosa (Julia de la Rosa)" userId="29937015-650a-43b0-aaf3-a8534d35932f" providerId="ADAL" clId="{70EE990E-7D9A-4E76-940E-089C67FF2690}" dt="2026-08-19T18:47:03.978" v="415" actId="20577"/>
          <ac:spMkLst>
            <pc:docMk/>
            <pc:sldMk cId="3209770437" sldId="266"/>
            <ac:spMk id="5" creationId="{289809F0-A646-8E6D-F563-9DC88A3E89B5}"/>
          </ac:spMkLst>
        </pc:spChg>
      </pc:sldChg>
      <pc:sldMasterChg chg="modSldLayout">
        <pc:chgData name="Julia de la Rosa (Julia de la Rosa)" userId="29937015-650a-43b0-aaf3-a8534d35932f" providerId="ADAL" clId="{70EE990E-7D9A-4E76-940E-089C67FF2690}" dt="2026-08-19T16:28:29.110" v="391" actId="139"/>
        <pc:sldMasterMkLst>
          <pc:docMk/>
          <pc:sldMasterMk cId="2178262563" sldId="2147484813"/>
        </pc:sldMasterMkLst>
        <pc:sldLayoutChg chg="modSp mod">
          <pc:chgData name="Julia de la Rosa (Julia de la Rosa)" userId="29937015-650a-43b0-aaf3-a8534d35932f" providerId="ADAL" clId="{70EE990E-7D9A-4E76-940E-089C67FF2690}" dt="2026-08-19T16:28:29.087" v="389" actId="139"/>
          <pc:sldLayoutMkLst>
            <pc:docMk/>
            <pc:sldMasterMk cId="2178262563" sldId="2147484813"/>
            <pc:sldLayoutMk cId="2695619072" sldId="2147484819"/>
          </pc:sldLayoutMkLst>
          <pc:spChg chg="mod">
            <ac:chgData name="Julia de la Rosa (Julia de la Rosa)" userId="29937015-650a-43b0-aaf3-a8534d35932f" providerId="ADAL" clId="{70EE990E-7D9A-4E76-940E-089C67FF2690}" dt="2026-08-19T16:28:29.087" v="389" actId="139"/>
            <ac:spMkLst>
              <pc:docMk/>
              <pc:sldMasterMk cId="2178262563" sldId="2147484813"/>
              <pc:sldLayoutMk cId="2695619072" sldId="2147484819"/>
              <ac:spMk id="10" creationId="{D1EA3587-81F3-9A0F-FF62-249FD82C7C66}"/>
            </ac:spMkLst>
          </pc:spChg>
        </pc:sldLayoutChg>
        <pc:sldLayoutChg chg="modSp mod">
          <pc:chgData name="Julia de la Rosa (Julia de la Rosa)" userId="29937015-650a-43b0-aaf3-a8534d35932f" providerId="ADAL" clId="{70EE990E-7D9A-4E76-940E-089C67FF2690}" dt="2026-08-19T16:28:29.110" v="391" actId="139"/>
          <pc:sldLayoutMkLst>
            <pc:docMk/>
            <pc:sldMasterMk cId="2178262563" sldId="2147484813"/>
            <pc:sldLayoutMk cId="1043230166" sldId="2147484834"/>
          </pc:sldLayoutMkLst>
          <pc:spChg chg="mod">
            <ac:chgData name="Julia de la Rosa (Julia de la Rosa)" userId="29937015-650a-43b0-aaf3-a8534d35932f" providerId="ADAL" clId="{70EE990E-7D9A-4E76-940E-089C67FF2690}" dt="2026-08-19T16:28:29.110" v="391" actId="139"/>
            <ac:spMkLst>
              <pc:docMk/>
              <pc:sldMasterMk cId="2178262563" sldId="2147484813"/>
              <pc:sldLayoutMk cId="1043230166" sldId="2147484834"/>
              <ac:spMk id="10" creationId="{D1EA3587-81F3-9A0F-FF62-249FD82C7C66}"/>
            </ac:spMkLst>
          </pc:spChg>
        </pc:sldLayoutChg>
      </pc:sldMasterChg>
    </pc:docChg>
  </pc:docChgLst>
</pc:chgInfo>
</file>

<file path=ppt/comments/modernComment_102_0.xml><?xml version="1.0" encoding="utf-8"?>
<p188:cmLst xmlns:a="http://schemas.openxmlformats.org/drawingml/2006/main" xmlns:r="http://schemas.openxmlformats.org/officeDocument/2006/relationships" xmlns:p188="http://schemas.microsoft.com/office/powerpoint/2018/8/main">
  <p188:cm id="{A7FA51A0-135F-40A4-964F-9BF1C13E8802}" authorId="{51757B57-6197-007F-7561-A04D9169E75D}" created="2026-08-18T19:45:44.292">
    <ac:deMkLst xmlns:ac="http://schemas.microsoft.com/office/drawing/2013/main/command">
      <pc:docMk xmlns:pc="http://schemas.microsoft.com/office/powerpoint/2013/main/command"/>
      <pc:sldMk xmlns:pc="http://schemas.microsoft.com/office/powerpoint/2013/main/command" cId="0" sldId="258"/>
      <ac:spMk id="46" creationId="{8A1797A8-42E9-A507-D31A-69BB5E862E96}"/>
    </ac:deMkLst>
    <p188:replyLst>
      <p188:reply id="{FA8640C7-5DE6-420E-B562-D1CA55B72641}" authorId="{51757B57-6197-007F-7561-A04D9169E75D}" created="2026-08-18T19:46:04.700">
        <p188:txBody>
          <a:bodyPr/>
          <a:lstStyle/>
          <a:p>
            <a:r>
              <a:rPr lang="en-US"/>
              <a:t>No deje los espacio vacios
</a:t>
            </a:r>
          </a:p>
        </p188:txBody>
      </p188:reply>
    </p188:replyLst>
    <p188:txBody>
      <a:bodyPr/>
      <a:lstStyle/>
      <a:p>
        <a:r>
          <a:rPr lang="en-US"/>
          <a:t>[@Fernando Carranza]  le toca</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7161BF-B23B-4394-A96E-F4360C62819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ptos" panose="020B0004020202020204" pitchFamily="34" charset="0"/>
            </a:endParaRPr>
          </a:p>
        </p:txBody>
      </p:sp>
      <p:sp>
        <p:nvSpPr>
          <p:cNvPr id="3" name="Date Placeholder 2">
            <a:extLst>
              <a:ext uri="{FF2B5EF4-FFF2-40B4-BE49-F238E27FC236}">
                <a16:creationId xmlns:a16="http://schemas.microsoft.com/office/drawing/2014/main" id="{32EFA4A7-9429-4DF7-ABF5-D9E5B2540E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AD32F0-874C-4AAC-9514-AAD3E6FF80D6}" type="datetimeFigureOut">
              <a:rPr lang="en-US" smtClean="0">
                <a:latin typeface="Aptos" panose="020B0004020202020204" pitchFamily="34" charset="0"/>
              </a:rPr>
              <a:t>8/19/2026</a:t>
            </a:fld>
            <a:endParaRPr lang="en-US">
              <a:latin typeface="Aptos" panose="020B0004020202020204" pitchFamily="34" charset="0"/>
            </a:endParaRPr>
          </a:p>
        </p:txBody>
      </p:sp>
      <p:sp>
        <p:nvSpPr>
          <p:cNvPr id="4" name="Footer Placeholder 3">
            <a:extLst>
              <a:ext uri="{FF2B5EF4-FFF2-40B4-BE49-F238E27FC236}">
                <a16:creationId xmlns:a16="http://schemas.microsoft.com/office/drawing/2014/main" id="{7FFAA4EB-3327-4214-8C66-D022262D92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ptos" panose="020B0004020202020204" pitchFamily="34" charset="0"/>
            </a:endParaRPr>
          </a:p>
        </p:txBody>
      </p:sp>
      <p:sp>
        <p:nvSpPr>
          <p:cNvPr id="5" name="Slide Number Placeholder 4">
            <a:extLst>
              <a:ext uri="{FF2B5EF4-FFF2-40B4-BE49-F238E27FC236}">
                <a16:creationId xmlns:a16="http://schemas.microsoft.com/office/drawing/2014/main" id="{C59F6045-FEC1-483F-916F-4A70D359C0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F42476-7A7B-40F5-8A25-2A09BD3C8867}" type="slidenum">
              <a:rPr lang="en-US" smtClean="0">
                <a:latin typeface="Aptos" panose="020B0004020202020204" pitchFamily="34" charset="0"/>
              </a:rPr>
              <a:t>‹#›</a:t>
            </a:fld>
            <a:endParaRPr lang="en-US">
              <a:latin typeface="Aptos" panose="020B0004020202020204" pitchFamily="34" charset="0"/>
            </a:endParaRPr>
          </a:p>
        </p:txBody>
      </p:sp>
    </p:spTree>
    <p:extLst>
      <p:ext uri="{BB962C8B-B14F-4D97-AF65-F5344CB8AC3E}">
        <p14:creationId xmlns:p14="http://schemas.microsoft.com/office/powerpoint/2010/main" val="250396735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ptos" panose="020B0004020202020204" pitchFamily="34" charset="0"/>
              </a:defRPr>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ptos" panose="020B0004020202020204" pitchFamily="34" charset="0"/>
              </a:defRPr>
            </a:lvl1pPr>
          </a:lstStyle>
          <a:p>
            <a:fld id="{626D1935-2548-4788-81DD-641A298E824F}" type="datetimeFigureOut">
              <a:rPr lang="de-DE" smtClean="0"/>
              <a:pPr/>
              <a:t>19.08.2026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ptos" panose="020B0004020202020204" pitchFamily="34" charset="0"/>
              </a:defRPr>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ptos" panose="020B0004020202020204" pitchFamily="34" charset="0"/>
              </a:defRPr>
            </a:lvl1pPr>
          </a:lstStyle>
          <a:p>
            <a:fld id="{BC75E7E4-6857-4F03-A780-9887AA86825E}" type="slidenum">
              <a:rPr lang="de-DE" smtClean="0"/>
              <a:pPr/>
              <a:t>‹#›</a:t>
            </a:fld>
            <a:endParaRPr lang="de-DE"/>
          </a:p>
        </p:txBody>
      </p:sp>
    </p:spTree>
    <p:extLst>
      <p:ext uri="{BB962C8B-B14F-4D97-AF65-F5344CB8AC3E}">
        <p14:creationId xmlns:p14="http://schemas.microsoft.com/office/powerpoint/2010/main" val="1576483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ptos" panose="020B0004020202020204" pitchFamily="34" charset="0"/>
        <a:ea typeface="+mn-ea"/>
        <a:cs typeface="+mn-cs"/>
      </a:defRPr>
    </a:lvl1pPr>
    <a:lvl2pPr marL="457200" algn="l" defTabSz="914400" rtl="0" eaLnBrk="1" latinLnBrk="0" hangingPunct="1">
      <a:defRPr sz="1200" b="0" i="0" kern="1200">
        <a:solidFill>
          <a:schemeClr val="tx1"/>
        </a:solidFill>
        <a:latin typeface="Aptos" panose="020B0004020202020204" pitchFamily="34" charset="0"/>
        <a:ea typeface="+mn-ea"/>
        <a:cs typeface="+mn-cs"/>
      </a:defRPr>
    </a:lvl2pPr>
    <a:lvl3pPr marL="914400" algn="l" defTabSz="914400" rtl="0" eaLnBrk="1" latinLnBrk="0" hangingPunct="1">
      <a:defRPr sz="1200" b="0" i="0" kern="1200">
        <a:solidFill>
          <a:schemeClr val="tx1"/>
        </a:solidFill>
        <a:latin typeface="Aptos" panose="020B0004020202020204" pitchFamily="34" charset="0"/>
        <a:ea typeface="+mn-ea"/>
        <a:cs typeface="+mn-cs"/>
      </a:defRPr>
    </a:lvl3pPr>
    <a:lvl4pPr marL="1371600" algn="l" defTabSz="914400" rtl="0" eaLnBrk="1" latinLnBrk="0" hangingPunct="1">
      <a:defRPr sz="1200" b="0" i="0" kern="1200">
        <a:solidFill>
          <a:schemeClr val="tx1"/>
        </a:solidFill>
        <a:latin typeface="Aptos" panose="020B0004020202020204" pitchFamily="34" charset="0"/>
        <a:ea typeface="+mn-ea"/>
        <a:cs typeface="+mn-cs"/>
      </a:defRPr>
    </a:lvl4pPr>
    <a:lvl5pPr marL="1828800" algn="l" defTabSz="914400" rtl="0" eaLnBrk="1" latinLnBrk="0" hangingPunct="1">
      <a:defRPr sz="1200" b="0" i="0" kern="1200">
        <a:solidFill>
          <a:schemeClr val="tx1"/>
        </a:solidFill>
        <a:latin typeface="Aptos" panose="020B00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Attrition model story v2.pptx. Removed detail is carried into notes/appendix in the working narrative.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choices frame the MVP: definition, population, and action path.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Combined from the original definition and population slides. Use voluntary exits as the MVP outcome; keep involuntary exits and mobility separate. Regular employees give the cleanest policy and lifecycle baseline for launch.</a:t>
            </a:r>
            <a:endParaRPr lang="es-MX" dirty="0"/>
          </a:p>
          <a:p>
            <a:endParaRPr lang="en-US" dirty="0"/>
          </a:p>
          <a:p>
            <a:endParaRPr lang="en-US" dirty="0"/>
          </a:p>
          <a:p>
            <a:r>
              <a:rPr lang="en-US" sz="1200" b="0" i="0" u="none" strike="noStrike" kern="1200" dirty="0">
                <a:solidFill>
                  <a:schemeClr val="tx1"/>
                </a:solidFill>
                <a:effectLst/>
                <a:latin typeface="Aptos" panose="020B0004020202020204" pitchFamily="34" charset="0"/>
                <a:ea typeface="+mn-ea"/>
                <a:cs typeface="+mn-cs"/>
              </a:rPr>
              <a:t>Calculating probability of attrition at ____level in ____ months. (unit of analysis and time horizon)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Combined from the original analytical cuts and governance slides. Cut evidence by organization, location, tenure, job family, manager span, and lifecycle stage. Association is not causation; cuts are used to form testable hypotheses. Leaders see cohorts and drivers, not employee scores; actions need owners and metrics.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Aligned to the source workplan diagram. W1: measure, population, objective, safeguards, decision rights. W2-3: monthly snapshots, exclusions, leakage checks, baseline. W4-5: cohort baselines, risk segments, driver scan. W6-9: interpretable model, challenger, calibration, stability, fairness. W10: priority cohorts, drivers, recommendations, HR review. After MVP: pilot design, action cycle, early readout, and 6-month retention impact.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EBE83-B84B-7B18-65D1-9DDDF37C0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0A8304-D8DB-2C27-3D38-E337CC04C3A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03F07EF-A5EE-7320-9252-F2148770A6D0}"/>
              </a:ext>
            </a:extLst>
          </p:cNvPr>
          <p:cNvSpPr>
            <a:spLocks noGrp="1"/>
          </p:cNvSpPr>
          <p:nvPr>
            <p:ph type="body" sz="quarter" idx="3"/>
          </p:nvPr>
        </p:nvSpPr>
        <p:spPr/>
        <p:txBody>
          <a:bodyPr/>
          <a:lstStyle/>
          <a:p>
            <a:r>
              <a:t>Aligned to the source workplan diagram. W1: measure, population, objective, safeguards, decision rights. W2-3: monthly snapshots, exclusions, leakage checks, baseline. W4-5: cohort baselines, risk segments, driver scan. W6-9: interpretable model, challenger, calibration, stability, fairness. W10: priority cohorts, drivers, recommendations, HR review. After MVP: pilot design, action cycle, early readout, and 6-month retention impact.</a:t>
            </a:r>
          </a:p>
        </p:txBody>
      </p:sp>
      <p:sp>
        <p:nvSpPr>
          <p:cNvPr id="4" name="Slide Number Placeholder 3">
            <a:extLst>
              <a:ext uri="{FF2B5EF4-FFF2-40B4-BE49-F238E27FC236}">
                <a16:creationId xmlns:a16="http://schemas.microsoft.com/office/drawing/2014/main" id="{331FA802-FD0A-4E56-ABD5-6103E185FA08}"/>
              </a:ext>
            </a:extLst>
          </p:cNvPr>
          <p:cNvSpPr>
            <a:spLocks noGrp="1"/>
          </p:cNvSpPr>
          <p:nvPr>
            <p:ph type="sldNum" sz="quarter" idx="5"/>
          </p:nvPr>
        </p:nvSpPr>
        <p:spPr/>
      </p:sp>
    </p:spTree>
    <p:extLst>
      <p:ext uri="{BB962C8B-B14F-4D97-AF65-F5344CB8AC3E}">
        <p14:creationId xmlns:p14="http://schemas.microsoft.com/office/powerpoint/2010/main" val="3452188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sv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sv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5.svg"/><Relationship Id="rId7" Type="http://schemas.microsoft.com/office/2007/relationships/hdphoto" Target="../media/hdphoto2.wdp"/><Relationship Id="rId2" Type="http://schemas.openxmlformats.org/officeDocument/2006/relationships/image" Target="../media/image14.sv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7.svg"/><Relationship Id="rId4" Type="http://schemas.openxmlformats.org/officeDocument/2006/relationships/image" Target="../media/image16.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5.svg"/><Relationship Id="rId7" Type="http://schemas.microsoft.com/office/2007/relationships/hdphoto" Target="../media/hdphoto2.wdp"/><Relationship Id="rId2" Type="http://schemas.openxmlformats.org/officeDocument/2006/relationships/image" Target="../media/image14.sv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3.svg"/><Relationship Id="rId4" Type="http://schemas.openxmlformats.org/officeDocument/2006/relationships/image" Target="../media/image16.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5.sv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6.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30.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sv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31.sv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sv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28.sv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30.sv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Content_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p:txBody>
          <a:bodyPr/>
          <a:lstStyle>
            <a:lvl1pPr>
              <a:lnSpc>
                <a:spcPct val="85000"/>
              </a:lnSpc>
              <a:defRPr>
                <a:solidFill>
                  <a:schemeClr val="accent1"/>
                </a:solidFill>
              </a:defRPr>
            </a:lvl1pPr>
          </a:lstStyle>
          <a:p>
            <a:r>
              <a:rPr lang="en-US"/>
              <a:t>Title + Content layout</a:t>
            </a:r>
            <a:br>
              <a:rPr lang="en-US"/>
            </a:br>
            <a:r>
              <a:rPr lang="en-US"/>
              <a:t>Title 2 lines maximum</a:t>
            </a:r>
            <a:endParaRPr lang="en-CA"/>
          </a:p>
        </p:txBody>
      </p:sp>
      <p:sp>
        <p:nvSpPr>
          <p:cNvPr id="6" name="Text Placeholder 3">
            <a:extLst>
              <a:ext uri="{FF2B5EF4-FFF2-40B4-BE49-F238E27FC236}">
                <a16:creationId xmlns:a16="http://schemas.microsoft.com/office/drawing/2014/main" id="{AE4C813B-A433-591F-839C-9B64B4F16FD6}"/>
              </a:ext>
            </a:extLst>
          </p:cNvPr>
          <p:cNvSpPr>
            <a:spLocks noGrp="1"/>
          </p:cNvSpPr>
          <p:nvPr>
            <p:ph idx="1" hasCustomPrompt="1"/>
          </p:nvPr>
        </p:nvSpPr>
        <p:spPr>
          <a:xfrm>
            <a:off x="515938" y="1493520"/>
            <a:ext cx="11160126" cy="4672330"/>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9" name="Footer Placeholder 129">
            <a:extLst>
              <a:ext uri="{FF2B5EF4-FFF2-40B4-BE49-F238E27FC236}">
                <a16:creationId xmlns:a16="http://schemas.microsoft.com/office/drawing/2014/main" id="{D585EFB5-2F8E-437A-EA74-C2343580392D}"/>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83402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_Dark Blue">
    <p:bg>
      <p:bgPr>
        <a:solidFill>
          <a:schemeClr val="accent2"/>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F85A682B-163D-4AA4-9385-052F4D99BE2E}"/>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16" name="Title 2">
            <a:extLst>
              <a:ext uri="{FF2B5EF4-FFF2-40B4-BE49-F238E27FC236}">
                <a16:creationId xmlns:a16="http://schemas.microsoft.com/office/drawing/2014/main" id="{62C0E76A-32B9-4D4D-B734-7A849718BDEC}"/>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12" name="Text Placeholder 22">
            <a:extLst>
              <a:ext uri="{FF2B5EF4-FFF2-40B4-BE49-F238E27FC236}">
                <a16:creationId xmlns:a16="http://schemas.microsoft.com/office/drawing/2014/main" id="{44604CD0-227D-BEAE-79E8-1BAFEC1EA9E4}"/>
              </a:ext>
            </a:extLst>
          </p:cNvPr>
          <p:cNvSpPr>
            <a:spLocks noGrp="1"/>
          </p:cNvSpPr>
          <p:nvPr>
            <p:ph type="body" sz="quarter" idx="13" hasCustomPrompt="1"/>
          </p:nvPr>
        </p:nvSpPr>
        <p:spPr>
          <a:xfrm>
            <a:off x="515939" y="4625412"/>
            <a:ext cx="5185614" cy="263149"/>
          </a:xfrm>
        </p:spPr>
        <p:txBody>
          <a:bodyPr wrap="square" anchor="t">
            <a:noAutofit/>
          </a:bodyPr>
          <a:lstStyle>
            <a:lvl1pPr marL="0" indent="0">
              <a:buNone/>
              <a:defRPr sz="1600" spc="0">
                <a:solidFill>
                  <a:schemeClr val="tx1"/>
                </a:solidFill>
              </a:defRPr>
            </a:lvl1pPr>
          </a:lstStyle>
          <a:p>
            <a:pPr lvl="0"/>
            <a:r>
              <a:rPr lang="en-US"/>
              <a:t>Date</a:t>
            </a:r>
          </a:p>
        </p:txBody>
      </p:sp>
      <p:pic>
        <p:nvPicPr>
          <p:cNvPr id="8" name="Picture 2">
            <a:extLst>
              <a:ext uri="{FF2B5EF4-FFF2-40B4-BE49-F238E27FC236}">
                <a16:creationId xmlns:a16="http://schemas.microsoft.com/office/drawing/2014/main" id="{6601EB22-A8D1-0743-7BB0-822BDDB5C9C7}"/>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96108" y="4802188"/>
            <a:ext cx="938292" cy="1029289"/>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7">
            <a:extLst>
              <a:ext uri="{FF2B5EF4-FFF2-40B4-BE49-F238E27FC236}">
                <a16:creationId xmlns:a16="http://schemas.microsoft.com/office/drawing/2014/main" id="{A0B80601-89FF-5E35-853D-D75C06D14573}"/>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0" indent="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a:t>Speaker name</a:t>
            </a:r>
          </a:p>
        </p:txBody>
      </p:sp>
      <p:pic>
        <p:nvPicPr>
          <p:cNvPr id="4" name="Graphic 3">
            <a:extLst>
              <a:ext uri="{FF2B5EF4-FFF2-40B4-BE49-F238E27FC236}">
                <a16:creationId xmlns:a16="http://schemas.microsoft.com/office/drawing/2014/main" id="{88F55260-1104-D127-40D5-A045F821B72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5" name="TextBox 4">
            <a:extLst>
              <a:ext uri="{FF2B5EF4-FFF2-40B4-BE49-F238E27FC236}">
                <a16:creationId xmlns:a16="http://schemas.microsoft.com/office/drawing/2014/main" id="{9ECC98BE-E372-0CCA-F413-34CBA87C6C4C}"/>
              </a:ext>
            </a:extLst>
          </p:cNvPr>
          <p:cNvSpPr txBox="1"/>
          <p:nvPr userDrawn="1"/>
        </p:nvSpPr>
        <p:spPr>
          <a:xfrm>
            <a:off x="515938" y="6208111"/>
            <a:ext cx="524770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a:buFont typeface="Arial" panose="020B0604020202020204" pitchFamily="34" charset="0"/>
              <a:buNone/>
              <a:tabLst/>
            </a:pPr>
            <a:r>
              <a:rPr lang="en-US" sz="800" kern="1200" baseline="0">
                <a:solidFill>
                  <a:schemeClr val="accent6">
                    <a:lumMod val="90000"/>
                  </a:schemeClr>
                </a:solidFill>
                <a:latin typeface="+mn-lt"/>
                <a:ea typeface="+mn-ea"/>
                <a:cs typeface="+mn-cs"/>
              </a:rPr>
              <a:t>Snapdragon and Qualcomm branded products are products of Qualcomm Technologies, Inc. and/or its subsidiaries.</a:t>
            </a:r>
          </a:p>
        </p:txBody>
      </p:sp>
      <p:sp>
        <p:nvSpPr>
          <p:cNvPr id="6" name="Rechteck 1" descr="{&quot;templafy&quot;:{&quot;id&quot;:&quot;6566690d-47b7-4829-8dc2-6f9c466bc78d&quot;}}">
            <a:extLst>
              <a:ext uri="{FF2B5EF4-FFF2-40B4-BE49-F238E27FC236}">
                <a16:creationId xmlns:a16="http://schemas.microsoft.com/office/drawing/2014/main" id="{471D8CD2-4899-4F07-B7F4-819F8D0CC4FB}"/>
              </a:ext>
            </a:extLst>
          </p:cNvPr>
          <p:cNvSpPr>
            <a:spLocks/>
          </p:cNvSpPr>
          <p:nvPr userDrawn="1"/>
        </p:nvSpPr>
        <p:spPr>
          <a:xfrm>
            <a:off x="515938" y="6396526"/>
            <a:ext cx="4753929"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45263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userDrawn="1">
          <p15:clr>
            <a:srgbClr val="FBAE40"/>
          </p15:clr>
        </p15:guide>
        <p15:guide id="3" orient="horz" pos="2387" userDrawn="1">
          <p15:clr>
            <a:srgbClr val="FBAE40"/>
          </p15:clr>
        </p15:guide>
        <p15:guide id="4" orient="horz" pos="2568" userDrawn="1">
          <p15:clr>
            <a:srgbClr val="FBAE40"/>
          </p15:clr>
        </p15:guide>
        <p15:guide id="5" orient="horz" pos="3090" userDrawn="1">
          <p15:clr>
            <a:srgbClr val="FBAE40"/>
          </p15:clr>
        </p15:guide>
        <p15:guide id="6" pos="359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_Qualcomm Blue">
    <p:bg>
      <p:bgPr>
        <a:solidFill>
          <a:schemeClr val="accent1"/>
        </a:solidFill>
        <a:effectLst/>
      </p:bgPr>
    </p:bg>
    <p:spTree>
      <p:nvGrpSpPr>
        <p:cNvPr id="1" name=""/>
        <p:cNvGrpSpPr/>
        <p:nvPr/>
      </p:nvGrpSpPr>
      <p:grpSpPr>
        <a:xfrm>
          <a:off x="0" y="0"/>
          <a:ext cx="0" cy="0"/>
          <a:chOff x="0" y="0"/>
          <a:chExt cx="0" cy="0"/>
        </a:xfrm>
      </p:grpSpPr>
      <p:sp>
        <p:nvSpPr>
          <p:cNvPr id="4" name="Freeform 5">
            <a:extLst>
              <a:ext uri="{FF2B5EF4-FFF2-40B4-BE49-F238E27FC236}">
                <a16:creationId xmlns:a16="http://schemas.microsoft.com/office/drawing/2014/main" id="{A4F0D70E-53E2-162C-22F7-51348A82B292}"/>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7" name="Text Placeholder 7">
            <a:extLst>
              <a:ext uri="{FF2B5EF4-FFF2-40B4-BE49-F238E27FC236}">
                <a16:creationId xmlns:a16="http://schemas.microsoft.com/office/drawing/2014/main" id="{CDFA959F-8485-8388-01E9-586AFF83F76F}"/>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Tx/>
              <a:buNone/>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pic>
        <p:nvPicPr>
          <p:cNvPr id="8" name="Picture 2">
            <a:extLst>
              <a:ext uri="{FF2B5EF4-FFF2-40B4-BE49-F238E27FC236}">
                <a16:creationId xmlns:a16="http://schemas.microsoft.com/office/drawing/2014/main" id="{6601EB22-A8D1-0743-7BB0-822BDDB5C9C7}"/>
              </a:ext>
            </a:extLst>
          </p:cNvPr>
          <p:cNvPicPr>
            <a:picLocks noChangeAspect="1" noChangeArrowheads="1"/>
          </p:cNvPicPr>
          <p:nvPr userDrawn="1"/>
        </p:nvPicPr>
        <p:blipFill rotWithShape="1">
          <a:blip r:embed="rId2" cstate="screen">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10296108" y="4802188"/>
            <a:ext cx="938292" cy="1029289"/>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22">
            <a:extLst>
              <a:ext uri="{FF2B5EF4-FFF2-40B4-BE49-F238E27FC236}">
                <a16:creationId xmlns:a16="http://schemas.microsoft.com/office/drawing/2014/main" id="{116B21F0-0AEE-75EF-AF6A-33304397AA76}"/>
              </a:ext>
            </a:extLst>
          </p:cNvPr>
          <p:cNvSpPr>
            <a:spLocks noGrp="1"/>
          </p:cNvSpPr>
          <p:nvPr>
            <p:ph type="body" sz="quarter" idx="13" hasCustomPrompt="1"/>
          </p:nvPr>
        </p:nvSpPr>
        <p:spPr>
          <a:xfrm>
            <a:off x="515939" y="4625412"/>
            <a:ext cx="5185614" cy="263149"/>
          </a:xfrm>
        </p:spPr>
        <p:txBody>
          <a:bodyPr wrap="square" anchor="t">
            <a:noAutofit/>
          </a:bodyPr>
          <a:lstStyle>
            <a:lvl1pPr marL="0" indent="0">
              <a:buNone/>
              <a:defRPr sz="1600" spc="0">
                <a:solidFill>
                  <a:schemeClr val="tx1"/>
                </a:solidFill>
              </a:defRPr>
            </a:lvl1pPr>
          </a:lstStyle>
          <a:p>
            <a:pPr lvl="0"/>
            <a:r>
              <a:rPr lang="en-US"/>
              <a:t>Date</a:t>
            </a:r>
          </a:p>
        </p:txBody>
      </p:sp>
      <p:pic>
        <p:nvPicPr>
          <p:cNvPr id="6" name="Graphic 5">
            <a:extLst>
              <a:ext uri="{FF2B5EF4-FFF2-40B4-BE49-F238E27FC236}">
                <a16:creationId xmlns:a16="http://schemas.microsoft.com/office/drawing/2014/main" id="{8DC6381D-0621-EAAA-14AF-6659CFA75A60}"/>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3" name="TextBox 2">
            <a:extLst>
              <a:ext uri="{FF2B5EF4-FFF2-40B4-BE49-F238E27FC236}">
                <a16:creationId xmlns:a16="http://schemas.microsoft.com/office/drawing/2014/main" id="{D012B26A-C01F-FF9E-5A2E-BD8F5702D47A}"/>
              </a:ext>
            </a:extLst>
          </p:cNvPr>
          <p:cNvSpPr txBox="1"/>
          <p:nvPr userDrawn="1"/>
        </p:nvSpPr>
        <p:spPr>
          <a:xfrm>
            <a:off x="515938" y="6208111"/>
            <a:ext cx="524770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a:buFont typeface="Arial" panose="020B0604020202020204" pitchFamily="34" charset="0"/>
              <a:buNone/>
              <a:tabLst/>
            </a:pPr>
            <a:r>
              <a:rPr lang="en-US" sz="800" kern="1200" baseline="0">
                <a:solidFill>
                  <a:schemeClr val="accent6">
                    <a:lumMod val="90000"/>
                  </a:schemeClr>
                </a:solidFill>
                <a:latin typeface="+mn-lt"/>
                <a:ea typeface="+mn-ea"/>
                <a:cs typeface="+mn-cs"/>
              </a:rPr>
              <a:t>Snapdragon and Qualcomm branded products are products of Qualcomm Technologies, Inc. and/or its subsidiaries.</a:t>
            </a:r>
          </a:p>
        </p:txBody>
      </p:sp>
      <p:sp>
        <p:nvSpPr>
          <p:cNvPr id="5" name="Rechteck 1" descr="{&quot;templafy&quot;:{&quot;id&quot;:&quot;616c7f60-dfe2-4932-8ab5-7f6fbab955e1&quot;}}">
            <a:extLst>
              <a:ext uri="{FF2B5EF4-FFF2-40B4-BE49-F238E27FC236}">
                <a16:creationId xmlns:a16="http://schemas.microsoft.com/office/drawing/2014/main" id="{26BB6324-9D2F-E37C-0FBE-5D0A9A65060E}"/>
              </a:ext>
            </a:extLst>
          </p:cNvPr>
          <p:cNvSpPr>
            <a:spLocks/>
          </p:cNvSpPr>
          <p:nvPr userDrawn="1"/>
        </p:nvSpPr>
        <p:spPr>
          <a:xfrm>
            <a:off x="515938" y="6396526"/>
            <a:ext cx="4753929"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737171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3090">
          <p15:clr>
            <a:srgbClr val="FBAE40"/>
          </p15:clr>
        </p15:guide>
        <p15:guide id="6" pos="359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_Light Grey">
    <p:bg>
      <p:bgPr>
        <a:solidFill>
          <a:srgbClr val="EFF1F5"/>
        </a:solidFill>
        <a:effectLst/>
      </p:bgPr>
    </p:bg>
    <p:spTree>
      <p:nvGrpSpPr>
        <p:cNvPr id="1" name=""/>
        <p:cNvGrpSpPr/>
        <p:nvPr/>
      </p:nvGrpSpPr>
      <p:grpSpPr>
        <a:xfrm>
          <a:off x="0" y="0"/>
          <a:ext cx="0" cy="0"/>
          <a:chOff x="0" y="0"/>
          <a:chExt cx="0" cy="0"/>
        </a:xfrm>
      </p:grpSpPr>
      <p:pic>
        <p:nvPicPr>
          <p:cNvPr id="13" name="Picture 2">
            <a:extLst>
              <a:ext uri="{FF2B5EF4-FFF2-40B4-BE49-F238E27FC236}">
                <a16:creationId xmlns:a16="http://schemas.microsoft.com/office/drawing/2014/main" id="{0C535C80-8733-FA80-BF54-35742A8FF0D6}"/>
              </a:ext>
            </a:extLst>
          </p:cNvPr>
          <p:cNvPicPr>
            <a:picLocks noChangeAspect="1" noChangeArrowheads="1"/>
          </p:cNvPicPr>
          <p:nvPr userDrawn="1"/>
        </p:nvPicPr>
        <p:blipFill rotWithShape="1">
          <a:blip>
            <a:extLst>
              <a:ext uri="{96DAC541-7B7A-43D3-8B79-37D633B846F1}">
                <asvg:svgBlip xmlns:asvg="http://schemas.microsoft.com/office/drawing/2016/SVG/main" r:embed="rId2"/>
              </a:ext>
            </a:extLst>
          </a:blip>
          <a:srcRect t="-1567" b="-1567"/>
          <a:stretch/>
        </p:blipFill>
        <p:spPr bwMode="auto">
          <a:xfrm>
            <a:off x="10295650" y="4786296"/>
            <a:ext cx="894630" cy="1062179"/>
          </a:xfrm>
          <a:prstGeom prst="rect">
            <a:avLst/>
          </a:prstGeom>
          <a:noFill/>
        </p:spPr>
      </p:pic>
      <p:sp>
        <p:nvSpPr>
          <p:cNvPr id="4" name="Freeform 5">
            <a:extLst>
              <a:ext uri="{FF2B5EF4-FFF2-40B4-BE49-F238E27FC236}">
                <a16:creationId xmlns:a16="http://schemas.microsoft.com/office/drawing/2014/main" id="{A4F0D70E-53E2-162C-22F7-51348A82B292}"/>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2" name="Title 2">
            <a:extLst>
              <a:ext uri="{FF2B5EF4-FFF2-40B4-BE49-F238E27FC236}">
                <a16:creationId xmlns:a16="http://schemas.microsoft.com/office/drawing/2014/main" id="{A71DD4A2-F6F8-2FEF-E6ED-67E872488C9B}"/>
              </a:ext>
            </a:extLst>
          </p:cNvPr>
          <p:cNvSpPr>
            <a:spLocks noGrp="1"/>
          </p:cNvSpPr>
          <p:nvPr>
            <p:ph type="title" hasCustomPrompt="1"/>
          </p:nvPr>
        </p:nvSpPr>
        <p:spPr bwMode="gray">
          <a:xfrm>
            <a:off x="515938" y="1586753"/>
            <a:ext cx="5185615" cy="2202610"/>
          </a:xfrm>
        </p:spPr>
        <p:txBody>
          <a:bodyPr wrap="square" anchor="b">
            <a:noAutofit/>
          </a:bodyPr>
          <a:lstStyle>
            <a:lvl1pPr marL="0" algn="l" defTabSz="914400" rtl="0" eaLnBrk="1" latinLnBrk="0" hangingPunct="1">
              <a:lnSpc>
                <a:spcPct val="80000"/>
              </a:lnSpc>
              <a:defRPr lang="en-US" sz="48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a:t>Presentation </a:t>
            </a:r>
            <a:br>
              <a:rPr lang="en-US"/>
            </a:br>
            <a:r>
              <a:rPr lang="en-US"/>
              <a:t>title goes here</a:t>
            </a:r>
            <a:br>
              <a:rPr lang="en-US"/>
            </a:br>
            <a:r>
              <a:rPr lang="en-US"/>
              <a:t>four lines</a:t>
            </a:r>
            <a:br>
              <a:rPr lang="en-US"/>
            </a:br>
            <a:r>
              <a:rPr lang="en-US"/>
              <a:t>maximum</a:t>
            </a:r>
          </a:p>
        </p:txBody>
      </p:sp>
      <p:sp>
        <p:nvSpPr>
          <p:cNvPr id="7" name="Text Placeholder 7">
            <a:extLst>
              <a:ext uri="{FF2B5EF4-FFF2-40B4-BE49-F238E27FC236}">
                <a16:creationId xmlns:a16="http://schemas.microsoft.com/office/drawing/2014/main" id="{CDFA959F-8485-8388-01E9-586AFF83F76F}"/>
              </a:ext>
            </a:extLst>
          </p:cNvPr>
          <p:cNvSpPr>
            <a:spLocks noGrp="1"/>
          </p:cNvSpPr>
          <p:nvPr>
            <p:ph type="body" sz="quarter" idx="10" hasCustomPrompt="1"/>
          </p:nvPr>
        </p:nvSpPr>
        <p:spPr bwMode="gray">
          <a:xfrm>
            <a:off x="515937" y="4080516"/>
            <a:ext cx="5186783"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Tx/>
              <a:buNone/>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sp>
        <p:nvSpPr>
          <p:cNvPr id="12" name="Text Placeholder 22">
            <a:extLst>
              <a:ext uri="{FF2B5EF4-FFF2-40B4-BE49-F238E27FC236}">
                <a16:creationId xmlns:a16="http://schemas.microsoft.com/office/drawing/2014/main" id="{116B21F0-0AEE-75EF-AF6A-33304397AA76}"/>
              </a:ext>
            </a:extLst>
          </p:cNvPr>
          <p:cNvSpPr>
            <a:spLocks noGrp="1"/>
          </p:cNvSpPr>
          <p:nvPr>
            <p:ph type="body" sz="quarter" idx="13" hasCustomPrompt="1"/>
          </p:nvPr>
        </p:nvSpPr>
        <p:spPr>
          <a:xfrm>
            <a:off x="515939" y="4625412"/>
            <a:ext cx="5185614" cy="263149"/>
          </a:xfrm>
        </p:spPr>
        <p:txBody>
          <a:bodyPr wrap="square" anchor="t">
            <a:noAutofit/>
          </a:bodyPr>
          <a:lstStyle>
            <a:lvl1pPr marL="0" indent="0">
              <a:buNone/>
              <a:defRPr sz="1600" spc="0">
                <a:solidFill>
                  <a:schemeClr val="tx1"/>
                </a:solidFill>
              </a:defRPr>
            </a:lvl1pPr>
          </a:lstStyle>
          <a:p>
            <a:pPr lvl="0"/>
            <a:r>
              <a:rPr lang="en-US"/>
              <a:t>Date</a:t>
            </a:r>
          </a:p>
        </p:txBody>
      </p:sp>
      <p:pic>
        <p:nvPicPr>
          <p:cNvPr id="3" name="Graphic 2">
            <a:extLst>
              <a:ext uri="{FF2B5EF4-FFF2-40B4-BE49-F238E27FC236}">
                <a16:creationId xmlns:a16="http://schemas.microsoft.com/office/drawing/2014/main" id="{77B56F8D-7058-9B7C-F324-9E505C8B0CD0}"/>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 t="32310" r="22445" b="38"/>
          <a:stretch/>
        </p:blipFill>
        <p:spPr>
          <a:xfrm rot="9900000" flipH="1">
            <a:off x="4889643" y="240133"/>
            <a:ext cx="8392749" cy="7320983"/>
          </a:xfrm>
          <a:custGeom>
            <a:avLst/>
            <a:gdLst>
              <a:gd name="connsiteX0" fmla="*/ 8392749 w 8392749"/>
              <a:gd name="connsiteY0" fmla="*/ 7320983 h 7320983"/>
              <a:gd name="connsiteX1" fmla="*/ 6431098 w 8392749"/>
              <a:gd name="connsiteY1" fmla="*/ 0 h 7320983"/>
              <a:gd name="connsiteX2" fmla="*/ 0 w 8392749"/>
              <a:gd name="connsiteY2" fmla="*/ 1723207 h 7320983"/>
              <a:gd name="connsiteX3" fmla="*/ 0 w 8392749"/>
              <a:gd name="connsiteY3" fmla="*/ 7320983 h 7320983"/>
            </a:gdLst>
            <a:ahLst/>
            <a:cxnLst>
              <a:cxn ang="0">
                <a:pos x="connsiteX0" y="connsiteY0"/>
              </a:cxn>
              <a:cxn ang="0">
                <a:pos x="connsiteX1" y="connsiteY1"/>
              </a:cxn>
              <a:cxn ang="0">
                <a:pos x="connsiteX2" y="connsiteY2"/>
              </a:cxn>
              <a:cxn ang="0">
                <a:pos x="connsiteX3" y="connsiteY3"/>
              </a:cxn>
            </a:cxnLst>
            <a:rect l="l" t="t" r="r" b="b"/>
            <a:pathLst>
              <a:path w="8392749" h="7320983">
                <a:moveTo>
                  <a:pt x="8392749" y="7320983"/>
                </a:moveTo>
                <a:lnTo>
                  <a:pt x="6431098" y="0"/>
                </a:lnTo>
                <a:lnTo>
                  <a:pt x="0" y="1723207"/>
                </a:lnTo>
                <a:lnTo>
                  <a:pt x="0" y="7320983"/>
                </a:lnTo>
                <a:close/>
              </a:path>
            </a:pathLst>
          </a:custGeom>
        </p:spPr>
      </p:pic>
      <p:sp>
        <p:nvSpPr>
          <p:cNvPr id="5" name="TextBox 4">
            <a:extLst>
              <a:ext uri="{FF2B5EF4-FFF2-40B4-BE49-F238E27FC236}">
                <a16:creationId xmlns:a16="http://schemas.microsoft.com/office/drawing/2014/main" id="{D04E0C45-A517-1688-2AE8-AF1811F76A23}"/>
              </a:ext>
            </a:extLst>
          </p:cNvPr>
          <p:cNvSpPr txBox="1"/>
          <p:nvPr userDrawn="1"/>
        </p:nvSpPr>
        <p:spPr>
          <a:xfrm>
            <a:off x="515938" y="6208111"/>
            <a:ext cx="524770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a:buFont typeface="Arial" panose="020B0604020202020204" pitchFamily="34" charset="0"/>
              <a:buNone/>
              <a:tabLst/>
            </a:pPr>
            <a:r>
              <a:rPr lang="en-US" sz="800" kern="1200" baseline="0">
                <a:solidFill>
                  <a:schemeClr val="accent6">
                    <a:lumMod val="90000"/>
                  </a:schemeClr>
                </a:solidFill>
                <a:latin typeface="+mn-lt"/>
                <a:ea typeface="+mn-ea"/>
                <a:cs typeface="+mn-cs"/>
              </a:rPr>
              <a:t>Snapdragon and Qualcomm branded products are products of Qualcomm Technologies, Inc. and/or its subsidiaries.</a:t>
            </a:r>
          </a:p>
        </p:txBody>
      </p:sp>
      <p:sp>
        <p:nvSpPr>
          <p:cNvPr id="6" name="Rechteck 1" descr="{&quot;templafy&quot;:{&quot;id&quot;:&quot;9ac15da2-4e76-4972-83c7-6c83ba0e0a7e&quot;}}">
            <a:extLst>
              <a:ext uri="{FF2B5EF4-FFF2-40B4-BE49-F238E27FC236}">
                <a16:creationId xmlns:a16="http://schemas.microsoft.com/office/drawing/2014/main" id="{42F7FBEB-AF9F-D26B-BEDB-FE73B230FBC5}"/>
              </a:ext>
            </a:extLst>
          </p:cNvPr>
          <p:cNvSpPr>
            <a:spLocks/>
          </p:cNvSpPr>
          <p:nvPr userDrawn="1"/>
        </p:nvSpPr>
        <p:spPr>
          <a:xfrm>
            <a:off x="515938" y="6396526"/>
            <a:ext cx="4753929"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42207403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36">
          <p15:clr>
            <a:srgbClr val="FBAE40"/>
          </p15:clr>
        </p15:guide>
        <p15:guide id="3" orient="horz" pos="2387">
          <p15:clr>
            <a:srgbClr val="FBAE40"/>
          </p15:clr>
        </p15:guide>
        <p15:guide id="4" orient="horz" pos="2568">
          <p15:clr>
            <a:srgbClr val="FBAE40"/>
          </p15:clr>
        </p15:guide>
        <p15:guide id="5" orient="horz" pos="3090">
          <p15:clr>
            <a:srgbClr val="FBAE40"/>
          </p15:clr>
        </p15:guide>
        <p15:guide id="6" pos="359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Photo">
    <p:spTree>
      <p:nvGrpSpPr>
        <p:cNvPr id="1" name=""/>
        <p:cNvGrpSpPr/>
        <p:nvPr/>
      </p:nvGrpSpPr>
      <p:grpSpPr>
        <a:xfrm>
          <a:off x="0" y="0"/>
          <a:ext cx="0" cy="0"/>
          <a:chOff x="0" y="0"/>
          <a:chExt cx="0" cy="0"/>
        </a:xfrm>
      </p:grpSpPr>
      <p:sp>
        <p:nvSpPr>
          <p:cNvPr id="44" name="Picture Placeholder 43">
            <a:extLst>
              <a:ext uri="{FF2B5EF4-FFF2-40B4-BE49-F238E27FC236}">
                <a16:creationId xmlns:a16="http://schemas.microsoft.com/office/drawing/2014/main" id="{008FB009-1CAA-4C0D-DFFE-34480291E6D4}"/>
              </a:ext>
            </a:extLst>
          </p:cNvPr>
          <p:cNvSpPr>
            <a:spLocks noGrp="1"/>
          </p:cNvSpPr>
          <p:nvPr>
            <p:ph type="pic" sz="quarter" idx="12" hasCustomPrompt="1"/>
          </p:nvPr>
        </p:nvSpPr>
        <p:spPr>
          <a:xfrm>
            <a:off x="0" y="0"/>
            <a:ext cx="12192000" cy="6858000"/>
          </a:xfrm>
          <a:custGeom>
            <a:avLst/>
            <a:gdLst>
              <a:gd name="connsiteX0" fmla="*/ 1625898 w 12192000"/>
              <a:gd name="connsiteY0" fmla="*/ 586917 h 6858000"/>
              <a:gd name="connsiteX1" fmla="*/ 1684416 w 12192000"/>
              <a:gd name="connsiteY1" fmla="*/ 647861 h 6858000"/>
              <a:gd name="connsiteX2" fmla="*/ 1625898 w 12192000"/>
              <a:gd name="connsiteY2" fmla="*/ 708580 h 6858000"/>
              <a:gd name="connsiteX3" fmla="*/ 1567381 w 12192000"/>
              <a:gd name="connsiteY3" fmla="*/ 647861 h 6858000"/>
              <a:gd name="connsiteX4" fmla="*/ 1625898 w 12192000"/>
              <a:gd name="connsiteY4" fmla="*/ 586917 h 6858000"/>
              <a:gd name="connsiteX5" fmla="*/ 1144317 w 12192000"/>
              <a:gd name="connsiteY5" fmla="*/ 586917 h 6858000"/>
              <a:gd name="connsiteX6" fmla="*/ 1202834 w 12192000"/>
              <a:gd name="connsiteY6" fmla="*/ 647861 h 6858000"/>
              <a:gd name="connsiteX7" fmla="*/ 1144317 w 12192000"/>
              <a:gd name="connsiteY7" fmla="*/ 709029 h 6858000"/>
              <a:gd name="connsiteX8" fmla="*/ 1085799 w 12192000"/>
              <a:gd name="connsiteY8" fmla="*/ 647861 h 6858000"/>
              <a:gd name="connsiteX9" fmla="*/ 1144317 w 12192000"/>
              <a:gd name="connsiteY9" fmla="*/ 586917 h 6858000"/>
              <a:gd name="connsiteX10" fmla="*/ 1801451 w 12192000"/>
              <a:gd name="connsiteY10" fmla="*/ 554101 h 6858000"/>
              <a:gd name="connsiteX11" fmla="*/ 1790979 w 12192000"/>
              <a:gd name="connsiteY11" fmla="*/ 561469 h 6858000"/>
              <a:gd name="connsiteX12" fmla="*/ 1724489 w 12192000"/>
              <a:gd name="connsiteY12" fmla="*/ 732021 h 6858000"/>
              <a:gd name="connsiteX13" fmla="*/ 1730867 w 12192000"/>
              <a:gd name="connsiteY13" fmla="*/ 741396 h 6858000"/>
              <a:gd name="connsiteX14" fmla="*/ 1756367 w 12192000"/>
              <a:gd name="connsiteY14" fmla="*/ 741396 h 6858000"/>
              <a:gd name="connsiteX15" fmla="*/ 1766843 w 12192000"/>
              <a:gd name="connsiteY15" fmla="*/ 734477 h 6858000"/>
              <a:gd name="connsiteX16" fmla="*/ 1815798 w 12192000"/>
              <a:gd name="connsiteY16" fmla="*/ 605670 h 6858000"/>
              <a:gd name="connsiteX17" fmla="*/ 1864753 w 12192000"/>
              <a:gd name="connsiteY17" fmla="*/ 734477 h 6858000"/>
              <a:gd name="connsiteX18" fmla="*/ 1874996 w 12192000"/>
              <a:gd name="connsiteY18" fmla="*/ 741396 h 6858000"/>
              <a:gd name="connsiteX19" fmla="*/ 1898451 w 12192000"/>
              <a:gd name="connsiteY19" fmla="*/ 741396 h 6858000"/>
              <a:gd name="connsiteX20" fmla="*/ 1908924 w 12192000"/>
              <a:gd name="connsiteY20" fmla="*/ 734477 h 6858000"/>
              <a:gd name="connsiteX21" fmla="*/ 1959018 w 12192000"/>
              <a:gd name="connsiteY21" fmla="*/ 605670 h 6858000"/>
              <a:gd name="connsiteX22" fmla="*/ 2007518 w 12192000"/>
              <a:gd name="connsiteY22" fmla="*/ 734477 h 6858000"/>
              <a:gd name="connsiteX23" fmla="*/ 2017993 w 12192000"/>
              <a:gd name="connsiteY23" fmla="*/ 741396 h 6858000"/>
              <a:gd name="connsiteX24" fmla="*/ 2042584 w 12192000"/>
              <a:gd name="connsiteY24" fmla="*/ 741396 h 6858000"/>
              <a:gd name="connsiteX25" fmla="*/ 2053056 w 12192000"/>
              <a:gd name="connsiteY25" fmla="*/ 734477 h 6858000"/>
              <a:gd name="connsiteX26" fmla="*/ 2102011 w 12192000"/>
              <a:gd name="connsiteY26" fmla="*/ 605670 h 6858000"/>
              <a:gd name="connsiteX27" fmla="*/ 2151650 w 12192000"/>
              <a:gd name="connsiteY27" fmla="*/ 734477 h 6858000"/>
              <a:gd name="connsiteX28" fmla="*/ 2162126 w 12192000"/>
              <a:gd name="connsiteY28" fmla="*/ 741396 h 6858000"/>
              <a:gd name="connsiteX29" fmla="*/ 2185577 w 12192000"/>
              <a:gd name="connsiteY29" fmla="*/ 741396 h 6858000"/>
              <a:gd name="connsiteX30" fmla="*/ 2195824 w 12192000"/>
              <a:gd name="connsiteY30" fmla="*/ 734477 h 6858000"/>
              <a:gd name="connsiteX31" fmla="*/ 2245234 w 12192000"/>
              <a:gd name="connsiteY31" fmla="*/ 606340 h 6858000"/>
              <a:gd name="connsiteX32" fmla="*/ 2293734 w 12192000"/>
              <a:gd name="connsiteY32" fmla="*/ 734477 h 6858000"/>
              <a:gd name="connsiteX33" fmla="*/ 2304206 w 12192000"/>
              <a:gd name="connsiteY33" fmla="*/ 741396 h 6858000"/>
              <a:gd name="connsiteX34" fmla="*/ 2330394 w 12192000"/>
              <a:gd name="connsiteY34" fmla="*/ 741396 h 6858000"/>
              <a:gd name="connsiteX35" fmla="*/ 2336769 w 12192000"/>
              <a:gd name="connsiteY35" fmla="*/ 732021 h 6858000"/>
              <a:gd name="connsiteX36" fmla="*/ 2270279 w 12192000"/>
              <a:gd name="connsiteY36" fmla="*/ 561469 h 6858000"/>
              <a:gd name="connsiteX37" fmla="*/ 2260033 w 12192000"/>
              <a:gd name="connsiteY37" fmla="*/ 554101 h 6858000"/>
              <a:gd name="connsiteX38" fmla="*/ 2231345 w 12192000"/>
              <a:gd name="connsiteY38" fmla="*/ 554101 h 6858000"/>
              <a:gd name="connsiteX39" fmla="*/ 2220869 w 12192000"/>
              <a:gd name="connsiteY39" fmla="*/ 561469 h 6858000"/>
              <a:gd name="connsiteX40" fmla="*/ 2174421 w 12192000"/>
              <a:gd name="connsiteY40" fmla="*/ 686034 h 6858000"/>
              <a:gd name="connsiteX41" fmla="*/ 2126605 w 12192000"/>
              <a:gd name="connsiteY41" fmla="*/ 561469 h 6858000"/>
              <a:gd name="connsiteX42" fmla="*/ 2116358 w 12192000"/>
              <a:gd name="connsiteY42" fmla="*/ 554101 h 6858000"/>
              <a:gd name="connsiteX43" fmla="*/ 2087896 w 12192000"/>
              <a:gd name="connsiteY43" fmla="*/ 554101 h 6858000"/>
              <a:gd name="connsiteX44" fmla="*/ 2077650 w 12192000"/>
              <a:gd name="connsiteY44" fmla="*/ 561469 h 6858000"/>
              <a:gd name="connsiteX45" fmla="*/ 2030743 w 12192000"/>
              <a:gd name="connsiteY45" fmla="*/ 686034 h 6858000"/>
              <a:gd name="connsiteX46" fmla="*/ 1983608 w 12192000"/>
              <a:gd name="connsiteY46" fmla="*/ 561469 h 6858000"/>
              <a:gd name="connsiteX47" fmla="*/ 1973365 w 12192000"/>
              <a:gd name="connsiteY47" fmla="*/ 554101 h 6858000"/>
              <a:gd name="connsiteX48" fmla="*/ 1945128 w 12192000"/>
              <a:gd name="connsiteY48" fmla="*/ 554101 h 6858000"/>
              <a:gd name="connsiteX49" fmla="*/ 1934656 w 12192000"/>
              <a:gd name="connsiteY49" fmla="*/ 561469 h 6858000"/>
              <a:gd name="connsiteX50" fmla="*/ 1887295 w 12192000"/>
              <a:gd name="connsiteY50" fmla="*/ 686034 h 6858000"/>
              <a:gd name="connsiteX51" fmla="*/ 1840389 w 12192000"/>
              <a:gd name="connsiteY51" fmla="*/ 561469 h 6858000"/>
              <a:gd name="connsiteX52" fmla="*/ 1830142 w 12192000"/>
              <a:gd name="connsiteY52" fmla="*/ 554101 h 6858000"/>
              <a:gd name="connsiteX53" fmla="*/ 1801451 w 12192000"/>
              <a:gd name="connsiteY53" fmla="*/ 554101 h 6858000"/>
              <a:gd name="connsiteX54" fmla="*/ 841937 w 12192000"/>
              <a:gd name="connsiteY54" fmla="*/ 554101 h 6858000"/>
              <a:gd name="connsiteX55" fmla="*/ 832600 w 12192000"/>
              <a:gd name="connsiteY55" fmla="*/ 562809 h 6858000"/>
              <a:gd name="connsiteX56" fmla="*/ 832600 w 12192000"/>
              <a:gd name="connsiteY56" fmla="*/ 666168 h 6858000"/>
              <a:gd name="connsiteX57" fmla="*/ 913205 w 12192000"/>
              <a:gd name="connsiteY57" fmla="*/ 746532 h 6858000"/>
              <a:gd name="connsiteX58" fmla="*/ 975139 w 12192000"/>
              <a:gd name="connsiteY58" fmla="*/ 717513 h 6858000"/>
              <a:gd name="connsiteX59" fmla="*/ 975139 w 12192000"/>
              <a:gd name="connsiteY59" fmla="*/ 733136 h 6858000"/>
              <a:gd name="connsiteX60" fmla="*/ 984018 w 12192000"/>
              <a:gd name="connsiteY60" fmla="*/ 741396 h 6858000"/>
              <a:gd name="connsiteX61" fmla="*/ 1007473 w 12192000"/>
              <a:gd name="connsiteY61" fmla="*/ 741396 h 6858000"/>
              <a:gd name="connsiteX62" fmla="*/ 1016580 w 12192000"/>
              <a:gd name="connsiteY62" fmla="*/ 732915 h 6858000"/>
              <a:gd name="connsiteX63" fmla="*/ 1016580 w 12192000"/>
              <a:gd name="connsiteY63" fmla="*/ 563034 h 6858000"/>
              <a:gd name="connsiteX64" fmla="*/ 1007473 w 12192000"/>
              <a:gd name="connsiteY64" fmla="*/ 554101 h 6858000"/>
              <a:gd name="connsiteX65" fmla="*/ 984018 w 12192000"/>
              <a:gd name="connsiteY65" fmla="*/ 554101 h 6858000"/>
              <a:gd name="connsiteX66" fmla="*/ 975139 w 12192000"/>
              <a:gd name="connsiteY66" fmla="*/ 562809 h 6858000"/>
              <a:gd name="connsiteX67" fmla="*/ 975139 w 12192000"/>
              <a:gd name="connsiteY67" fmla="*/ 659916 h 6858000"/>
              <a:gd name="connsiteX68" fmla="*/ 923906 w 12192000"/>
              <a:gd name="connsiteY68" fmla="*/ 711261 h 6858000"/>
              <a:gd name="connsiteX69" fmla="*/ 874041 w 12192000"/>
              <a:gd name="connsiteY69" fmla="*/ 659470 h 6858000"/>
              <a:gd name="connsiteX70" fmla="*/ 874041 w 12192000"/>
              <a:gd name="connsiteY70" fmla="*/ 562809 h 6858000"/>
              <a:gd name="connsiteX71" fmla="*/ 865389 w 12192000"/>
              <a:gd name="connsiteY71" fmla="*/ 554101 h 6858000"/>
              <a:gd name="connsiteX72" fmla="*/ 841937 w 12192000"/>
              <a:gd name="connsiteY72" fmla="*/ 554101 h 6858000"/>
              <a:gd name="connsiteX73" fmla="*/ 1625898 w 12192000"/>
              <a:gd name="connsiteY73" fmla="*/ 548968 h 6858000"/>
              <a:gd name="connsiteX74" fmla="*/ 1525711 w 12192000"/>
              <a:gd name="connsiteY74" fmla="*/ 647861 h 6858000"/>
              <a:gd name="connsiteX75" fmla="*/ 1625898 w 12192000"/>
              <a:gd name="connsiteY75" fmla="*/ 746532 h 6858000"/>
              <a:gd name="connsiteX76" fmla="*/ 1726312 w 12192000"/>
              <a:gd name="connsiteY76" fmla="*/ 647861 h 6858000"/>
              <a:gd name="connsiteX77" fmla="*/ 1625898 w 12192000"/>
              <a:gd name="connsiteY77" fmla="*/ 548968 h 6858000"/>
              <a:gd name="connsiteX78" fmla="*/ 1451936 w 12192000"/>
              <a:gd name="connsiteY78" fmla="*/ 548743 h 6858000"/>
              <a:gd name="connsiteX79" fmla="*/ 1353346 w 12192000"/>
              <a:gd name="connsiteY79" fmla="*/ 647861 h 6858000"/>
              <a:gd name="connsiteX80" fmla="*/ 1451936 w 12192000"/>
              <a:gd name="connsiteY80" fmla="*/ 746532 h 6858000"/>
              <a:gd name="connsiteX81" fmla="*/ 1513415 w 12192000"/>
              <a:gd name="connsiteY81" fmla="*/ 727779 h 6858000"/>
              <a:gd name="connsiteX82" fmla="*/ 1515235 w 12192000"/>
              <a:gd name="connsiteY82" fmla="*/ 714832 h 6858000"/>
              <a:gd name="connsiteX83" fmla="*/ 1503398 w 12192000"/>
              <a:gd name="connsiteY83" fmla="*/ 700100 h 6858000"/>
              <a:gd name="connsiteX84" fmla="*/ 1489506 w 12192000"/>
              <a:gd name="connsiteY84" fmla="*/ 698090 h 6858000"/>
              <a:gd name="connsiteX85" fmla="*/ 1453304 w 12192000"/>
              <a:gd name="connsiteY85" fmla="*/ 709475 h 6858000"/>
              <a:gd name="connsiteX86" fmla="*/ 1395467 w 12192000"/>
              <a:gd name="connsiteY86" fmla="*/ 647861 h 6858000"/>
              <a:gd name="connsiteX87" fmla="*/ 1453304 w 12192000"/>
              <a:gd name="connsiteY87" fmla="*/ 585801 h 6858000"/>
              <a:gd name="connsiteX88" fmla="*/ 1490189 w 12192000"/>
              <a:gd name="connsiteY88" fmla="*/ 596965 h 6858000"/>
              <a:gd name="connsiteX89" fmla="*/ 1504078 w 12192000"/>
              <a:gd name="connsiteY89" fmla="*/ 595401 h 6858000"/>
              <a:gd name="connsiteX90" fmla="*/ 1515235 w 12192000"/>
              <a:gd name="connsiteY90" fmla="*/ 580222 h 6858000"/>
              <a:gd name="connsiteX91" fmla="*/ 1513415 w 12192000"/>
              <a:gd name="connsiteY91" fmla="*/ 567272 h 6858000"/>
              <a:gd name="connsiteX92" fmla="*/ 1451936 w 12192000"/>
              <a:gd name="connsiteY92" fmla="*/ 548743 h 6858000"/>
              <a:gd name="connsiteX93" fmla="*/ 1139990 w 12192000"/>
              <a:gd name="connsiteY93" fmla="*/ 548743 h 6858000"/>
              <a:gd name="connsiteX94" fmla="*/ 1043674 w 12192000"/>
              <a:gd name="connsiteY94" fmla="*/ 647415 h 6858000"/>
              <a:gd name="connsiteX95" fmla="*/ 1139536 w 12192000"/>
              <a:gd name="connsiteY95" fmla="*/ 746532 h 6858000"/>
              <a:gd name="connsiteX96" fmla="*/ 1202380 w 12192000"/>
              <a:gd name="connsiteY96" fmla="*/ 716394 h 6858000"/>
              <a:gd name="connsiteX97" fmla="*/ 1202380 w 12192000"/>
              <a:gd name="connsiteY97" fmla="*/ 732915 h 6858000"/>
              <a:gd name="connsiteX98" fmla="*/ 1211487 w 12192000"/>
              <a:gd name="connsiteY98" fmla="*/ 741396 h 6858000"/>
              <a:gd name="connsiteX99" fmla="*/ 1235168 w 12192000"/>
              <a:gd name="connsiteY99" fmla="*/ 741396 h 6858000"/>
              <a:gd name="connsiteX100" fmla="*/ 1243820 w 12192000"/>
              <a:gd name="connsiteY100" fmla="*/ 732915 h 6858000"/>
              <a:gd name="connsiteX101" fmla="*/ 1243820 w 12192000"/>
              <a:gd name="connsiteY101" fmla="*/ 563034 h 6858000"/>
              <a:gd name="connsiteX102" fmla="*/ 1235168 w 12192000"/>
              <a:gd name="connsiteY102" fmla="*/ 554101 h 6858000"/>
              <a:gd name="connsiteX103" fmla="*/ 1211487 w 12192000"/>
              <a:gd name="connsiteY103" fmla="*/ 554101 h 6858000"/>
              <a:gd name="connsiteX104" fmla="*/ 1202380 w 12192000"/>
              <a:gd name="connsiteY104" fmla="*/ 563034 h 6858000"/>
              <a:gd name="connsiteX105" fmla="*/ 1202380 w 12192000"/>
              <a:gd name="connsiteY105" fmla="*/ 578658 h 6858000"/>
              <a:gd name="connsiteX106" fmla="*/ 1139990 w 12192000"/>
              <a:gd name="connsiteY106" fmla="*/ 548743 h 6858000"/>
              <a:gd name="connsiteX107" fmla="*/ 661145 w 12192000"/>
              <a:gd name="connsiteY107" fmla="*/ 498739 h 6858000"/>
              <a:gd name="connsiteX108" fmla="*/ 761788 w 12192000"/>
              <a:gd name="connsiteY108" fmla="*/ 603214 h 6858000"/>
              <a:gd name="connsiteX109" fmla="*/ 724444 w 12192000"/>
              <a:gd name="connsiteY109" fmla="*/ 686259 h 6858000"/>
              <a:gd name="connsiteX110" fmla="*/ 705999 w 12192000"/>
              <a:gd name="connsiteY110" fmla="*/ 639601 h 6858000"/>
              <a:gd name="connsiteX111" fmla="*/ 694159 w 12192000"/>
              <a:gd name="connsiteY111" fmla="*/ 632234 h 6858000"/>
              <a:gd name="connsiteX112" fmla="*/ 670253 w 12192000"/>
              <a:gd name="connsiteY112" fmla="*/ 632234 h 6858000"/>
              <a:gd name="connsiteX113" fmla="*/ 662284 w 12192000"/>
              <a:gd name="connsiteY113" fmla="*/ 643397 h 6858000"/>
              <a:gd name="connsiteX114" fmla="*/ 686419 w 12192000"/>
              <a:gd name="connsiteY114" fmla="*/ 704787 h 6858000"/>
              <a:gd name="connsiteX115" fmla="*/ 661145 w 12192000"/>
              <a:gd name="connsiteY115" fmla="*/ 707913 h 6858000"/>
              <a:gd name="connsiteX116" fmla="*/ 560502 w 12192000"/>
              <a:gd name="connsiteY116" fmla="*/ 603214 h 6858000"/>
              <a:gd name="connsiteX117" fmla="*/ 661145 w 12192000"/>
              <a:gd name="connsiteY117" fmla="*/ 498739 h 6858000"/>
              <a:gd name="connsiteX118" fmla="*/ 1293915 w 12192000"/>
              <a:gd name="connsiteY118" fmla="*/ 465253 h 6858000"/>
              <a:gd name="connsiteX119" fmla="*/ 1284807 w 12192000"/>
              <a:gd name="connsiteY119" fmla="*/ 474183 h 6858000"/>
              <a:gd name="connsiteX120" fmla="*/ 1284807 w 12192000"/>
              <a:gd name="connsiteY120" fmla="*/ 732467 h 6858000"/>
              <a:gd name="connsiteX121" fmla="*/ 1293915 w 12192000"/>
              <a:gd name="connsiteY121" fmla="*/ 741396 h 6858000"/>
              <a:gd name="connsiteX122" fmla="*/ 1317366 w 12192000"/>
              <a:gd name="connsiteY122" fmla="*/ 741396 h 6858000"/>
              <a:gd name="connsiteX123" fmla="*/ 1326248 w 12192000"/>
              <a:gd name="connsiteY123" fmla="*/ 732467 h 6858000"/>
              <a:gd name="connsiteX124" fmla="*/ 1326248 w 12192000"/>
              <a:gd name="connsiteY124" fmla="*/ 474183 h 6858000"/>
              <a:gd name="connsiteX125" fmla="*/ 1317366 w 12192000"/>
              <a:gd name="connsiteY125" fmla="*/ 465253 h 6858000"/>
              <a:gd name="connsiteX126" fmla="*/ 1293915 w 12192000"/>
              <a:gd name="connsiteY126" fmla="*/ 465253 h 6858000"/>
              <a:gd name="connsiteX127" fmla="*/ 661145 w 12192000"/>
              <a:gd name="connsiteY127" fmla="*/ 460120 h 6858000"/>
              <a:gd name="connsiteX128" fmla="*/ 515874 w 12192000"/>
              <a:gd name="connsiteY128" fmla="*/ 603214 h 6858000"/>
              <a:gd name="connsiteX129" fmla="*/ 661145 w 12192000"/>
              <a:gd name="connsiteY129" fmla="*/ 746532 h 6858000"/>
              <a:gd name="connsiteX130" fmla="*/ 700763 w 12192000"/>
              <a:gd name="connsiteY130" fmla="*/ 741396 h 6858000"/>
              <a:gd name="connsiteX131" fmla="*/ 716475 w 12192000"/>
              <a:gd name="connsiteY131" fmla="*/ 781134 h 6858000"/>
              <a:gd name="connsiteX132" fmla="*/ 727176 w 12192000"/>
              <a:gd name="connsiteY132" fmla="*/ 788277 h 6858000"/>
              <a:gd name="connsiteX133" fmla="*/ 752222 w 12192000"/>
              <a:gd name="connsiteY133" fmla="*/ 788277 h 6858000"/>
              <a:gd name="connsiteX134" fmla="*/ 759736 w 12192000"/>
              <a:gd name="connsiteY134" fmla="*/ 776892 h 6858000"/>
              <a:gd name="connsiteX135" fmla="*/ 739471 w 12192000"/>
              <a:gd name="connsiteY135" fmla="*/ 724656 h 6858000"/>
              <a:gd name="connsiteX136" fmla="*/ 806416 w 12192000"/>
              <a:gd name="connsiteY136" fmla="*/ 603214 h 6858000"/>
              <a:gd name="connsiteX137" fmla="*/ 661145 w 12192000"/>
              <a:gd name="connsiteY137" fmla="*/ 460120 h 6858000"/>
              <a:gd name="connsiteX138" fmla="*/ 0 w 12192000"/>
              <a:gd name="connsiteY138" fmla="*/ 0 h 6858000"/>
              <a:gd name="connsiteX139" fmla="*/ 12192000 w 12192000"/>
              <a:gd name="connsiteY139" fmla="*/ 0 h 6858000"/>
              <a:gd name="connsiteX140" fmla="*/ 12192000 w 12192000"/>
              <a:gd name="connsiteY140" fmla="*/ 6858000 h 6858000"/>
              <a:gd name="connsiteX141" fmla="*/ 0 w 12192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192000" h="6858000">
                <a:moveTo>
                  <a:pt x="1625898" y="586917"/>
                </a:moveTo>
                <a:cubicBezTo>
                  <a:pt x="1660280" y="586917"/>
                  <a:pt x="1684416" y="613484"/>
                  <a:pt x="1684416" y="647861"/>
                </a:cubicBezTo>
                <a:cubicBezTo>
                  <a:pt x="1684416" y="681792"/>
                  <a:pt x="1660280" y="708580"/>
                  <a:pt x="1625898" y="708580"/>
                </a:cubicBezTo>
                <a:cubicBezTo>
                  <a:pt x="1591742" y="708580"/>
                  <a:pt x="1567381" y="681792"/>
                  <a:pt x="1567381" y="647861"/>
                </a:cubicBezTo>
                <a:cubicBezTo>
                  <a:pt x="1567381" y="613484"/>
                  <a:pt x="1591742" y="586917"/>
                  <a:pt x="1625898" y="586917"/>
                </a:cubicBezTo>
                <a:close/>
                <a:moveTo>
                  <a:pt x="1144317" y="586917"/>
                </a:moveTo>
                <a:cubicBezTo>
                  <a:pt x="1178244" y="586917"/>
                  <a:pt x="1202834" y="613484"/>
                  <a:pt x="1202834" y="647861"/>
                </a:cubicBezTo>
                <a:cubicBezTo>
                  <a:pt x="1202834" y="681792"/>
                  <a:pt x="1178244" y="709029"/>
                  <a:pt x="1144317" y="709029"/>
                </a:cubicBezTo>
                <a:cubicBezTo>
                  <a:pt x="1110164" y="709029"/>
                  <a:pt x="1085799" y="681792"/>
                  <a:pt x="1085799" y="647861"/>
                </a:cubicBezTo>
                <a:cubicBezTo>
                  <a:pt x="1085799" y="613484"/>
                  <a:pt x="1110164" y="586917"/>
                  <a:pt x="1144317" y="586917"/>
                </a:cubicBezTo>
                <a:close/>
                <a:moveTo>
                  <a:pt x="1801451" y="554101"/>
                </a:moveTo>
                <a:cubicBezTo>
                  <a:pt x="1796669" y="554101"/>
                  <a:pt x="1793027" y="556557"/>
                  <a:pt x="1790979" y="561469"/>
                </a:cubicBezTo>
                <a:cubicBezTo>
                  <a:pt x="1790979" y="561469"/>
                  <a:pt x="1790979" y="561469"/>
                  <a:pt x="1724489" y="732021"/>
                </a:cubicBezTo>
                <a:cubicBezTo>
                  <a:pt x="1722669" y="736708"/>
                  <a:pt x="1724943" y="741396"/>
                  <a:pt x="1730867" y="741396"/>
                </a:cubicBezTo>
                <a:cubicBezTo>
                  <a:pt x="1730867" y="741396"/>
                  <a:pt x="1730867" y="741396"/>
                  <a:pt x="1756367" y="741396"/>
                </a:cubicBezTo>
                <a:cubicBezTo>
                  <a:pt x="1761149" y="741396"/>
                  <a:pt x="1765249" y="739164"/>
                  <a:pt x="1766843" y="734477"/>
                </a:cubicBezTo>
                <a:cubicBezTo>
                  <a:pt x="1766843" y="734477"/>
                  <a:pt x="1766843" y="734477"/>
                  <a:pt x="1815798" y="605670"/>
                </a:cubicBezTo>
                <a:cubicBezTo>
                  <a:pt x="1815798" y="605670"/>
                  <a:pt x="1815798" y="605670"/>
                  <a:pt x="1864753" y="734477"/>
                </a:cubicBezTo>
                <a:cubicBezTo>
                  <a:pt x="1866573" y="739389"/>
                  <a:pt x="1870215" y="741396"/>
                  <a:pt x="1874996" y="741396"/>
                </a:cubicBezTo>
                <a:cubicBezTo>
                  <a:pt x="1874996" y="741396"/>
                  <a:pt x="1874996" y="741396"/>
                  <a:pt x="1898451" y="741396"/>
                </a:cubicBezTo>
                <a:cubicBezTo>
                  <a:pt x="1903233" y="741396"/>
                  <a:pt x="1906875" y="739389"/>
                  <a:pt x="1908924" y="734477"/>
                </a:cubicBezTo>
                <a:cubicBezTo>
                  <a:pt x="1908924" y="734477"/>
                  <a:pt x="1908924" y="734477"/>
                  <a:pt x="1959018" y="605670"/>
                </a:cubicBezTo>
                <a:cubicBezTo>
                  <a:pt x="1959018" y="605670"/>
                  <a:pt x="1959018" y="605670"/>
                  <a:pt x="2007518" y="734477"/>
                </a:cubicBezTo>
                <a:cubicBezTo>
                  <a:pt x="2009566" y="739164"/>
                  <a:pt x="2013209" y="741396"/>
                  <a:pt x="2017993" y="741396"/>
                </a:cubicBezTo>
                <a:cubicBezTo>
                  <a:pt x="2017993" y="741396"/>
                  <a:pt x="2017993" y="741396"/>
                  <a:pt x="2042584" y="741396"/>
                </a:cubicBezTo>
                <a:cubicBezTo>
                  <a:pt x="2047365" y="741396"/>
                  <a:pt x="2051007" y="739164"/>
                  <a:pt x="2053056" y="734477"/>
                </a:cubicBezTo>
                <a:cubicBezTo>
                  <a:pt x="2053056" y="734477"/>
                  <a:pt x="2053056" y="734477"/>
                  <a:pt x="2102011" y="605670"/>
                </a:cubicBezTo>
                <a:cubicBezTo>
                  <a:pt x="2102011" y="605670"/>
                  <a:pt x="2102011" y="605670"/>
                  <a:pt x="2151650" y="734477"/>
                </a:cubicBezTo>
                <a:cubicBezTo>
                  <a:pt x="2153699" y="739389"/>
                  <a:pt x="2157341" y="741396"/>
                  <a:pt x="2162126" y="741396"/>
                </a:cubicBezTo>
                <a:cubicBezTo>
                  <a:pt x="2162126" y="741396"/>
                  <a:pt x="2162126" y="741396"/>
                  <a:pt x="2185577" y="741396"/>
                </a:cubicBezTo>
                <a:cubicBezTo>
                  <a:pt x="2190359" y="741396"/>
                  <a:pt x="2193775" y="739389"/>
                  <a:pt x="2195824" y="734477"/>
                </a:cubicBezTo>
                <a:cubicBezTo>
                  <a:pt x="2195824" y="734477"/>
                  <a:pt x="2195824" y="734477"/>
                  <a:pt x="2245234" y="606340"/>
                </a:cubicBezTo>
                <a:cubicBezTo>
                  <a:pt x="2245234" y="606340"/>
                  <a:pt x="2245234" y="606340"/>
                  <a:pt x="2293734" y="734477"/>
                </a:cubicBezTo>
                <a:cubicBezTo>
                  <a:pt x="2295328" y="739164"/>
                  <a:pt x="2299425" y="741396"/>
                  <a:pt x="2304206" y="741396"/>
                </a:cubicBezTo>
                <a:cubicBezTo>
                  <a:pt x="2304206" y="741396"/>
                  <a:pt x="2304206" y="741396"/>
                  <a:pt x="2330394" y="741396"/>
                </a:cubicBezTo>
                <a:cubicBezTo>
                  <a:pt x="2336314" y="741396"/>
                  <a:pt x="2338818" y="736708"/>
                  <a:pt x="2336769" y="732021"/>
                </a:cubicBezTo>
                <a:cubicBezTo>
                  <a:pt x="2336769" y="732021"/>
                  <a:pt x="2336769" y="732021"/>
                  <a:pt x="2270279" y="561469"/>
                </a:cubicBezTo>
                <a:cubicBezTo>
                  <a:pt x="2268230" y="556557"/>
                  <a:pt x="2264817" y="554101"/>
                  <a:pt x="2260033" y="554101"/>
                </a:cubicBezTo>
                <a:cubicBezTo>
                  <a:pt x="2260033" y="554101"/>
                  <a:pt x="2260033" y="554101"/>
                  <a:pt x="2231345" y="554101"/>
                </a:cubicBezTo>
                <a:cubicBezTo>
                  <a:pt x="2226564" y="554101"/>
                  <a:pt x="2222918" y="556557"/>
                  <a:pt x="2220869" y="561469"/>
                </a:cubicBezTo>
                <a:cubicBezTo>
                  <a:pt x="2220869" y="561469"/>
                  <a:pt x="2220869" y="561469"/>
                  <a:pt x="2174421" y="686034"/>
                </a:cubicBezTo>
                <a:cubicBezTo>
                  <a:pt x="2174421" y="686034"/>
                  <a:pt x="2174421" y="686034"/>
                  <a:pt x="2126605" y="561469"/>
                </a:cubicBezTo>
                <a:cubicBezTo>
                  <a:pt x="2124553" y="556557"/>
                  <a:pt x="2120911" y="554101"/>
                  <a:pt x="2116358" y="554101"/>
                </a:cubicBezTo>
                <a:cubicBezTo>
                  <a:pt x="2116358" y="554101"/>
                  <a:pt x="2116358" y="554101"/>
                  <a:pt x="2087896" y="554101"/>
                </a:cubicBezTo>
                <a:cubicBezTo>
                  <a:pt x="2083112" y="554101"/>
                  <a:pt x="2079699" y="556557"/>
                  <a:pt x="2077650" y="561469"/>
                </a:cubicBezTo>
                <a:cubicBezTo>
                  <a:pt x="2077650" y="561469"/>
                  <a:pt x="2077650" y="561469"/>
                  <a:pt x="2030743" y="686034"/>
                </a:cubicBezTo>
                <a:cubicBezTo>
                  <a:pt x="2030743" y="686034"/>
                  <a:pt x="2030743" y="686034"/>
                  <a:pt x="1983608" y="561469"/>
                </a:cubicBezTo>
                <a:cubicBezTo>
                  <a:pt x="1981788" y="556557"/>
                  <a:pt x="1978146" y="554101"/>
                  <a:pt x="1973365" y="554101"/>
                </a:cubicBezTo>
                <a:cubicBezTo>
                  <a:pt x="1973365" y="554101"/>
                  <a:pt x="1973365" y="554101"/>
                  <a:pt x="1945128" y="554101"/>
                </a:cubicBezTo>
                <a:cubicBezTo>
                  <a:pt x="1940347" y="554101"/>
                  <a:pt x="1936705" y="556557"/>
                  <a:pt x="1934656" y="561469"/>
                </a:cubicBezTo>
                <a:cubicBezTo>
                  <a:pt x="1934656" y="561469"/>
                  <a:pt x="1934656" y="561469"/>
                  <a:pt x="1887295" y="686034"/>
                </a:cubicBezTo>
                <a:cubicBezTo>
                  <a:pt x="1887295" y="686034"/>
                  <a:pt x="1887295" y="686034"/>
                  <a:pt x="1840389" y="561469"/>
                </a:cubicBezTo>
                <a:cubicBezTo>
                  <a:pt x="1838340" y="556557"/>
                  <a:pt x="1834923" y="554101"/>
                  <a:pt x="1830142" y="554101"/>
                </a:cubicBezTo>
                <a:cubicBezTo>
                  <a:pt x="1830142" y="554101"/>
                  <a:pt x="1830142" y="554101"/>
                  <a:pt x="1801451" y="554101"/>
                </a:cubicBezTo>
                <a:close/>
                <a:moveTo>
                  <a:pt x="841937" y="554101"/>
                </a:moveTo>
                <a:cubicBezTo>
                  <a:pt x="837152" y="554101"/>
                  <a:pt x="832600" y="557897"/>
                  <a:pt x="832600" y="562809"/>
                </a:cubicBezTo>
                <a:cubicBezTo>
                  <a:pt x="832600" y="562809"/>
                  <a:pt x="832600" y="562809"/>
                  <a:pt x="832600" y="666168"/>
                </a:cubicBezTo>
                <a:cubicBezTo>
                  <a:pt x="832600" y="714162"/>
                  <a:pt x="863340" y="746532"/>
                  <a:pt x="913205" y="746532"/>
                </a:cubicBezTo>
                <a:cubicBezTo>
                  <a:pt x="943035" y="746532"/>
                  <a:pt x="963299" y="734701"/>
                  <a:pt x="975139" y="717513"/>
                </a:cubicBezTo>
                <a:cubicBezTo>
                  <a:pt x="975139" y="717513"/>
                  <a:pt x="975139" y="717513"/>
                  <a:pt x="975139" y="733136"/>
                </a:cubicBezTo>
                <a:cubicBezTo>
                  <a:pt x="975139" y="737824"/>
                  <a:pt x="979466" y="741396"/>
                  <a:pt x="984018" y="741396"/>
                </a:cubicBezTo>
                <a:cubicBezTo>
                  <a:pt x="984018" y="741396"/>
                  <a:pt x="984018" y="741396"/>
                  <a:pt x="1007473" y="741396"/>
                </a:cubicBezTo>
                <a:cubicBezTo>
                  <a:pt x="1012254" y="741396"/>
                  <a:pt x="1016580" y="737603"/>
                  <a:pt x="1016580" y="732915"/>
                </a:cubicBezTo>
                <a:cubicBezTo>
                  <a:pt x="1016580" y="732915"/>
                  <a:pt x="1016580" y="732915"/>
                  <a:pt x="1016580" y="563034"/>
                </a:cubicBezTo>
                <a:cubicBezTo>
                  <a:pt x="1016580" y="557897"/>
                  <a:pt x="1012254" y="554101"/>
                  <a:pt x="1007473" y="554101"/>
                </a:cubicBezTo>
                <a:cubicBezTo>
                  <a:pt x="1007473" y="554101"/>
                  <a:pt x="1007473" y="554101"/>
                  <a:pt x="984018" y="554101"/>
                </a:cubicBezTo>
                <a:cubicBezTo>
                  <a:pt x="979466" y="554101"/>
                  <a:pt x="975139" y="557897"/>
                  <a:pt x="975139" y="562809"/>
                </a:cubicBezTo>
                <a:cubicBezTo>
                  <a:pt x="975139" y="562809"/>
                  <a:pt x="975139" y="562809"/>
                  <a:pt x="975139" y="659916"/>
                </a:cubicBezTo>
                <a:cubicBezTo>
                  <a:pt x="975139" y="689830"/>
                  <a:pt x="956011" y="711261"/>
                  <a:pt x="923906" y="711261"/>
                </a:cubicBezTo>
                <a:cubicBezTo>
                  <a:pt x="890892" y="711261"/>
                  <a:pt x="874041" y="690721"/>
                  <a:pt x="874041" y="659470"/>
                </a:cubicBezTo>
                <a:cubicBezTo>
                  <a:pt x="874041" y="659470"/>
                  <a:pt x="874041" y="659470"/>
                  <a:pt x="874041" y="562809"/>
                </a:cubicBezTo>
                <a:cubicBezTo>
                  <a:pt x="874041" y="557897"/>
                  <a:pt x="870170" y="554101"/>
                  <a:pt x="865389" y="554101"/>
                </a:cubicBezTo>
                <a:cubicBezTo>
                  <a:pt x="865389" y="554101"/>
                  <a:pt x="865389" y="554101"/>
                  <a:pt x="841937" y="554101"/>
                </a:cubicBezTo>
                <a:close/>
                <a:moveTo>
                  <a:pt x="1625898" y="548968"/>
                </a:moveTo>
                <a:cubicBezTo>
                  <a:pt x="1570110" y="548968"/>
                  <a:pt x="1525711" y="592053"/>
                  <a:pt x="1525711" y="647861"/>
                </a:cubicBezTo>
                <a:cubicBezTo>
                  <a:pt x="1525711" y="703893"/>
                  <a:pt x="1570110" y="746532"/>
                  <a:pt x="1625898" y="746532"/>
                </a:cubicBezTo>
                <a:cubicBezTo>
                  <a:pt x="1681683" y="746532"/>
                  <a:pt x="1726312" y="703893"/>
                  <a:pt x="1726312" y="647861"/>
                </a:cubicBezTo>
                <a:cubicBezTo>
                  <a:pt x="1726312" y="592053"/>
                  <a:pt x="1681683" y="548968"/>
                  <a:pt x="1625898" y="548968"/>
                </a:cubicBezTo>
                <a:close/>
                <a:moveTo>
                  <a:pt x="1451936" y="548743"/>
                </a:moveTo>
                <a:cubicBezTo>
                  <a:pt x="1392734" y="548743"/>
                  <a:pt x="1353346" y="591608"/>
                  <a:pt x="1353346" y="647861"/>
                </a:cubicBezTo>
                <a:cubicBezTo>
                  <a:pt x="1353346" y="703893"/>
                  <a:pt x="1392734" y="746532"/>
                  <a:pt x="1451936" y="746532"/>
                </a:cubicBezTo>
                <a:cubicBezTo>
                  <a:pt x="1475391" y="746532"/>
                  <a:pt x="1497019" y="739834"/>
                  <a:pt x="1513415" y="727779"/>
                </a:cubicBezTo>
                <a:cubicBezTo>
                  <a:pt x="1516148" y="725772"/>
                  <a:pt x="1520474" y="721085"/>
                  <a:pt x="1515235" y="714832"/>
                </a:cubicBezTo>
                <a:lnTo>
                  <a:pt x="1503398" y="700100"/>
                </a:lnTo>
                <a:cubicBezTo>
                  <a:pt x="1498613" y="693848"/>
                  <a:pt x="1493832" y="695858"/>
                  <a:pt x="1489506" y="698090"/>
                </a:cubicBezTo>
                <a:cubicBezTo>
                  <a:pt x="1479033" y="703893"/>
                  <a:pt x="1467418" y="709475"/>
                  <a:pt x="1453304" y="709475"/>
                </a:cubicBezTo>
                <a:cubicBezTo>
                  <a:pt x="1418463" y="709475"/>
                  <a:pt x="1395467" y="682462"/>
                  <a:pt x="1395467" y="647861"/>
                </a:cubicBezTo>
                <a:cubicBezTo>
                  <a:pt x="1395467" y="613038"/>
                  <a:pt x="1418463" y="585801"/>
                  <a:pt x="1453304" y="585801"/>
                </a:cubicBezTo>
                <a:cubicBezTo>
                  <a:pt x="1467418" y="585801"/>
                  <a:pt x="1479943" y="590713"/>
                  <a:pt x="1490189" y="596965"/>
                </a:cubicBezTo>
                <a:cubicBezTo>
                  <a:pt x="1494516" y="599867"/>
                  <a:pt x="1499752" y="601428"/>
                  <a:pt x="1504078" y="595401"/>
                </a:cubicBezTo>
                <a:cubicBezTo>
                  <a:pt x="1504078" y="595401"/>
                  <a:pt x="1504078" y="595401"/>
                  <a:pt x="1515235" y="580222"/>
                </a:cubicBezTo>
                <a:cubicBezTo>
                  <a:pt x="1520019" y="573525"/>
                  <a:pt x="1516148" y="569283"/>
                  <a:pt x="1513415" y="567272"/>
                </a:cubicBezTo>
                <a:cubicBezTo>
                  <a:pt x="1497019" y="555220"/>
                  <a:pt x="1475391" y="548743"/>
                  <a:pt x="1451936" y="548743"/>
                </a:cubicBezTo>
                <a:close/>
                <a:moveTo>
                  <a:pt x="1139990" y="548743"/>
                </a:moveTo>
                <a:cubicBezTo>
                  <a:pt x="1088303" y="548743"/>
                  <a:pt x="1043674" y="588927"/>
                  <a:pt x="1043674" y="647415"/>
                </a:cubicBezTo>
                <a:cubicBezTo>
                  <a:pt x="1043674" y="706794"/>
                  <a:pt x="1088303" y="746532"/>
                  <a:pt x="1139536" y="746532"/>
                </a:cubicBezTo>
                <a:cubicBezTo>
                  <a:pt x="1167317" y="746532"/>
                  <a:pt x="1190084" y="734031"/>
                  <a:pt x="1202380" y="716394"/>
                </a:cubicBezTo>
                <a:cubicBezTo>
                  <a:pt x="1202380" y="732915"/>
                  <a:pt x="1202380" y="732915"/>
                  <a:pt x="1202380" y="732915"/>
                </a:cubicBezTo>
                <a:cubicBezTo>
                  <a:pt x="1202380" y="737603"/>
                  <a:pt x="1206935" y="741396"/>
                  <a:pt x="1211487" y="741396"/>
                </a:cubicBezTo>
                <a:cubicBezTo>
                  <a:pt x="1235168" y="741396"/>
                  <a:pt x="1235168" y="741396"/>
                  <a:pt x="1235168" y="741396"/>
                </a:cubicBezTo>
                <a:cubicBezTo>
                  <a:pt x="1239949" y="741396"/>
                  <a:pt x="1243820" y="737603"/>
                  <a:pt x="1243820" y="732915"/>
                </a:cubicBezTo>
                <a:cubicBezTo>
                  <a:pt x="1243820" y="563034"/>
                  <a:pt x="1243820" y="563034"/>
                  <a:pt x="1243820" y="563034"/>
                </a:cubicBezTo>
                <a:cubicBezTo>
                  <a:pt x="1243820" y="557897"/>
                  <a:pt x="1239949" y="554101"/>
                  <a:pt x="1235168" y="554101"/>
                </a:cubicBezTo>
                <a:cubicBezTo>
                  <a:pt x="1211487" y="554101"/>
                  <a:pt x="1211487" y="554101"/>
                  <a:pt x="1211487" y="554101"/>
                </a:cubicBezTo>
                <a:cubicBezTo>
                  <a:pt x="1206935" y="554101"/>
                  <a:pt x="1202380" y="557897"/>
                  <a:pt x="1202380" y="563034"/>
                </a:cubicBezTo>
                <a:cubicBezTo>
                  <a:pt x="1202380" y="578658"/>
                  <a:pt x="1202380" y="578658"/>
                  <a:pt x="1202380" y="578658"/>
                </a:cubicBezTo>
                <a:cubicBezTo>
                  <a:pt x="1190539" y="561023"/>
                  <a:pt x="1167317" y="548743"/>
                  <a:pt x="1139990" y="548743"/>
                </a:cubicBezTo>
                <a:close/>
                <a:moveTo>
                  <a:pt x="661145" y="498739"/>
                </a:moveTo>
                <a:cubicBezTo>
                  <a:pt x="720117" y="498739"/>
                  <a:pt x="761788" y="544056"/>
                  <a:pt x="761788" y="603214"/>
                </a:cubicBezTo>
                <a:cubicBezTo>
                  <a:pt x="761788" y="637816"/>
                  <a:pt x="747670" y="667505"/>
                  <a:pt x="724444" y="686259"/>
                </a:cubicBezTo>
                <a:cubicBezTo>
                  <a:pt x="705999" y="639601"/>
                  <a:pt x="705999" y="639601"/>
                  <a:pt x="705999" y="639601"/>
                </a:cubicBezTo>
                <a:cubicBezTo>
                  <a:pt x="704406" y="635584"/>
                  <a:pt x="701218" y="632234"/>
                  <a:pt x="694159" y="632234"/>
                </a:cubicBezTo>
                <a:cubicBezTo>
                  <a:pt x="670253" y="632234"/>
                  <a:pt x="670253" y="632234"/>
                  <a:pt x="670253" y="632234"/>
                </a:cubicBezTo>
                <a:cubicBezTo>
                  <a:pt x="664332" y="632234"/>
                  <a:pt x="659551" y="636030"/>
                  <a:pt x="662284" y="643397"/>
                </a:cubicBezTo>
                <a:cubicBezTo>
                  <a:pt x="686419" y="704787"/>
                  <a:pt x="686419" y="704787"/>
                  <a:pt x="686419" y="704787"/>
                </a:cubicBezTo>
                <a:cubicBezTo>
                  <a:pt x="678451" y="706794"/>
                  <a:pt x="670024" y="707913"/>
                  <a:pt x="661145" y="707913"/>
                </a:cubicBezTo>
                <a:cubicBezTo>
                  <a:pt x="602169" y="707913"/>
                  <a:pt x="560502" y="662597"/>
                  <a:pt x="560502" y="603214"/>
                </a:cubicBezTo>
                <a:cubicBezTo>
                  <a:pt x="560502" y="544056"/>
                  <a:pt x="602169" y="498739"/>
                  <a:pt x="661145" y="498739"/>
                </a:cubicBezTo>
                <a:close/>
                <a:moveTo>
                  <a:pt x="1293915" y="465253"/>
                </a:moveTo>
                <a:cubicBezTo>
                  <a:pt x="1289133" y="465253"/>
                  <a:pt x="1284807" y="469495"/>
                  <a:pt x="1284807" y="474183"/>
                </a:cubicBezTo>
                <a:cubicBezTo>
                  <a:pt x="1284807" y="474183"/>
                  <a:pt x="1284807" y="474183"/>
                  <a:pt x="1284807" y="732467"/>
                </a:cubicBezTo>
                <a:cubicBezTo>
                  <a:pt x="1284807" y="737157"/>
                  <a:pt x="1289133" y="741396"/>
                  <a:pt x="1293915" y="741396"/>
                </a:cubicBezTo>
                <a:cubicBezTo>
                  <a:pt x="1293915" y="741396"/>
                  <a:pt x="1293915" y="741396"/>
                  <a:pt x="1317366" y="741396"/>
                </a:cubicBezTo>
                <a:cubicBezTo>
                  <a:pt x="1322606" y="741396"/>
                  <a:pt x="1326248" y="737157"/>
                  <a:pt x="1326248" y="732467"/>
                </a:cubicBezTo>
                <a:cubicBezTo>
                  <a:pt x="1326248" y="732467"/>
                  <a:pt x="1326248" y="732467"/>
                  <a:pt x="1326248" y="474183"/>
                </a:cubicBezTo>
                <a:cubicBezTo>
                  <a:pt x="1326248" y="469495"/>
                  <a:pt x="1322606" y="465253"/>
                  <a:pt x="1317366" y="465253"/>
                </a:cubicBezTo>
                <a:cubicBezTo>
                  <a:pt x="1317366" y="465253"/>
                  <a:pt x="1317366" y="465253"/>
                  <a:pt x="1293915" y="465253"/>
                </a:cubicBezTo>
                <a:close/>
                <a:moveTo>
                  <a:pt x="661145" y="460120"/>
                </a:moveTo>
                <a:cubicBezTo>
                  <a:pt x="580766" y="460120"/>
                  <a:pt x="515874" y="521285"/>
                  <a:pt x="515874" y="603214"/>
                </a:cubicBezTo>
                <a:cubicBezTo>
                  <a:pt x="515874" y="685143"/>
                  <a:pt x="580766" y="746532"/>
                  <a:pt x="661145" y="746532"/>
                </a:cubicBezTo>
                <a:cubicBezTo>
                  <a:pt x="674805" y="746532"/>
                  <a:pt x="688239" y="744746"/>
                  <a:pt x="700763" y="741396"/>
                </a:cubicBezTo>
                <a:cubicBezTo>
                  <a:pt x="716475" y="781134"/>
                  <a:pt x="716475" y="781134"/>
                  <a:pt x="716475" y="781134"/>
                </a:cubicBezTo>
                <a:cubicBezTo>
                  <a:pt x="718069" y="785597"/>
                  <a:pt x="721256" y="788277"/>
                  <a:pt x="727176" y="788277"/>
                </a:cubicBezTo>
                <a:cubicBezTo>
                  <a:pt x="752222" y="788277"/>
                  <a:pt x="752222" y="788277"/>
                  <a:pt x="752222" y="788277"/>
                </a:cubicBezTo>
                <a:cubicBezTo>
                  <a:pt x="758142" y="788277"/>
                  <a:pt x="762697" y="784260"/>
                  <a:pt x="759736" y="776892"/>
                </a:cubicBezTo>
                <a:cubicBezTo>
                  <a:pt x="739471" y="724656"/>
                  <a:pt x="739471" y="724656"/>
                  <a:pt x="739471" y="724656"/>
                </a:cubicBezTo>
                <a:cubicBezTo>
                  <a:pt x="779774" y="699875"/>
                  <a:pt x="806416" y="655899"/>
                  <a:pt x="806416" y="603214"/>
                </a:cubicBezTo>
                <a:cubicBezTo>
                  <a:pt x="806416" y="521285"/>
                  <a:pt x="741520" y="460120"/>
                  <a:pt x="661145" y="460120"/>
                </a:cubicBezTo>
                <a:close/>
                <a:moveTo>
                  <a:pt x="0" y="0"/>
                </a:moveTo>
                <a:lnTo>
                  <a:pt x="12192000" y="0"/>
                </a:lnTo>
                <a:lnTo>
                  <a:pt x="12192000" y="6858000"/>
                </a:lnTo>
                <a:lnTo>
                  <a:pt x="0" y="6858000"/>
                </a:lnTo>
                <a:close/>
              </a:path>
            </a:pathLst>
          </a:custGeom>
          <a:noFill/>
        </p:spPr>
        <p:txBody>
          <a:bodyPr wrap="square" lIns="503998" tIns="5760000" rIns="0" anchor="t">
            <a:noAutofit/>
          </a:bodyPr>
          <a:lstStyle>
            <a:lvl1pPr marL="0" indent="0">
              <a:buNone/>
              <a:defRPr sz="3000"/>
            </a:lvl1pPr>
          </a:lstStyle>
          <a:p>
            <a:r>
              <a:rPr lang="en-US"/>
              <a:t>Drag and drop an image onto the slide to insert photo</a:t>
            </a:r>
          </a:p>
        </p:txBody>
      </p:sp>
      <p:sp>
        <p:nvSpPr>
          <p:cNvPr id="46" name="Text Placeholder 45">
            <a:extLst>
              <a:ext uri="{FF2B5EF4-FFF2-40B4-BE49-F238E27FC236}">
                <a16:creationId xmlns:a16="http://schemas.microsoft.com/office/drawing/2014/main" id="{02D7560F-611C-07BA-46B4-6DC5FA90447C}"/>
              </a:ext>
            </a:extLst>
          </p:cNvPr>
          <p:cNvSpPr>
            <a:spLocks noGrp="1"/>
          </p:cNvSpPr>
          <p:nvPr>
            <p:ph type="body" sz="quarter" idx="14"/>
          </p:nvPr>
        </p:nvSpPr>
        <p:spPr>
          <a:xfrm>
            <a:off x="0" y="0"/>
            <a:ext cx="12192000" cy="6858000"/>
          </a:xfrm>
          <a:custGeom>
            <a:avLst/>
            <a:gdLst>
              <a:gd name="connsiteX0" fmla="*/ 1625898 w 12192000"/>
              <a:gd name="connsiteY0" fmla="*/ 586917 h 6858000"/>
              <a:gd name="connsiteX1" fmla="*/ 1684416 w 12192000"/>
              <a:gd name="connsiteY1" fmla="*/ 647861 h 6858000"/>
              <a:gd name="connsiteX2" fmla="*/ 1625898 w 12192000"/>
              <a:gd name="connsiteY2" fmla="*/ 708580 h 6858000"/>
              <a:gd name="connsiteX3" fmla="*/ 1567381 w 12192000"/>
              <a:gd name="connsiteY3" fmla="*/ 647861 h 6858000"/>
              <a:gd name="connsiteX4" fmla="*/ 1625898 w 12192000"/>
              <a:gd name="connsiteY4" fmla="*/ 586917 h 6858000"/>
              <a:gd name="connsiteX5" fmla="*/ 1144317 w 12192000"/>
              <a:gd name="connsiteY5" fmla="*/ 586917 h 6858000"/>
              <a:gd name="connsiteX6" fmla="*/ 1202834 w 12192000"/>
              <a:gd name="connsiteY6" fmla="*/ 647861 h 6858000"/>
              <a:gd name="connsiteX7" fmla="*/ 1144317 w 12192000"/>
              <a:gd name="connsiteY7" fmla="*/ 709029 h 6858000"/>
              <a:gd name="connsiteX8" fmla="*/ 1085799 w 12192000"/>
              <a:gd name="connsiteY8" fmla="*/ 647861 h 6858000"/>
              <a:gd name="connsiteX9" fmla="*/ 1144317 w 12192000"/>
              <a:gd name="connsiteY9" fmla="*/ 586917 h 6858000"/>
              <a:gd name="connsiteX10" fmla="*/ 1801451 w 12192000"/>
              <a:gd name="connsiteY10" fmla="*/ 554101 h 6858000"/>
              <a:gd name="connsiteX11" fmla="*/ 1790979 w 12192000"/>
              <a:gd name="connsiteY11" fmla="*/ 561469 h 6858000"/>
              <a:gd name="connsiteX12" fmla="*/ 1724489 w 12192000"/>
              <a:gd name="connsiteY12" fmla="*/ 732021 h 6858000"/>
              <a:gd name="connsiteX13" fmla="*/ 1730867 w 12192000"/>
              <a:gd name="connsiteY13" fmla="*/ 741396 h 6858000"/>
              <a:gd name="connsiteX14" fmla="*/ 1756367 w 12192000"/>
              <a:gd name="connsiteY14" fmla="*/ 741396 h 6858000"/>
              <a:gd name="connsiteX15" fmla="*/ 1766843 w 12192000"/>
              <a:gd name="connsiteY15" fmla="*/ 734477 h 6858000"/>
              <a:gd name="connsiteX16" fmla="*/ 1815798 w 12192000"/>
              <a:gd name="connsiteY16" fmla="*/ 605670 h 6858000"/>
              <a:gd name="connsiteX17" fmla="*/ 1864753 w 12192000"/>
              <a:gd name="connsiteY17" fmla="*/ 734477 h 6858000"/>
              <a:gd name="connsiteX18" fmla="*/ 1874996 w 12192000"/>
              <a:gd name="connsiteY18" fmla="*/ 741396 h 6858000"/>
              <a:gd name="connsiteX19" fmla="*/ 1898451 w 12192000"/>
              <a:gd name="connsiteY19" fmla="*/ 741396 h 6858000"/>
              <a:gd name="connsiteX20" fmla="*/ 1908924 w 12192000"/>
              <a:gd name="connsiteY20" fmla="*/ 734477 h 6858000"/>
              <a:gd name="connsiteX21" fmla="*/ 1959018 w 12192000"/>
              <a:gd name="connsiteY21" fmla="*/ 605670 h 6858000"/>
              <a:gd name="connsiteX22" fmla="*/ 2007518 w 12192000"/>
              <a:gd name="connsiteY22" fmla="*/ 734477 h 6858000"/>
              <a:gd name="connsiteX23" fmla="*/ 2017993 w 12192000"/>
              <a:gd name="connsiteY23" fmla="*/ 741396 h 6858000"/>
              <a:gd name="connsiteX24" fmla="*/ 2042584 w 12192000"/>
              <a:gd name="connsiteY24" fmla="*/ 741396 h 6858000"/>
              <a:gd name="connsiteX25" fmla="*/ 2053056 w 12192000"/>
              <a:gd name="connsiteY25" fmla="*/ 734477 h 6858000"/>
              <a:gd name="connsiteX26" fmla="*/ 2102011 w 12192000"/>
              <a:gd name="connsiteY26" fmla="*/ 605670 h 6858000"/>
              <a:gd name="connsiteX27" fmla="*/ 2151650 w 12192000"/>
              <a:gd name="connsiteY27" fmla="*/ 734477 h 6858000"/>
              <a:gd name="connsiteX28" fmla="*/ 2162126 w 12192000"/>
              <a:gd name="connsiteY28" fmla="*/ 741396 h 6858000"/>
              <a:gd name="connsiteX29" fmla="*/ 2185577 w 12192000"/>
              <a:gd name="connsiteY29" fmla="*/ 741396 h 6858000"/>
              <a:gd name="connsiteX30" fmla="*/ 2195824 w 12192000"/>
              <a:gd name="connsiteY30" fmla="*/ 734477 h 6858000"/>
              <a:gd name="connsiteX31" fmla="*/ 2245234 w 12192000"/>
              <a:gd name="connsiteY31" fmla="*/ 606340 h 6858000"/>
              <a:gd name="connsiteX32" fmla="*/ 2293734 w 12192000"/>
              <a:gd name="connsiteY32" fmla="*/ 734477 h 6858000"/>
              <a:gd name="connsiteX33" fmla="*/ 2304206 w 12192000"/>
              <a:gd name="connsiteY33" fmla="*/ 741396 h 6858000"/>
              <a:gd name="connsiteX34" fmla="*/ 2330394 w 12192000"/>
              <a:gd name="connsiteY34" fmla="*/ 741396 h 6858000"/>
              <a:gd name="connsiteX35" fmla="*/ 2336769 w 12192000"/>
              <a:gd name="connsiteY35" fmla="*/ 732021 h 6858000"/>
              <a:gd name="connsiteX36" fmla="*/ 2270279 w 12192000"/>
              <a:gd name="connsiteY36" fmla="*/ 561469 h 6858000"/>
              <a:gd name="connsiteX37" fmla="*/ 2260033 w 12192000"/>
              <a:gd name="connsiteY37" fmla="*/ 554101 h 6858000"/>
              <a:gd name="connsiteX38" fmla="*/ 2231345 w 12192000"/>
              <a:gd name="connsiteY38" fmla="*/ 554101 h 6858000"/>
              <a:gd name="connsiteX39" fmla="*/ 2220869 w 12192000"/>
              <a:gd name="connsiteY39" fmla="*/ 561469 h 6858000"/>
              <a:gd name="connsiteX40" fmla="*/ 2174421 w 12192000"/>
              <a:gd name="connsiteY40" fmla="*/ 686034 h 6858000"/>
              <a:gd name="connsiteX41" fmla="*/ 2126605 w 12192000"/>
              <a:gd name="connsiteY41" fmla="*/ 561469 h 6858000"/>
              <a:gd name="connsiteX42" fmla="*/ 2116358 w 12192000"/>
              <a:gd name="connsiteY42" fmla="*/ 554101 h 6858000"/>
              <a:gd name="connsiteX43" fmla="*/ 2087896 w 12192000"/>
              <a:gd name="connsiteY43" fmla="*/ 554101 h 6858000"/>
              <a:gd name="connsiteX44" fmla="*/ 2077650 w 12192000"/>
              <a:gd name="connsiteY44" fmla="*/ 561469 h 6858000"/>
              <a:gd name="connsiteX45" fmla="*/ 2030743 w 12192000"/>
              <a:gd name="connsiteY45" fmla="*/ 686034 h 6858000"/>
              <a:gd name="connsiteX46" fmla="*/ 1983608 w 12192000"/>
              <a:gd name="connsiteY46" fmla="*/ 561469 h 6858000"/>
              <a:gd name="connsiteX47" fmla="*/ 1973365 w 12192000"/>
              <a:gd name="connsiteY47" fmla="*/ 554101 h 6858000"/>
              <a:gd name="connsiteX48" fmla="*/ 1945128 w 12192000"/>
              <a:gd name="connsiteY48" fmla="*/ 554101 h 6858000"/>
              <a:gd name="connsiteX49" fmla="*/ 1934656 w 12192000"/>
              <a:gd name="connsiteY49" fmla="*/ 561469 h 6858000"/>
              <a:gd name="connsiteX50" fmla="*/ 1887295 w 12192000"/>
              <a:gd name="connsiteY50" fmla="*/ 686034 h 6858000"/>
              <a:gd name="connsiteX51" fmla="*/ 1840389 w 12192000"/>
              <a:gd name="connsiteY51" fmla="*/ 561469 h 6858000"/>
              <a:gd name="connsiteX52" fmla="*/ 1830142 w 12192000"/>
              <a:gd name="connsiteY52" fmla="*/ 554101 h 6858000"/>
              <a:gd name="connsiteX53" fmla="*/ 1801451 w 12192000"/>
              <a:gd name="connsiteY53" fmla="*/ 554101 h 6858000"/>
              <a:gd name="connsiteX54" fmla="*/ 841937 w 12192000"/>
              <a:gd name="connsiteY54" fmla="*/ 554101 h 6858000"/>
              <a:gd name="connsiteX55" fmla="*/ 832600 w 12192000"/>
              <a:gd name="connsiteY55" fmla="*/ 562809 h 6858000"/>
              <a:gd name="connsiteX56" fmla="*/ 832600 w 12192000"/>
              <a:gd name="connsiteY56" fmla="*/ 666168 h 6858000"/>
              <a:gd name="connsiteX57" fmla="*/ 913205 w 12192000"/>
              <a:gd name="connsiteY57" fmla="*/ 746532 h 6858000"/>
              <a:gd name="connsiteX58" fmla="*/ 975139 w 12192000"/>
              <a:gd name="connsiteY58" fmla="*/ 717513 h 6858000"/>
              <a:gd name="connsiteX59" fmla="*/ 975139 w 12192000"/>
              <a:gd name="connsiteY59" fmla="*/ 733136 h 6858000"/>
              <a:gd name="connsiteX60" fmla="*/ 984018 w 12192000"/>
              <a:gd name="connsiteY60" fmla="*/ 741396 h 6858000"/>
              <a:gd name="connsiteX61" fmla="*/ 1007473 w 12192000"/>
              <a:gd name="connsiteY61" fmla="*/ 741396 h 6858000"/>
              <a:gd name="connsiteX62" fmla="*/ 1016580 w 12192000"/>
              <a:gd name="connsiteY62" fmla="*/ 732915 h 6858000"/>
              <a:gd name="connsiteX63" fmla="*/ 1016580 w 12192000"/>
              <a:gd name="connsiteY63" fmla="*/ 563034 h 6858000"/>
              <a:gd name="connsiteX64" fmla="*/ 1007473 w 12192000"/>
              <a:gd name="connsiteY64" fmla="*/ 554101 h 6858000"/>
              <a:gd name="connsiteX65" fmla="*/ 984018 w 12192000"/>
              <a:gd name="connsiteY65" fmla="*/ 554101 h 6858000"/>
              <a:gd name="connsiteX66" fmla="*/ 975139 w 12192000"/>
              <a:gd name="connsiteY66" fmla="*/ 562809 h 6858000"/>
              <a:gd name="connsiteX67" fmla="*/ 975139 w 12192000"/>
              <a:gd name="connsiteY67" fmla="*/ 659916 h 6858000"/>
              <a:gd name="connsiteX68" fmla="*/ 923906 w 12192000"/>
              <a:gd name="connsiteY68" fmla="*/ 711261 h 6858000"/>
              <a:gd name="connsiteX69" fmla="*/ 874041 w 12192000"/>
              <a:gd name="connsiteY69" fmla="*/ 659470 h 6858000"/>
              <a:gd name="connsiteX70" fmla="*/ 874041 w 12192000"/>
              <a:gd name="connsiteY70" fmla="*/ 562809 h 6858000"/>
              <a:gd name="connsiteX71" fmla="*/ 865389 w 12192000"/>
              <a:gd name="connsiteY71" fmla="*/ 554101 h 6858000"/>
              <a:gd name="connsiteX72" fmla="*/ 841937 w 12192000"/>
              <a:gd name="connsiteY72" fmla="*/ 554101 h 6858000"/>
              <a:gd name="connsiteX73" fmla="*/ 1625898 w 12192000"/>
              <a:gd name="connsiteY73" fmla="*/ 548968 h 6858000"/>
              <a:gd name="connsiteX74" fmla="*/ 1525711 w 12192000"/>
              <a:gd name="connsiteY74" fmla="*/ 647861 h 6858000"/>
              <a:gd name="connsiteX75" fmla="*/ 1625898 w 12192000"/>
              <a:gd name="connsiteY75" fmla="*/ 746532 h 6858000"/>
              <a:gd name="connsiteX76" fmla="*/ 1726312 w 12192000"/>
              <a:gd name="connsiteY76" fmla="*/ 647861 h 6858000"/>
              <a:gd name="connsiteX77" fmla="*/ 1625898 w 12192000"/>
              <a:gd name="connsiteY77" fmla="*/ 548968 h 6858000"/>
              <a:gd name="connsiteX78" fmla="*/ 1451936 w 12192000"/>
              <a:gd name="connsiteY78" fmla="*/ 548743 h 6858000"/>
              <a:gd name="connsiteX79" fmla="*/ 1353346 w 12192000"/>
              <a:gd name="connsiteY79" fmla="*/ 647861 h 6858000"/>
              <a:gd name="connsiteX80" fmla="*/ 1451936 w 12192000"/>
              <a:gd name="connsiteY80" fmla="*/ 746532 h 6858000"/>
              <a:gd name="connsiteX81" fmla="*/ 1513415 w 12192000"/>
              <a:gd name="connsiteY81" fmla="*/ 727779 h 6858000"/>
              <a:gd name="connsiteX82" fmla="*/ 1515235 w 12192000"/>
              <a:gd name="connsiteY82" fmla="*/ 714832 h 6858000"/>
              <a:gd name="connsiteX83" fmla="*/ 1503398 w 12192000"/>
              <a:gd name="connsiteY83" fmla="*/ 700100 h 6858000"/>
              <a:gd name="connsiteX84" fmla="*/ 1489506 w 12192000"/>
              <a:gd name="connsiteY84" fmla="*/ 698090 h 6858000"/>
              <a:gd name="connsiteX85" fmla="*/ 1453304 w 12192000"/>
              <a:gd name="connsiteY85" fmla="*/ 709475 h 6858000"/>
              <a:gd name="connsiteX86" fmla="*/ 1395467 w 12192000"/>
              <a:gd name="connsiteY86" fmla="*/ 647861 h 6858000"/>
              <a:gd name="connsiteX87" fmla="*/ 1453304 w 12192000"/>
              <a:gd name="connsiteY87" fmla="*/ 585801 h 6858000"/>
              <a:gd name="connsiteX88" fmla="*/ 1490189 w 12192000"/>
              <a:gd name="connsiteY88" fmla="*/ 596965 h 6858000"/>
              <a:gd name="connsiteX89" fmla="*/ 1504078 w 12192000"/>
              <a:gd name="connsiteY89" fmla="*/ 595401 h 6858000"/>
              <a:gd name="connsiteX90" fmla="*/ 1515235 w 12192000"/>
              <a:gd name="connsiteY90" fmla="*/ 580222 h 6858000"/>
              <a:gd name="connsiteX91" fmla="*/ 1513415 w 12192000"/>
              <a:gd name="connsiteY91" fmla="*/ 567272 h 6858000"/>
              <a:gd name="connsiteX92" fmla="*/ 1451936 w 12192000"/>
              <a:gd name="connsiteY92" fmla="*/ 548743 h 6858000"/>
              <a:gd name="connsiteX93" fmla="*/ 1139990 w 12192000"/>
              <a:gd name="connsiteY93" fmla="*/ 548743 h 6858000"/>
              <a:gd name="connsiteX94" fmla="*/ 1043674 w 12192000"/>
              <a:gd name="connsiteY94" fmla="*/ 647415 h 6858000"/>
              <a:gd name="connsiteX95" fmla="*/ 1139536 w 12192000"/>
              <a:gd name="connsiteY95" fmla="*/ 746532 h 6858000"/>
              <a:gd name="connsiteX96" fmla="*/ 1202380 w 12192000"/>
              <a:gd name="connsiteY96" fmla="*/ 716394 h 6858000"/>
              <a:gd name="connsiteX97" fmla="*/ 1202380 w 12192000"/>
              <a:gd name="connsiteY97" fmla="*/ 732915 h 6858000"/>
              <a:gd name="connsiteX98" fmla="*/ 1211487 w 12192000"/>
              <a:gd name="connsiteY98" fmla="*/ 741396 h 6858000"/>
              <a:gd name="connsiteX99" fmla="*/ 1235168 w 12192000"/>
              <a:gd name="connsiteY99" fmla="*/ 741396 h 6858000"/>
              <a:gd name="connsiteX100" fmla="*/ 1243820 w 12192000"/>
              <a:gd name="connsiteY100" fmla="*/ 732915 h 6858000"/>
              <a:gd name="connsiteX101" fmla="*/ 1243820 w 12192000"/>
              <a:gd name="connsiteY101" fmla="*/ 563034 h 6858000"/>
              <a:gd name="connsiteX102" fmla="*/ 1235168 w 12192000"/>
              <a:gd name="connsiteY102" fmla="*/ 554101 h 6858000"/>
              <a:gd name="connsiteX103" fmla="*/ 1211487 w 12192000"/>
              <a:gd name="connsiteY103" fmla="*/ 554101 h 6858000"/>
              <a:gd name="connsiteX104" fmla="*/ 1202380 w 12192000"/>
              <a:gd name="connsiteY104" fmla="*/ 563034 h 6858000"/>
              <a:gd name="connsiteX105" fmla="*/ 1202380 w 12192000"/>
              <a:gd name="connsiteY105" fmla="*/ 578658 h 6858000"/>
              <a:gd name="connsiteX106" fmla="*/ 1139990 w 12192000"/>
              <a:gd name="connsiteY106" fmla="*/ 548743 h 6858000"/>
              <a:gd name="connsiteX107" fmla="*/ 661145 w 12192000"/>
              <a:gd name="connsiteY107" fmla="*/ 498739 h 6858000"/>
              <a:gd name="connsiteX108" fmla="*/ 761788 w 12192000"/>
              <a:gd name="connsiteY108" fmla="*/ 603214 h 6858000"/>
              <a:gd name="connsiteX109" fmla="*/ 724444 w 12192000"/>
              <a:gd name="connsiteY109" fmla="*/ 686259 h 6858000"/>
              <a:gd name="connsiteX110" fmla="*/ 705999 w 12192000"/>
              <a:gd name="connsiteY110" fmla="*/ 639601 h 6858000"/>
              <a:gd name="connsiteX111" fmla="*/ 694159 w 12192000"/>
              <a:gd name="connsiteY111" fmla="*/ 632234 h 6858000"/>
              <a:gd name="connsiteX112" fmla="*/ 670253 w 12192000"/>
              <a:gd name="connsiteY112" fmla="*/ 632234 h 6858000"/>
              <a:gd name="connsiteX113" fmla="*/ 662284 w 12192000"/>
              <a:gd name="connsiteY113" fmla="*/ 643397 h 6858000"/>
              <a:gd name="connsiteX114" fmla="*/ 686419 w 12192000"/>
              <a:gd name="connsiteY114" fmla="*/ 704787 h 6858000"/>
              <a:gd name="connsiteX115" fmla="*/ 661145 w 12192000"/>
              <a:gd name="connsiteY115" fmla="*/ 707913 h 6858000"/>
              <a:gd name="connsiteX116" fmla="*/ 560502 w 12192000"/>
              <a:gd name="connsiteY116" fmla="*/ 603214 h 6858000"/>
              <a:gd name="connsiteX117" fmla="*/ 661145 w 12192000"/>
              <a:gd name="connsiteY117" fmla="*/ 498739 h 6858000"/>
              <a:gd name="connsiteX118" fmla="*/ 1293915 w 12192000"/>
              <a:gd name="connsiteY118" fmla="*/ 465253 h 6858000"/>
              <a:gd name="connsiteX119" fmla="*/ 1284807 w 12192000"/>
              <a:gd name="connsiteY119" fmla="*/ 474183 h 6858000"/>
              <a:gd name="connsiteX120" fmla="*/ 1284807 w 12192000"/>
              <a:gd name="connsiteY120" fmla="*/ 732467 h 6858000"/>
              <a:gd name="connsiteX121" fmla="*/ 1293915 w 12192000"/>
              <a:gd name="connsiteY121" fmla="*/ 741396 h 6858000"/>
              <a:gd name="connsiteX122" fmla="*/ 1317366 w 12192000"/>
              <a:gd name="connsiteY122" fmla="*/ 741396 h 6858000"/>
              <a:gd name="connsiteX123" fmla="*/ 1326248 w 12192000"/>
              <a:gd name="connsiteY123" fmla="*/ 732467 h 6858000"/>
              <a:gd name="connsiteX124" fmla="*/ 1326248 w 12192000"/>
              <a:gd name="connsiteY124" fmla="*/ 474183 h 6858000"/>
              <a:gd name="connsiteX125" fmla="*/ 1317366 w 12192000"/>
              <a:gd name="connsiteY125" fmla="*/ 465253 h 6858000"/>
              <a:gd name="connsiteX126" fmla="*/ 1293915 w 12192000"/>
              <a:gd name="connsiteY126" fmla="*/ 465253 h 6858000"/>
              <a:gd name="connsiteX127" fmla="*/ 661145 w 12192000"/>
              <a:gd name="connsiteY127" fmla="*/ 460120 h 6858000"/>
              <a:gd name="connsiteX128" fmla="*/ 515874 w 12192000"/>
              <a:gd name="connsiteY128" fmla="*/ 603214 h 6858000"/>
              <a:gd name="connsiteX129" fmla="*/ 661145 w 12192000"/>
              <a:gd name="connsiteY129" fmla="*/ 746532 h 6858000"/>
              <a:gd name="connsiteX130" fmla="*/ 700763 w 12192000"/>
              <a:gd name="connsiteY130" fmla="*/ 741396 h 6858000"/>
              <a:gd name="connsiteX131" fmla="*/ 716475 w 12192000"/>
              <a:gd name="connsiteY131" fmla="*/ 781134 h 6858000"/>
              <a:gd name="connsiteX132" fmla="*/ 727176 w 12192000"/>
              <a:gd name="connsiteY132" fmla="*/ 788277 h 6858000"/>
              <a:gd name="connsiteX133" fmla="*/ 752222 w 12192000"/>
              <a:gd name="connsiteY133" fmla="*/ 788277 h 6858000"/>
              <a:gd name="connsiteX134" fmla="*/ 759736 w 12192000"/>
              <a:gd name="connsiteY134" fmla="*/ 776892 h 6858000"/>
              <a:gd name="connsiteX135" fmla="*/ 739471 w 12192000"/>
              <a:gd name="connsiteY135" fmla="*/ 724656 h 6858000"/>
              <a:gd name="connsiteX136" fmla="*/ 806416 w 12192000"/>
              <a:gd name="connsiteY136" fmla="*/ 603214 h 6858000"/>
              <a:gd name="connsiteX137" fmla="*/ 661145 w 12192000"/>
              <a:gd name="connsiteY137" fmla="*/ 460120 h 6858000"/>
              <a:gd name="connsiteX138" fmla="*/ 0 w 12192000"/>
              <a:gd name="connsiteY138" fmla="*/ 0 h 6858000"/>
              <a:gd name="connsiteX139" fmla="*/ 12192000 w 12192000"/>
              <a:gd name="connsiteY139" fmla="*/ 0 h 6858000"/>
              <a:gd name="connsiteX140" fmla="*/ 12192000 w 12192000"/>
              <a:gd name="connsiteY140" fmla="*/ 6858000 h 6858000"/>
              <a:gd name="connsiteX141" fmla="*/ 0 w 12192000"/>
              <a:gd name="connsiteY1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2192000" h="6858000">
                <a:moveTo>
                  <a:pt x="1625898" y="586917"/>
                </a:moveTo>
                <a:cubicBezTo>
                  <a:pt x="1660280" y="586917"/>
                  <a:pt x="1684416" y="613484"/>
                  <a:pt x="1684416" y="647861"/>
                </a:cubicBezTo>
                <a:cubicBezTo>
                  <a:pt x="1684416" y="681792"/>
                  <a:pt x="1660280" y="708580"/>
                  <a:pt x="1625898" y="708580"/>
                </a:cubicBezTo>
                <a:cubicBezTo>
                  <a:pt x="1591742" y="708580"/>
                  <a:pt x="1567381" y="681792"/>
                  <a:pt x="1567381" y="647861"/>
                </a:cubicBezTo>
                <a:cubicBezTo>
                  <a:pt x="1567381" y="613484"/>
                  <a:pt x="1591742" y="586917"/>
                  <a:pt x="1625898" y="586917"/>
                </a:cubicBezTo>
                <a:close/>
                <a:moveTo>
                  <a:pt x="1144317" y="586917"/>
                </a:moveTo>
                <a:cubicBezTo>
                  <a:pt x="1178244" y="586917"/>
                  <a:pt x="1202834" y="613484"/>
                  <a:pt x="1202834" y="647861"/>
                </a:cubicBezTo>
                <a:cubicBezTo>
                  <a:pt x="1202834" y="681792"/>
                  <a:pt x="1178244" y="709029"/>
                  <a:pt x="1144317" y="709029"/>
                </a:cubicBezTo>
                <a:cubicBezTo>
                  <a:pt x="1110164" y="709029"/>
                  <a:pt x="1085799" y="681792"/>
                  <a:pt x="1085799" y="647861"/>
                </a:cubicBezTo>
                <a:cubicBezTo>
                  <a:pt x="1085799" y="613484"/>
                  <a:pt x="1110164" y="586917"/>
                  <a:pt x="1144317" y="586917"/>
                </a:cubicBezTo>
                <a:close/>
                <a:moveTo>
                  <a:pt x="1801451" y="554101"/>
                </a:moveTo>
                <a:cubicBezTo>
                  <a:pt x="1796669" y="554101"/>
                  <a:pt x="1793027" y="556557"/>
                  <a:pt x="1790979" y="561469"/>
                </a:cubicBezTo>
                <a:cubicBezTo>
                  <a:pt x="1790979" y="561469"/>
                  <a:pt x="1790979" y="561469"/>
                  <a:pt x="1724489" y="732021"/>
                </a:cubicBezTo>
                <a:cubicBezTo>
                  <a:pt x="1722669" y="736708"/>
                  <a:pt x="1724943" y="741396"/>
                  <a:pt x="1730867" y="741396"/>
                </a:cubicBezTo>
                <a:cubicBezTo>
                  <a:pt x="1730867" y="741396"/>
                  <a:pt x="1730867" y="741396"/>
                  <a:pt x="1756367" y="741396"/>
                </a:cubicBezTo>
                <a:cubicBezTo>
                  <a:pt x="1761149" y="741396"/>
                  <a:pt x="1765249" y="739164"/>
                  <a:pt x="1766843" y="734477"/>
                </a:cubicBezTo>
                <a:cubicBezTo>
                  <a:pt x="1766843" y="734477"/>
                  <a:pt x="1766843" y="734477"/>
                  <a:pt x="1815798" y="605670"/>
                </a:cubicBezTo>
                <a:cubicBezTo>
                  <a:pt x="1815798" y="605670"/>
                  <a:pt x="1815798" y="605670"/>
                  <a:pt x="1864753" y="734477"/>
                </a:cubicBezTo>
                <a:cubicBezTo>
                  <a:pt x="1866573" y="739389"/>
                  <a:pt x="1870215" y="741396"/>
                  <a:pt x="1874996" y="741396"/>
                </a:cubicBezTo>
                <a:cubicBezTo>
                  <a:pt x="1874996" y="741396"/>
                  <a:pt x="1874996" y="741396"/>
                  <a:pt x="1898451" y="741396"/>
                </a:cubicBezTo>
                <a:cubicBezTo>
                  <a:pt x="1903233" y="741396"/>
                  <a:pt x="1906875" y="739389"/>
                  <a:pt x="1908924" y="734477"/>
                </a:cubicBezTo>
                <a:cubicBezTo>
                  <a:pt x="1908924" y="734477"/>
                  <a:pt x="1908924" y="734477"/>
                  <a:pt x="1959018" y="605670"/>
                </a:cubicBezTo>
                <a:cubicBezTo>
                  <a:pt x="1959018" y="605670"/>
                  <a:pt x="1959018" y="605670"/>
                  <a:pt x="2007518" y="734477"/>
                </a:cubicBezTo>
                <a:cubicBezTo>
                  <a:pt x="2009566" y="739164"/>
                  <a:pt x="2013209" y="741396"/>
                  <a:pt x="2017993" y="741396"/>
                </a:cubicBezTo>
                <a:cubicBezTo>
                  <a:pt x="2017993" y="741396"/>
                  <a:pt x="2017993" y="741396"/>
                  <a:pt x="2042584" y="741396"/>
                </a:cubicBezTo>
                <a:cubicBezTo>
                  <a:pt x="2047365" y="741396"/>
                  <a:pt x="2051007" y="739164"/>
                  <a:pt x="2053056" y="734477"/>
                </a:cubicBezTo>
                <a:cubicBezTo>
                  <a:pt x="2053056" y="734477"/>
                  <a:pt x="2053056" y="734477"/>
                  <a:pt x="2102011" y="605670"/>
                </a:cubicBezTo>
                <a:cubicBezTo>
                  <a:pt x="2102011" y="605670"/>
                  <a:pt x="2102011" y="605670"/>
                  <a:pt x="2151650" y="734477"/>
                </a:cubicBezTo>
                <a:cubicBezTo>
                  <a:pt x="2153699" y="739389"/>
                  <a:pt x="2157341" y="741396"/>
                  <a:pt x="2162126" y="741396"/>
                </a:cubicBezTo>
                <a:cubicBezTo>
                  <a:pt x="2162126" y="741396"/>
                  <a:pt x="2162126" y="741396"/>
                  <a:pt x="2185577" y="741396"/>
                </a:cubicBezTo>
                <a:cubicBezTo>
                  <a:pt x="2190359" y="741396"/>
                  <a:pt x="2193775" y="739389"/>
                  <a:pt x="2195824" y="734477"/>
                </a:cubicBezTo>
                <a:cubicBezTo>
                  <a:pt x="2195824" y="734477"/>
                  <a:pt x="2195824" y="734477"/>
                  <a:pt x="2245234" y="606340"/>
                </a:cubicBezTo>
                <a:cubicBezTo>
                  <a:pt x="2245234" y="606340"/>
                  <a:pt x="2245234" y="606340"/>
                  <a:pt x="2293734" y="734477"/>
                </a:cubicBezTo>
                <a:cubicBezTo>
                  <a:pt x="2295328" y="739164"/>
                  <a:pt x="2299425" y="741396"/>
                  <a:pt x="2304206" y="741396"/>
                </a:cubicBezTo>
                <a:cubicBezTo>
                  <a:pt x="2304206" y="741396"/>
                  <a:pt x="2304206" y="741396"/>
                  <a:pt x="2330394" y="741396"/>
                </a:cubicBezTo>
                <a:cubicBezTo>
                  <a:pt x="2336314" y="741396"/>
                  <a:pt x="2338818" y="736708"/>
                  <a:pt x="2336769" y="732021"/>
                </a:cubicBezTo>
                <a:cubicBezTo>
                  <a:pt x="2336769" y="732021"/>
                  <a:pt x="2336769" y="732021"/>
                  <a:pt x="2270279" y="561469"/>
                </a:cubicBezTo>
                <a:cubicBezTo>
                  <a:pt x="2268230" y="556557"/>
                  <a:pt x="2264817" y="554101"/>
                  <a:pt x="2260033" y="554101"/>
                </a:cubicBezTo>
                <a:cubicBezTo>
                  <a:pt x="2260033" y="554101"/>
                  <a:pt x="2260033" y="554101"/>
                  <a:pt x="2231345" y="554101"/>
                </a:cubicBezTo>
                <a:cubicBezTo>
                  <a:pt x="2226564" y="554101"/>
                  <a:pt x="2222918" y="556557"/>
                  <a:pt x="2220869" y="561469"/>
                </a:cubicBezTo>
                <a:cubicBezTo>
                  <a:pt x="2220869" y="561469"/>
                  <a:pt x="2220869" y="561469"/>
                  <a:pt x="2174421" y="686034"/>
                </a:cubicBezTo>
                <a:cubicBezTo>
                  <a:pt x="2174421" y="686034"/>
                  <a:pt x="2174421" y="686034"/>
                  <a:pt x="2126605" y="561469"/>
                </a:cubicBezTo>
                <a:cubicBezTo>
                  <a:pt x="2124553" y="556557"/>
                  <a:pt x="2120911" y="554101"/>
                  <a:pt x="2116358" y="554101"/>
                </a:cubicBezTo>
                <a:cubicBezTo>
                  <a:pt x="2116358" y="554101"/>
                  <a:pt x="2116358" y="554101"/>
                  <a:pt x="2087896" y="554101"/>
                </a:cubicBezTo>
                <a:cubicBezTo>
                  <a:pt x="2083112" y="554101"/>
                  <a:pt x="2079699" y="556557"/>
                  <a:pt x="2077650" y="561469"/>
                </a:cubicBezTo>
                <a:cubicBezTo>
                  <a:pt x="2077650" y="561469"/>
                  <a:pt x="2077650" y="561469"/>
                  <a:pt x="2030743" y="686034"/>
                </a:cubicBezTo>
                <a:cubicBezTo>
                  <a:pt x="2030743" y="686034"/>
                  <a:pt x="2030743" y="686034"/>
                  <a:pt x="1983608" y="561469"/>
                </a:cubicBezTo>
                <a:cubicBezTo>
                  <a:pt x="1981788" y="556557"/>
                  <a:pt x="1978146" y="554101"/>
                  <a:pt x="1973365" y="554101"/>
                </a:cubicBezTo>
                <a:cubicBezTo>
                  <a:pt x="1973365" y="554101"/>
                  <a:pt x="1973365" y="554101"/>
                  <a:pt x="1945128" y="554101"/>
                </a:cubicBezTo>
                <a:cubicBezTo>
                  <a:pt x="1940347" y="554101"/>
                  <a:pt x="1936705" y="556557"/>
                  <a:pt x="1934656" y="561469"/>
                </a:cubicBezTo>
                <a:cubicBezTo>
                  <a:pt x="1934656" y="561469"/>
                  <a:pt x="1934656" y="561469"/>
                  <a:pt x="1887295" y="686034"/>
                </a:cubicBezTo>
                <a:cubicBezTo>
                  <a:pt x="1887295" y="686034"/>
                  <a:pt x="1887295" y="686034"/>
                  <a:pt x="1840389" y="561469"/>
                </a:cubicBezTo>
                <a:cubicBezTo>
                  <a:pt x="1838340" y="556557"/>
                  <a:pt x="1834923" y="554101"/>
                  <a:pt x="1830142" y="554101"/>
                </a:cubicBezTo>
                <a:cubicBezTo>
                  <a:pt x="1830142" y="554101"/>
                  <a:pt x="1830142" y="554101"/>
                  <a:pt x="1801451" y="554101"/>
                </a:cubicBezTo>
                <a:close/>
                <a:moveTo>
                  <a:pt x="841937" y="554101"/>
                </a:moveTo>
                <a:cubicBezTo>
                  <a:pt x="837152" y="554101"/>
                  <a:pt x="832600" y="557897"/>
                  <a:pt x="832600" y="562809"/>
                </a:cubicBezTo>
                <a:cubicBezTo>
                  <a:pt x="832600" y="562809"/>
                  <a:pt x="832600" y="562809"/>
                  <a:pt x="832600" y="666168"/>
                </a:cubicBezTo>
                <a:cubicBezTo>
                  <a:pt x="832600" y="714162"/>
                  <a:pt x="863340" y="746532"/>
                  <a:pt x="913205" y="746532"/>
                </a:cubicBezTo>
                <a:cubicBezTo>
                  <a:pt x="943035" y="746532"/>
                  <a:pt x="963299" y="734701"/>
                  <a:pt x="975139" y="717513"/>
                </a:cubicBezTo>
                <a:cubicBezTo>
                  <a:pt x="975139" y="717513"/>
                  <a:pt x="975139" y="717513"/>
                  <a:pt x="975139" y="733136"/>
                </a:cubicBezTo>
                <a:cubicBezTo>
                  <a:pt x="975139" y="737824"/>
                  <a:pt x="979466" y="741396"/>
                  <a:pt x="984018" y="741396"/>
                </a:cubicBezTo>
                <a:cubicBezTo>
                  <a:pt x="984018" y="741396"/>
                  <a:pt x="984018" y="741396"/>
                  <a:pt x="1007473" y="741396"/>
                </a:cubicBezTo>
                <a:cubicBezTo>
                  <a:pt x="1012254" y="741396"/>
                  <a:pt x="1016580" y="737603"/>
                  <a:pt x="1016580" y="732915"/>
                </a:cubicBezTo>
                <a:cubicBezTo>
                  <a:pt x="1016580" y="732915"/>
                  <a:pt x="1016580" y="732915"/>
                  <a:pt x="1016580" y="563034"/>
                </a:cubicBezTo>
                <a:cubicBezTo>
                  <a:pt x="1016580" y="557897"/>
                  <a:pt x="1012254" y="554101"/>
                  <a:pt x="1007473" y="554101"/>
                </a:cubicBezTo>
                <a:cubicBezTo>
                  <a:pt x="1007473" y="554101"/>
                  <a:pt x="1007473" y="554101"/>
                  <a:pt x="984018" y="554101"/>
                </a:cubicBezTo>
                <a:cubicBezTo>
                  <a:pt x="979466" y="554101"/>
                  <a:pt x="975139" y="557897"/>
                  <a:pt x="975139" y="562809"/>
                </a:cubicBezTo>
                <a:cubicBezTo>
                  <a:pt x="975139" y="562809"/>
                  <a:pt x="975139" y="562809"/>
                  <a:pt x="975139" y="659916"/>
                </a:cubicBezTo>
                <a:cubicBezTo>
                  <a:pt x="975139" y="689830"/>
                  <a:pt x="956011" y="711261"/>
                  <a:pt x="923906" y="711261"/>
                </a:cubicBezTo>
                <a:cubicBezTo>
                  <a:pt x="890892" y="711261"/>
                  <a:pt x="874041" y="690721"/>
                  <a:pt x="874041" y="659470"/>
                </a:cubicBezTo>
                <a:cubicBezTo>
                  <a:pt x="874041" y="659470"/>
                  <a:pt x="874041" y="659470"/>
                  <a:pt x="874041" y="562809"/>
                </a:cubicBezTo>
                <a:cubicBezTo>
                  <a:pt x="874041" y="557897"/>
                  <a:pt x="870170" y="554101"/>
                  <a:pt x="865389" y="554101"/>
                </a:cubicBezTo>
                <a:cubicBezTo>
                  <a:pt x="865389" y="554101"/>
                  <a:pt x="865389" y="554101"/>
                  <a:pt x="841937" y="554101"/>
                </a:cubicBezTo>
                <a:close/>
                <a:moveTo>
                  <a:pt x="1625898" y="548968"/>
                </a:moveTo>
                <a:cubicBezTo>
                  <a:pt x="1570110" y="548968"/>
                  <a:pt x="1525711" y="592053"/>
                  <a:pt x="1525711" y="647861"/>
                </a:cubicBezTo>
                <a:cubicBezTo>
                  <a:pt x="1525711" y="703893"/>
                  <a:pt x="1570110" y="746532"/>
                  <a:pt x="1625898" y="746532"/>
                </a:cubicBezTo>
                <a:cubicBezTo>
                  <a:pt x="1681683" y="746532"/>
                  <a:pt x="1726312" y="703893"/>
                  <a:pt x="1726312" y="647861"/>
                </a:cubicBezTo>
                <a:cubicBezTo>
                  <a:pt x="1726312" y="592053"/>
                  <a:pt x="1681683" y="548968"/>
                  <a:pt x="1625898" y="548968"/>
                </a:cubicBezTo>
                <a:close/>
                <a:moveTo>
                  <a:pt x="1451936" y="548743"/>
                </a:moveTo>
                <a:cubicBezTo>
                  <a:pt x="1392734" y="548743"/>
                  <a:pt x="1353346" y="591608"/>
                  <a:pt x="1353346" y="647861"/>
                </a:cubicBezTo>
                <a:cubicBezTo>
                  <a:pt x="1353346" y="703893"/>
                  <a:pt x="1392734" y="746532"/>
                  <a:pt x="1451936" y="746532"/>
                </a:cubicBezTo>
                <a:cubicBezTo>
                  <a:pt x="1475391" y="746532"/>
                  <a:pt x="1497019" y="739834"/>
                  <a:pt x="1513415" y="727779"/>
                </a:cubicBezTo>
                <a:cubicBezTo>
                  <a:pt x="1516148" y="725772"/>
                  <a:pt x="1520474" y="721085"/>
                  <a:pt x="1515235" y="714832"/>
                </a:cubicBezTo>
                <a:lnTo>
                  <a:pt x="1503398" y="700100"/>
                </a:lnTo>
                <a:cubicBezTo>
                  <a:pt x="1498613" y="693848"/>
                  <a:pt x="1493832" y="695858"/>
                  <a:pt x="1489506" y="698090"/>
                </a:cubicBezTo>
                <a:cubicBezTo>
                  <a:pt x="1479033" y="703893"/>
                  <a:pt x="1467418" y="709475"/>
                  <a:pt x="1453304" y="709475"/>
                </a:cubicBezTo>
                <a:cubicBezTo>
                  <a:pt x="1418463" y="709475"/>
                  <a:pt x="1395467" y="682462"/>
                  <a:pt x="1395467" y="647861"/>
                </a:cubicBezTo>
                <a:cubicBezTo>
                  <a:pt x="1395467" y="613038"/>
                  <a:pt x="1418463" y="585801"/>
                  <a:pt x="1453304" y="585801"/>
                </a:cubicBezTo>
                <a:cubicBezTo>
                  <a:pt x="1467418" y="585801"/>
                  <a:pt x="1479943" y="590713"/>
                  <a:pt x="1490189" y="596965"/>
                </a:cubicBezTo>
                <a:cubicBezTo>
                  <a:pt x="1494516" y="599867"/>
                  <a:pt x="1499752" y="601428"/>
                  <a:pt x="1504078" y="595401"/>
                </a:cubicBezTo>
                <a:cubicBezTo>
                  <a:pt x="1504078" y="595401"/>
                  <a:pt x="1504078" y="595401"/>
                  <a:pt x="1515235" y="580222"/>
                </a:cubicBezTo>
                <a:cubicBezTo>
                  <a:pt x="1520019" y="573525"/>
                  <a:pt x="1516148" y="569283"/>
                  <a:pt x="1513415" y="567272"/>
                </a:cubicBezTo>
                <a:cubicBezTo>
                  <a:pt x="1497019" y="555220"/>
                  <a:pt x="1475391" y="548743"/>
                  <a:pt x="1451936" y="548743"/>
                </a:cubicBezTo>
                <a:close/>
                <a:moveTo>
                  <a:pt x="1139990" y="548743"/>
                </a:moveTo>
                <a:cubicBezTo>
                  <a:pt x="1088303" y="548743"/>
                  <a:pt x="1043674" y="588927"/>
                  <a:pt x="1043674" y="647415"/>
                </a:cubicBezTo>
                <a:cubicBezTo>
                  <a:pt x="1043674" y="706794"/>
                  <a:pt x="1088303" y="746532"/>
                  <a:pt x="1139536" y="746532"/>
                </a:cubicBezTo>
                <a:cubicBezTo>
                  <a:pt x="1167317" y="746532"/>
                  <a:pt x="1190084" y="734031"/>
                  <a:pt x="1202380" y="716394"/>
                </a:cubicBezTo>
                <a:cubicBezTo>
                  <a:pt x="1202380" y="732915"/>
                  <a:pt x="1202380" y="732915"/>
                  <a:pt x="1202380" y="732915"/>
                </a:cubicBezTo>
                <a:cubicBezTo>
                  <a:pt x="1202380" y="737603"/>
                  <a:pt x="1206935" y="741396"/>
                  <a:pt x="1211487" y="741396"/>
                </a:cubicBezTo>
                <a:cubicBezTo>
                  <a:pt x="1235168" y="741396"/>
                  <a:pt x="1235168" y="741396"/>
                  <a:pt x="1235168" y="741396"/>
                </a:cubicBezTo>
                <a:cubicBezTo>
                  <a:pt x="1239949" y="741396"/>
                  <a:pt x="1243820" y="737603"/>
                  <a:pt x="1243820" y="732915"/>
                </a:cubicBezTo>
                <a:cubicBezTo>
                  <a:pt x="1243820" y="563034"/>
                  <a:pt x="1243820" y="563034"/>
                  <a:pt x="1243820" y="563034"/>
                </a:cubicBezTo>
                <a:cubicBezTo>
                  <a:pt x="1243820" y="557897"/>
                  <a:pt x="1239949" y="554101"/>
                  <a:pt x="1235168" y="554101"/>
                </a:cubicBezTo>
                <a:cubicBezTo>
                  <a:pt x="1211487" y="554101"/>
                  <a:pt x="1211487" y="554101"/>
                  <a:pt x="1211487" y="554101"/>
                </a:cubicBezTo>
                <a:cubicBezTo>
                  <a:pt x="1206935" y="554101"/>
                  <a:pt x="1202380" y="557897"/>
                  <a:pt x="1202380" y="563034"/>
                </a:cubicBezTo>
                <a:cubicBezTo>
                  <a:pt x="1202380" y="578658"/>
                  <a:pt x="1202380" y="578658"/>
                  <a:pt x="1202380" y="578658"/>
                </a:cubicBezTo>
                <a:cubicBezTo>
                  <a:pt x="1190539" y="561023"/>
                  <a:pt x="1167317" y="548743"/>
                  <a:pt x="1139990" y="548743"/>
                </a:cubicBezTo>
                <a:close/>
                <a:moveTo>
                  <a:pt x="661145" y="498739"/>
                </a:moveTo>
                <a:cubicBezTo>
                  <a:pt x="720117" y="498739"/>
                  <a:pt x="761788" y="544056"/>
                  <a:pt x="761788" y="603214"/>
                </a:cubicBezTo>
                <a:cubicBezTo>
                  <a:pt x="761788" y="637816"/>
                  <a:pt x="747670" y="667505"/>
                  <a:pt x="724444" y="686259"/>
                </a:cubicBezTo>
                <a:cubicBezTo>
                  <a:pt x="705999" y="639601"/>
                  <a:pt x="705999" y="639601"/>
                  <a:pt x="705999" y="639601"/>
                </a:cubicBezTo>
                <a:cubicBezTo>
                  <a:pt x="704406" y="635584"/>
                  <a:pt x="701218" y="632234"/>
                  <a:pt x="694159" y="632234"/>
                </a:cubicBezTo>
                <a:cubicBezTo>
                  <a:pt x="670253" y="632234"/>
                  <a:pt x="670253" y="632234"/>
                  <a:pt x="670253" y="632234"/>
                </a:cubicBezTo>
                <a:cubicBezTo>
                  <a:pt x="664332" y="632234"/>
                  <a:pt x="659551" y="636030"/>
                  <a:pt x="662284" y="643397"/>
                </a:cubicBezTo>
                <a:cubicBezTo>
                  <a:pt x="686419" y="704787"/>
                  <a:pt x="686419" y="704787"/>
                  <a:pt x="686419" y="704787"/>
                </a:cubicBezTo>
                <a:cubicBezTo>
                  <a:pt x="678451" y="706794"/>
                  <a:pt x="670024" y="707913"/>
                  <a:pt x="661145" y="707913"/>
                </a:cubicBezTo>
                <a:cubicBezTo>
                  <a:pt x="602169" y="707913"/>
                  <a:pt x="560502" y="662597"/>
                  <a:pt x="560502" y="603214"/>
                </a:cubicBezTo>
                <a:cubicBezTo>
                  <a:pt x="560502" y="544056"/>
                  <a:pt x="602169" y="498739"/>
                  <a:pt x="661145" y="498739"/>
                </a:cubicBezTo>
                <a:close/>
                <a:moveTo>
                  <a:pt x="1293915" y="465253"/>
                </a:moveTo>
                <a:cubicBezTo>
                  <a:pt x="1289133" y="465253"/>
                  <a:pt x="1284807" y="469495"/>
                  <a:pt x="1284807" y="474183"/>
                </a:cubicBezTo>
                <a:cubicBezTo>
                  <a:pt x="1284807" y="474183"/>
                  <a:pt x="1284807" y="474183"/>
                  <a:pt x="1284807" y="732467"/>
                </a:cubicBezTo>
                <a:cubicBezTo>
                  <a:pt x="1284807" y="737157"/>
                  <a:pt x="1289133" y="741396"/>
                  <a:pt x="1293915" y="741396"/>
                </a:cubicBezTo>
                <a:cubicBezTo>
                  <a:pt x="1293915" y="741396"/>
                  <a:pt x="1293915" y="741396"/>
                  <a:pt x="1317366" y="741396"/>
                </a:cubicBezTo>
                <a:cubicBezTo>
                  <a:pt x="1322606" y="741396"/>
                  <a:pt x="1326248" y="737157"/>
                  <a:pt x="1326248" y="732467"/>
                </a:cubicBezTo>
                <a:cubicBezTo>
                  <a:pt x="1326248" y="732467"/>
                  <a:pt x="1326248" y="732467"/>
                  <a:pt x="1326248" y="474183"/>
                </a:cubicBezTo>
                <a:cubicBezTo>
                  <a:pt x="1326248" y="469495"/>
                  <a:pt x="1322606" y="465253"/>
                  <a:pt x="1317366" y="465253"/>
                </a:cubicBezTo>
                <a:cubicBezTo>
                  <a:pt x="1317366" y="465253"/>
                  <a:pt x="1317366" y="465253"/>
                  <a:pt x="1293915" y="465253"/>
                </a:cubicBezTo>
                <a:close/>
                <a:moveTo>
                  <a:pt x="661145" y="460120"/>
                </a:moveTo>
                <a:cubicBezTo>
                  <a:pt x="580766" y="460120"/>
                  <a:pt x="515874" y="521285"/>
                  <a:pt x="515874" y="603214"/>
                </a:cubicBezTo>
                <a:cubicBezTo>
                  <a:pt x="515874" y="685143"/>
                  <a:pt x="580766" y="746532"/>
                  <a:pt x="661145" y="746532"/>
                </a:cubicBezTo>
                <a:cubicBezTo>
                  <a:pt x="674805" y="746532"/>
                  <a:pt x="688239" y="744746"/>
                  <a:pt x="700763" y="741396"/>
                </a:cubicBezTo>
                <a:cubicBezTo>
                  <a:pt x="716475" y="781134"/>
                  <a:pt x="716475" y="781134"/>
                  <a:pt x="716475" y="781134"/>
                </a:cubicBezTo>
                <a:cubicBezTo>
                  <a:pt x="718069" y="785597"/>
                  <a:pt x="721256" y="788277"/>
                  <a:pt x="727176" y="788277"/>
                </a:cubicBezTo>
                <a:cubicBezTo>
                  <a:pt x="752222" y="788277"/>
                  <a:pt x="752222" y="788277"/>
                  <a:pt x="752222" y="788277"/>
                </a:cubicBezTo>
                <a:cubicBezTo>
                  <a:pt x="758142" y="788277"/>
                  <a:pt x="762697" y="784260"/>
                  <a:pt x="759736" y="776892"/>
                </a:cubicBezTo>
                <a:cubicBezTo>
                  <a:pt x="739471" y="724656"/>
                  <a:pt x="739471" y="724656"/>
                  <a:pt x="739471" y="724656"/>
                </a:cubicBezTo>
                <a:cubicBezTo>
                  <a:pt x="779774" y="699875"/>
                  <a:pt x="806416" y="655899"/>
                  <a:pt x="806416" y="603214"/>
                </a:cubicBezTo>
                <a:cubicBezTo>
                  <a:pt x="806416" y="521285"/>
                  <a:pt x="741520" y="460120"/>
                  <a:pt x="661145" y="460120"/>
                </a:cubicBezTo>
                <a:close/>
                <a:moveTo>
                  <a:pt x="0" y="0"/>
                </a:moveTo>
                <a:lnTo>
                  <a:pt x="12192000" y="0"/>
                </a:lnTo>
                <a:lnTo>
                  <a:pt x="12192000" y="6858000"/>
                </a:lnTo>
                <a:lnTo>
                  <a:pt x="0" y="6858000"/>
                </a:lnTo>
                <a:close/>
              </a:path>
            </a:pathLst>
          </a:custGeom>
          <a:gradFill>
            <a:gsLst>
              <a:gs pos="39000">
                <a:srgbClr val="202B3F">
                  <a:alpha val="65483"/>
                </a:srgbClr>
              </a:gs>
              <a:gs pos="0">
                <a:srgbClr val="202B3F">
                  <a:alpha val="73000"/>
                </a:srgbClr>
              </a:gs>
              <a:gs pos="99000">
                <a:srgbClr val="202B3F">
                  <a:alpha val="0"/>
                </a:srgbClr>
              </a:gs>
            </a:gsLst>
            <a:lin ang="0" scaled="0"/>
          </a:gradFill>
        </p:spPr>
        <p:txBody>
          <a:bodyPr wrap="square" lIns="72000">
            <a:noAutofit/>
          </a:bodyPr>
          <a:lstStyle>
            <a:lvl1pPr>
              <a:defRPr>
                <a:noFill/>
              </a:defRPr>
            </a:lvl1pPr>
          </a:lstStyle>
          <a:p>
            <a:pPr lvl="0"/>
            <a:endParaRPr lang="en-US"/>
          </a:p>
        </p:txBody>
      </p:sp>
      <p:sp>
        <p:nvSpPr>
          <p:cNvPr id="47" name="Graphic 34">
            <a:extLst>
              <a:ext uri="{FF2B5EF4-FFF2-40B4-BE49-F238E27FC236}">
                <a16:creationId xmlns:a16="http://schemas.microsoft.com/office/drawing/2014/main" id="{9B9819F6-CC6A-D170-1AD4-5296A4CE8A14}"/>
              </a:ext>
            </a:extLst>
          </p:cNvPr>
          <p:cNvSpPr>
            <a:spLocks noChangeAspect="1"/>
          </p:cNvSpPr>
          <p:nvPr userDrawn="1"/>
        </p:nvSpPr>
        <p:spPr>
          <a:xfrm>
            <a:off x="515936" y="460180"/>
            <a:ext cx="1821600" cy="328157"/>
          </a:xfrm>
          <a:custGeom>
            <a:avLst/>
            <a:gdLst>
              <a:gd name="connsiteX0" fmla="*/ 1326970 w 4917659"/>
              <a:gd name="connsiteY0" fmla="*/ 258982 h 904875"/>
              <a:gd name="connsiteX1" fmla="*/ 1351557 w 4917659"/>
              <a:gd name="connsiteY1" fmla="*/ 283613 h 904875"/>
              <a:gd name="connsiteX2" fmla="*/ 1351557 w 4917659"/>
              <a:gd name="connsiteY2" fmla="*/ 752053 h 904875"/>
              <a:gd name="connsiteX3" fmla="*/ 1326970 w 4917659"/>
              <a:gd name="connsiteY3" fmla="*/ 775437 h 904875"/>
              <a:gd name="connsiteX4" fmla="*/ 1263650 w 4917659"/>
              <a:gd name="connsiteY4" fmla="*/ 775437 h 904875"/>
              <a:gd name="connsiteX5" fmla="*/ 1239681 w 4917659"/>
              <a:gd name="connsiteY5" fmla="*/ 752662 h 904875"/>
              <a:gd name="connsiteX6" fmla="*/ 1239681 w 4917659"/>
              <a:gd name="connsiteY6" fmla="*/ 709581 h 904875"/>
              <a:gd name="connsiteX7" fmla="*/ 1072481 w 4917659"/>
              <a:gd name="connsiteY7" fmla="*/ 789600 h 904875"/>
              <a:gd name="connsiteX8" fmla="*/ 854878 w 4917659"/>
              <a:gd name="connsiteY8" fmla="*/ 568001 h 904875"/>
              <a:gd name="connsiteX9" fmla="*/ 854878 w 4917659"/>
              <a:gd name="connsiteY9" fmla="*/ 282994 h 904875"/>
              <a:gd name="connsiteX10" fmla="*/ 880084 w 4917659"/>
              <a:gd name="connsiteY10" fmla="*/ 258982 h 904875"/>
              <a:gd name="connsiteX11" fmla="*/ 943395 w 4917659"/>
              <a:gd name="connsiteY11" fmla="*/ 258982 h 904875"/>
              <a:gd name="connsiteX12" fmla="*/ 966754 w 4917659"/>
              <a:gd name="connsiteY12" fmla="*/ 282994 h 904875"/>
              <a:gd name="connsiteX13" fmla="*/ 966754 w 4917659"/>
              <a:gd name="connsiteY13" fmla="*/ 549532 h 904875"/>
              <a:gd name="connsiteX14" fmla="*/ 1101371 w 4917659"/>
              <a:gd name="connsiteY14" fmla="*/ 692341 h 904875"/>
              <a:gd name="connsiteX15" fmla="*/ 1239681 w 4917659"/>
              <a:gd name="connsiteY15" fmla="*/ 550761 h 904875"/>
              <a:gd name="connsiteX16" fmla="*/ 1239681 w 4917659"/>
              <a:gd name="connsiteY16" fmla="*/ 282994 h 904875"/>
              <a:gd name="connsiteX17" fmla="*/ 1263650 w 4917659"/>
              <a:gd name="connsiteY17" fmla="*/ 258982 h 904875"/>
              <a:gd name="connsiteX18" fmla="*/ 1326970 w 4917659"/>
              <a:gd name="connsiteY18" fmla="*/ 258982 h 904875"/>
              <a:gd name="connsiteX19" fmla="*/ 392011 w 4917659"/>
              <a:gd name="connsiteY19" fmla="*/ -165 h 904875"/>
              <a:gd name="connsiteX20" fmla="*/ -169 w 4917659"/>
              <a:gd name="connsiteY20" fmla="*/ 394408 h 904875"/>
              <a:gd name="connsiteX21" fmla="*/ 392011 w 4917659"/>
              <a:gd name="connsiteY21" fmla="*/ 789600 h 904875"/>
              <a:gd name="connsiteX22" fmla="*/ 498966 w 4917659"/>
              <a:gd name="connsiteY22" fmla="*/ 775437 h 904875"/>
              <a:gd name="connsiteX23" fmla="*/ 541382 w 4917659"/>
              <a:gd name="connsiteY23" fmla="*/ 885012 h 904875"/>
              <a:gd name="connsiteX24" fmla="*/ 570272 w 4917659"/>
              <a:gd name="connsiteY24" fmla="*/ 904710 h 904875"/>
              <a:gd name="connsiteX25" fmla="*/ 637885 w 4917659"/>
              <a:gd name="connsiteY25" fmla="*/ 904710 h 904875"/>
              <a:gd name="connsiteX26" fmla="*/ 658170 w 4917659"/>
              <a:gd name="connsiteY26" fmla="*/ 873316 h 904875"/>
              <a:gd name="connsiteX27" fmla="*/ 603464 w 4917659"/>
              <a:gd name="connsiteY27" fmla="*/ 729279 h 904875"/>
              <a:gd name="connsiteX28" fmla="*/ 784191 w 4917659"/>
              <a:gd name="connsiteY28" fmla="*/ 394408 h 904875"/>
              <a:gd name="connsiteX29" fmla="*/ 392011 w 4917659"/>
              <a:gd name="connsiteY29" fmla="*/ -165 h 904875"/>
              <a:gd name="connsiteX30" fmla="*/ 562895 w 4917659"/>
              <a:gd name="connsiteY30" fmla="*/ 623399 h 904875"/>
              <a:gd name="connsiteX31" fmla="*/ 513101 w 4917659"/>
              <a:gd name="connsiteY31" fmla="*/ 494744 h 904875"/>
              <a:gd name="connsiteX32" fmla="*/ 481137 w 4917659"/>
              <a:gd name="connsiteY32" fmla="*/ 474428 h 904875"/>
              <a:gd name="connsiteX33" fmla="*/ 416598 w 4917659"/>
              <a:gd name="connsiteY33" fmla="*/ 474428 h 904875"/>
              <a:gd name="connsiteX34" fmla="*/ 395085 w 4917659"/>
              <a:gd name="connsiteY34" fmla="*/ 505212 h 904875"/>
              <a:gd name="connsiteX35" fmla="*/ 460243 w 4917659"/>
              <a:gd name="connsiteY35" fmla="*/ 674491 h 904875"/>
              <a:gd name="connsiteX36" fmla="*/ 392011 w 4917659"/>
              <a:gd name="connsiteY36" fmla="*/ 683111 h 904875"/>
              <a:gd name="connsiteX37" fmla="*/ 120312 w 4917659"/>
              <a:gd name="connsiteY37" fmla="*/ 394408 h 904875"/>
              <a:gd name="connsiteX38" fmla="*/ 392011 w 4917659"/>
              <a:gd name="connsiteY38" fmla="*/ 106324 h 904875"/>
              <a:gd name="connsiteX39" fmla="*/ 663710 w 4917659"/>
              <a:gd name="connsiteY39" fmla="*/ 394408 h 904875"/>
              <a:gd name="connsiteX40" fmla="*/ 562895 w 4917659"/>
              <a:gd name="connsiteY40" fmla="*/ 623399 h 904875"/>
              <a:gd name="connsiteX41" fmla="*/ 4915587 w 4917659"/>
              <a:gd name="connsiteY41" fmla="*/ 749586 h 904875"/>
              <a:gd name="connsiteX42" fmla="*/ 4898377 w 4917659"/>
              <a:gd name="connsiteY42" fmla="*/ 775437 h 904875"/>
              <a:gd name="connsiteX43" fmla="*/ 4827680 w 4917659"/>
              <a:gd name="connsiteY43" fmla="*/ 775437 h 904875"/>
              <a:gd name="connsiteX44" fmla="*/ 4799409 w 4917659"/>
              <a:gd name="connsiteY44" fmla="*/ 756358 h 904875"/>
              <a:gd name="connsiteX45" fmla="*/ 4668476 w 4917659"/>
              <a:gd name="connsiteY45" fmla="*/ 403028 h 904875"/>
              <a:gd name="connsiteX46" fmla="*/ 4535087 w 4917659"/>
              <a:gd name="connsiteY46" fmla="*/ 756358 h 904875"/>
              <a:gd name="connsiteX47" fmla="*/ 4507425 w 4917659"/>
              <a:gd name="connsiteY47" fmla="*/ 775437 h 904875"/>
              <a:gd name="connsiteX48" fmla="*/ 4444114 w 4917659"/>
              <a:gd name="connsiteY48" fmla="*/ 775437 h 904875"/>
              <a:gd name="connsiteX49" fmla="*/ 4415834 w 4917659"/>
              <a:gd name="connsiteY49" fmla="*/ 756358 h 904875"/>
              <a:gd name="connsiteX50" fmla="*/ 4281827 w 4917659"/>
              <a:gd name="connsiteY50" fmla="*/ 401180 h 904875"/>
              <a:gd name="connsiteX51" fmla="*/ 4149665 w 4917659"/>
              <a:gd name="connsiteY51" fmla="*/ 756358 h 904875"/>
              <a:gd name="connsiteX52" fmla="*/ 4121394 w 4917659"/>
              <a:gd name="connsiteY52" fmla="*/ 775437 h 904875"/>
              <a:gd name="connsiteX53" fmla="*/ 4055009 w 4917659"/>
              <a:gd name="connsiteY53" fmla="*/ 775437 h 904875"/>
              <a:gd name="connsiteX54" fmla="*/ 4026729 w 4917659"/>
              <a:gd name="connsiteY54" fmla="*/ 756358 h 904875"/>
              <a:gd name="connsiteX55" fmla="*/ 3895796 w 4917659"/>
              <a:gd name="connsiteY55" fmla="*/ 401180 h 904875"/>
              <a:gd name="connsiteX56" fmla="*/ 3760560 w 4917659"/>
              <a:gd name="connsiteY56" fmla="*/ 756358 h 904875"/>
              <a:gd name="connsiteX57" fmla="*/ 3732289 w 4917659"/>
              <a:gd name="connsiteY57" fmla="*/ 775437 h 904875"/>
              <a:gd name="connsiteX58" fmla="*/ 3668969 w 4917659"/>
              <a:gd name="connsiteY58" fmla="*/ 775437 h 904875"/>
              <a:gd name="connsiteX59" fmla="*/ 3641317 w 4917659"/>
              <a:gd name="connsiteY59" fmla="*/ 756358 h 904875"/>
              <a:gd name="connsiteX60" fmla="*/ 3509156 w 4917659"/>
              <a:gd name="connsiteY60" fmla="*/ 401180 h 904875"/>
              <a:gd name="connsiteX61" fmla="*/ 3376995 w 4917659"/>
              <a:gd name="connsiteY61" fmla="*/ 756358 h 904875"/>
              <a:gd name="connsiteX62" fmla="*/ 3348714 w 4917659"/>
              <a:gd name="connsiteY62" fmla="*/ 775437 h 904875"/>
              <a:gd name="connsiteX63" fmla="*/ 3279873 w 4917659"/>
              <a:gd name="connsiteY63" fmla="*/ 775437 h 904875"/>
              <a:gd name="connsiteX64" fmla="*/ 3262653 w 4917659"/>
              <a:gd name="connsiteY64" fmla="*/ 749586 h 904875"/>
              <a:gd name="connsiteX65" fmla="*/ 3442152 w 4917659"/>
              <a:gd name="connsiteY65" fmla="*/ 279298 h 904875"/>
              <a:gd name="connsiteX66" fmla="*/ 3470423 w 4917659"/>
              <a:gd name="connsiteY66" fmla="*/ 258982 h 904875"/>
              <a:gd name="connsiteX67" fmla="*/ 3547879 w 4917659"/>
              <a:gd name="connsiteY67" fmla="*/ 258982 h 904875"/>
              <a:gd name="connsiteX68" fmla="*/ 3575541 w 4917659"/>
              <a:gd name="connsiteY68" fmla="*/ 279298 h 904875"/>
              <a:gd name="connsiteX69" fmla="*/ 3702171 w 4917659"/>
              <a:gd name="connsiteY69" fmla="*/ 622780 h 904875"/>
              <a:gd name="connsiteX70" fmla="*/ 3830029 w 4917659"/>
              <a:gd name="connsiteY70" fmla="*/ 279298 h 904875"/>
              <a:gd name="connsiteX71" fmla="*/ 3858300 w 4917659"/>
              <a:gd name="connsiteY71" fmla="*/ 258982 h 904875"/>
              <a:gd name="connsiteX72" fmla="*/ 3934528 w 4917659"/>
              <a:gd name="connsiteY72" fmla="*/ 258982 h 904875"/>
              <a:gd name="connsiteX73" fmla="*/ 3962181 w 4917659"/>
              <a:gd name="connsiteY73" fmla="*/ 279298 h 904875"/>
              <a:gd name="connsiteX74" fmla="*/ 4089430 w 4917659"/>
              <a:gd name="connsiteY74" fmla="*/ 622780 h 904875"/>
              <a:gd name="connsiteX75" fmla="*/ 4216060 w 4917659"/>
              <a:gd name="connsiteY75" fmla="*/ 279298 h 904875"/>
              <a:gd name="connsiteX76" fmla="*/ 4243722 w 4917659"/>
              <a:gd name="connsiteY76" fmla="*/ 258982 h 904875"/>
              <a:gd name="connsiteX77" fmla="*/ 4320559 w 4917659"/>
              <a:gd name="connsiteY77" fmla="*/ 258982 h 904875"/>
              <a:gd name="connsiteX78" fmla="*/ 4348221 w 4917659"/>
              <a:gd name="connsiteY78" fmla="*/ 279298 h 904875"/>
              <a:gd name="connsiteX79" fmla="*/ 4477307 w 4917659"/>
              <a:gd name="connsiteY79" fmla="*/ 622780 h 904875"/>
              <a:gd name="connsiteX80" fmla="*/ 4602700 w 4917659"/>
              <a:gd name="connsiteY80" fmla="*/ 279298 h 904875"/>
              <a:gd name="connsiteX81" fmla="*/ 4630981 w 4917659"/>
              <a:gd name="connsiteY81" fmla="*/ 258982 h 904875"/>
              <a:gd name="connsiteX82" fmla="*/ 4708427 w 4917659"/>
              <a:gd name="connsiteY82" fmla="*/ 258982 h 904875"/>
              <a:gd name="connsiteX83" fmla="*/ 4736089 w 4917659"/>
              <a:gd name="connsiteY83" fmla="*/ 279298 h 904875"/>
              <a:gd name="connsiteX84" fmla="*/ 4915587 w 4917659"/>
              <a:gd name="connsiteY84" fmla="*/ 749586 h 904875"/>
              <a:gd name="connsiteX85" fmla="*/ 1941664 w 4917659"/>
              <a:gd name="connsiteY85" fmla="*/ 258982 h 904875"/>
              <a:gd name="connsiteX86" fmla="*/ 1877735 w 4917659"/>
              <a:gd name="connsiteY86" fmla="*/ 258982 h 904875"/>
              <a:gd name="connsiteX87" fmla="*/ 1853148 w 4917659"/>
              <a:gd name="connsiteY87" fmla="*/ 283613 h 904875"/>
              <a:gd name="connsiteX88" fmla="*/ 1853148 w 4917659"/>
              <a:gd name="connsiteY88" fmla="*/ 326695 h 904875"/>
              <a:gd name="connsiteX89" fmla="*/ 1684720 w 4917659"/>
              <a:gd name="connsiteY89" fmla="*/ 244208 h 904875"/>
              <a:gd name="connsiteX90" fmla="*/ 1424700 w 4917659"/>
              <a:gd name="connsiteY90" fmla="*/ 516290 h 904875"/>
              <a:gd name="connsiteX91" fmla="*/ 1683492 w 4917659"/>
              <a:gd name="connsiteY91" fmla="*/ 789600 h 904875"/>
              <a:gd name="connsiteX92" fmla="*/ 1853148 w 4917659"/>
              <a:gd name="connsiteY92" fmla="*/ 706495 h 904875"/>
              <a:gd name="connsiteX93" fmla="*/ 1853148 w 4917659"/>
              <a:gd name="connsiteY93" fmla="*/ 752053 h 904875"/>
              <a:gd name="connsiteX94" fmla="*/ 1877735 w 4917659"/>
              <a:gd name="connsiteY94" fmla="*/ 775437 h 904875"/>
              <a:gd name="connsiteX95" fmla="*/ 1941664 w 4917659"/>
              <a:gd name="connsiteY95" fmla="*/ 775437 h 904875"/>
              <a:gd name="connsiteX96" fmla="*/ 1965023 w 4917659"/>
              <a:gd name="connsiteY96" fmla="*/ 752053 h 904875"/>
              <a:gd name="connsiteX97" fmla="*/ 1965023 w 4917659"/>
              <a:gd name="connsiteY97" fmla="*/ 283613 h 904875"/>
              <a:gd name="connsiteX98" fmla="*/ 1941664 w 4917659"/>
              <a:gd name="connsiteY98" fmla="*/ 258982 h 904875"/>
              <a:gd name="connsiteX99" fmla="*/ 1696399 w 4917659"/>
              <a:gd name="connsiteY99" fmla="*/ 686187 h 904875"/>
              <a:gd name="connsiteX100" fmla="*/ 1538423 w 4917659"/>
              <a:gd name="connsiteY100" fmla="*/ 517519 h 904875"/>
              <a:gd name="connsiteX101" fmla="*/ 1696399 w 4917659"/>
              <a:gd name="connsiteY101" fmla="*/ 349469 h 904875"/>
              <a:gd name="connsiteX102" fmla="*/ 1854375 w 4917659"/>
              <a:gd name="connsiteY102" fmla="*/ 517519 h 904875"/>
              <a:gd name="connsiteX103" fmla="*/ 1696399 w 4917659"/>
              <a:gd name="connsiteY103" fmla="*/ 686187 h 904875"/>
              <a:gd name="connsiteX104" fmla="*/ 2697743 w 4917659"/>
              <a:gd name="connsiteY104" fmla="*/ 702190 h 904875"/>
              <a:gd name="connsiteX105" fmla="*/ 2692831 w 4917659"/>
              <a:gd name="connsiteY105" fmla="*/ 737889 h 904875"/>
              <a:gd name="connsiteX106" fmla="*/ 2526859 w 4917659"/>
              <a:gd name="connsiteY106" fmla="*/ 789600 h 904875"/>
              <a:gd name="connsiteX107" fmla="*/ 2260701 w 4917659"/>
              <a:gd name="connsiteY107" fmla="*/ 517519 h 904875"/>
              <a:gd name="connsiteX108" fmla="*/ 2526859 w 4917659"/>
              <a:gd name="connsiteY108" fmla="*/ 244208 h 904875"/>
              <a:gd name="connsiteX109" fmla="*/ 2692831 w 4917659"/>
              <a:gd name="connsiteY109" fmla="*/ 295301 h 904875"/>
              <a:gd name="connsiteX110" fmla="*/ 2697743 w 4917659"/>
              <a:gd name="connsiteY110" fmla="*/ 331010 h 904875"/>
              <a:gd name="connsiteX111" fmla="*/ 2667625 w 4917659"/>
              <a:gd name="connsiteY111" fmla="*/ 372863 h 904875"/>
              <a:gd name="connsiteX112" fmla="*/ 2630130 w 4917659"/>
              <a:gd name="connsiteY112" fmla="*/ 377177 h 904875"/>
              <a:gd name="connsiteX113" fmla="*/ 2530553 w 4917659"/>
              <a:gd name="connsiteY113" fmla="*/ 346393 h 904875"/>
              <a:gd name="connsiteX114" fmla="*/ 2374414 w 4917659"/>
              <a:gd name="connsiteY114" fmla="*/ 517519 h 904875"/>
              <a:gd name="connsiteX115" fmla="*/ 2530553 w 4917659"/>
              <a:gd name="connsiteY115" fmla="*/ 687416 h 904875"/>
              <a:gd name="connsiteX116" fmla="*/ 2628284 w 4917659"/>
              <a:gd name="connsiteY116" fmla="*/ 656022 h 904875"/>
              <a:gd name="connsiteX117" fmla="*/ 2665788 w 4917659"/>
              <a:gd name="connsiteY117" fmla="*/ 661565 h 904875"/>
              <a:gd name="connsiteX118" fmla="*/ 2697743 w 4917659"/>
              <a:gd name="connsiteY118" fmla="*/ 702190 h 904875"/>
              <a:gd name="connsiteX119" fmla="*/ 2996495 w 4917659"/>
              <a:gd name="connsiteY119" fmla="*/ 244827 h 904875"/>
              <a:gd name="connsiteX120" fmla="*/ 2726024 w 4917659"/>
              <a:gd name="connsiteY120" fmla="*/ 517519 h 904875"/>
              <a:gd name="connsiteX121" fmla="*/ 2996495 w 4917659"/>
              <a:gd name="connsiteY121" fmla="*/ 789600 h 904875"/>
              <a:gd name="connsiteX122" fmla="*/ 3267575 w 4917659"/>
              <a:gd name="connsiteY122" fmla="*/ 517519 h 904875"/>
              <a:gd name="connsiteX123" fmla="*/ 2996495 w 4917659"/>
              <a:gd name="connsiteY123" fmla="*/ 244827 h 904875"/>
              <a:gd name="connsiteX124" fmla="*/ 2996495 w 4917659"/>
              <a:gd name="connsiteY124" fmla="*/ 684949 h 904875"/>
              <a:gd name="connsiteX125" fmla="*/ 2838519 w 4917659"/>
              <a:gd name="connsiteY125" fmla="*/ 517519 h 904875"/>
              <a:gd name="connsiteX126" fmla="*/ 2996495 w 4917659"/>
              <a:gd name="connsiteY126" fmla="*/ 349469 h 904875"/>
              <a:gd name="connsiteX127" fmla="*/ 3154471 w 4917659"/>
              <a:gd name="connsiteY127" fmla="*/ 517519 h 904875"/>
              <a:gd name="connsiteX128" fmla="*/ 2996495 w 4917659"/>
              <a:gd name="connsiteY128" fmla="*/ 684949 h 904875"/>
              <a:gd name="connsiteX129" fmla="*/ 2163569 w 4917659"/>
              <a:gd name="connsiteY129" fmla="*/ 13989 h 904875"/>
              <a:gd name="connsiteX130" fmla="*/ 2187548 w 4917659"/>
              <a:gd name="connsiteY130" fmla="*/ 38611 h 904875"/>
              <a:gd name="connsiteX131" fmla="*/ 2187548 w 4917659"/>
              <a:gd name="connsiteY131" fmla="*/ 750815 h 904875"/>
              <a:gd name="connsiteX132" fmla="*/ 2163569 w 4917659"/>
              <a:gd name="connsiteY132" fmla="*/ 775437 h 904875"/>
              <a:gd name="connsiteX133" fmla="*/ 2100259 w 4917659"/>
              <a:gd name="connsiteY133" fmla="*/ 775437 h 904875"/>
              <a:gd name="connsiteX134" fmla="*/ 2075672 w 4917659"/>
              <a:gd name="connsiteY134" fmla="*/ 750815 h 904875"/>
              <a:gd name="connsiteX135" fmla="*/ 2075672 w 4917659"/>
              <a:gd name="connsiteY135" fmla="*/ 38611 h 904875"/>
              <a:gd name="connsiteX136" fmla="*/ 2100259 w 4917659"/>
              <a:gd name="connsiteY136" fmla="*/ 13989 h 904875"/>
              <a:gd name="connsiteX137" fmla="*/ 2163569 w 4917659"/>
              <a:gd name="connsiteY137" fmla="*/ 13989 h 904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Lst>
            <a:rect l="l" t="t" r="r" b="b"/>
            <a:pathLst>
              <a:path w="4917659" h="904875">
                <a:moveTo>
                  <a:pt x="1326970" y="258982"/>
                </a:moveTo>
                <a:cubicBezTo>
                  <a:pt x="1339877" y="258982"/>
                  <a:pt x="1351557" y="269450"/>
                  <a:pt x="1351557" y="283613"/>
                </a:cubicBezTo>
                <a:cubicBezTo>
                  <a:pt x="1351557" y="752053"/>
                  <a:pt x="1351557" y="752053"/>
                  <a:pt x="1351557" y="752053"/>
                </a:cubicBezTo>
                <a:cubicBezTo>
                  <a:pt x="1351557" y="764978"/>
                  <a:pt x="1339877" y="775437"/>
                  <a:pt x="1326970" y="775437"/>
                </a:cubicBezTo>
                <a:cubicBezTo>
                  <a:pt x="1263650" y="775437"/>
                  <a:pt x="1263650" y="775437"/>
                  <a:pt x="1263650" y="775437"/>
                </a:cubicBezTo>
                <a:cubicBezTo>
                  <a:pt x="1251361" y="775437"/>
                  <a:pt x="1239681" y="765588"/>
                  <a:pt x="1239681" y="752662"/>
                </a:cubicBezTo>
                <a:cubicBezTo>
                  <a:pt x="1239681" y="709581"/>
                  <a:pt x="1239681" y="709581"/>
                  <a:pt x="1239681" y="709581"/>
                </a:cubicBezTo>
                <a:cubicBezTo>
                  <a:pt x="1207717" y="756977"/>
                  <a:pt x="1153011" y="789600"/>
                  <a:pt x="1072481" y="789600"/>
                </a:cubicBezTo>
                <a:cubicBezTo>
                  <a:pt x="937864" y="789600"/>
                  <a:pt x="854878" y="700342"/>
                  <a:pt x="854878" y="568001"/>
                </a:cubicBezTo>
                <a:cubicBezTo>
                  <a:pt x="854878" y="282994"/>
                  <a:pt x="854878" y="282994"/>
                  <a:pt x="854878" y="282994"/>
                </a:cubicBezTo>
                <a:cubicBezTo>
                  <a:pt x="854878" y="269450"/>
                  <a:pt x="867167" y="258982"/>
                  <a:pt x="880084" y="258982"/>
                </a:cubicBezTo>
                <a:cubicBezTo>
                  <a:pt x="943395" y="258982"/>
                  <a:pt x="943395" y="258982"/>
                  <a:pt x="943395" y="258982"/>
                </a:cubicBezTo>
                <a:cubicBezTo>
                  <a:pt x="956302" y="258982"/>
                  <a:pt x="966754" y="269450"/>
                  <a:pt x="966754" y="282994"/>
                </a:cubicBezTo>
                <a:cubicBezTo>
                  <a:pt x="966754" y="549532"/>
                  <a:pt x="966754" y="549532"/>
                  <a:pt x="966754" y="549532"/>
                </a:cubicBezTo>
                <a:cubicBezTo>
                  <a:pt x="966754" y="635705"/>
                  <a:pt x="1012245" y="692341"/>
                  <a:pt x="1101371" y="692341"/>
                </a:cubicBezTo>
                <a:cubicBezTo>
                  <a:pt x="1188041" y="692341"/>
                  <a:pt x="1239681" y="633248"/>
                  <a:pt x="1239681" y="550761"/>
                </a:cubicBezTo>
                <a:cubicBezTo>
                  <a:pt x="1239681" y="282994"/>
                  <a:pt x="1239681" y="282994"/>
                  <a:pt x="1239681" y="282994"/>
                </a:cubicBezTo>
                <a:cubicBezTo>
                  <a:pt x="1239681" y="269450"/>
                  <a:pt x="1251361" y="258982"/>
                  <a:pt x="1263650" y="258982"/>
                </a:cubicBezTo>
                <a:cubicBezTo>
                  <a:pt x="1326970" y="258982"/>
                  <a:pt x="1326970" y="258982"/>
                  <a:pt x="1326970" y="258982"/>
                </a:cubicBezTo>
                <a:moveTo>
                  <a:pt x="392011" y="-165"/>
                </a:moveTo>
                <a:cubicBezTo>
                  <a:pt x="175017" y="-165"/>
                  <a:pt x="-169" y="168494"/>
                  <a:pt x="-169" y="394408"/>
                </a:cubicBezTo>
                <a:cubicBezTo>
                  <a:pt x="-169" y="620322"/>
                  <a:pt x="175017" y="789600"/>
                  <a:pt x="392011" y="789600"/>
                </a:cubicBezTo>
                <a:cubicBezTo>
                  <a:pt x="428887" y="789600"/>
                  <a:pt x="465154" y="784676"/>
                  <a:pt x="498966" y="775437"/>
                </a:cubicBezTo>
                <a:cubicBezTo>
                  <a:pt x="541382" y="885012"/>
                  <a:pt x="541382" y="885012"/>
                  <a:pt x="541382" y="885012"/>
                </a:cubicBezTo>
                <a:cubicBezTo>
                  <a:pt x="545684" y="897319"/>
                  <a:pt x="554290" y="904710"/>
                  <a:pt x="570272" y="904710"/>
                </a:cubicBezTo>
                <a:cubicBezTo>
                  <a:pt x="637885" y="904710"/>
                  <a:pt x="637885" y="904710"/>
                  <a:pt x="637885" y="904710"/>
                </a:cubicBezTo>
                <a:cubicBezTo>
                  <a:pt x="653867" y="904710"/>
                  <a:pt x="666166" y="893633"/>
                  <a:pt x="658170" y="873316"/>
                </a:cubicBezTo>
                <a:cubicBezTo>
                  <a:pt x="603464" y="729279"/>
                  <a:pt x="603464" y="729279"/>
                  <a:pt x="603464" y="729279"/>
                </a:cubicBezTo>
                <a:cubicBezTo>
                  <a:pt x="712266" y="660946"/>
                  <a:pt x="784191" y="539683"/>
                  <a:pt x="784191" y="394408"/>
                </a:cubicBezTo>
                <a:cubicBezTo>
                  <a:pt x="784191" y="168494"/>
                  <a:pt x="608995" y="-165"/>
                  <a:pt x="392011" y="-165"/>
                </a:cubicBezTo>
                <a:moveTo>
                  <a:pt x="562895" y="623399"/>
                </a:moveTo>
                <a:cubicBezTo>
                  <a:pt x="513101" y="494744"/>
                  <a:pt x="513101" y="494744"/>
                  <a:pt x="513101" y="494744"/>
                </a:cubicBezTo>
                <a:cubicBezTo>
                  <a:pt x="508799" y="483667"/>
                  <a:pt x="500194" y="474428"/>
                  <a:pt x="481137" y="474428"/>
                </a:cubicBezTo>
                <a:cubicBezTo>
                  <a:pt x="416598" y="474428"/>
                  <a:pt x="416598" y="474428"/>
                  <a:pt x="416598" y="474428"/>
                </a:cubicBezTo>
                <a:cubicBezTo>
                  <a:pt x="400616" y="474428"/>
                  <a:pt x="387708" y="484896"/>
                  <a:pt x="395085" y="505212"/>
                </a:cubicBezTo>
                <a:cubicBezTo>
                  <a:pt x="460243" y="674491"/>
                  <a:pt x="460243" y="674491"/>
                  <a:pt x="460243" y="674491"/>
                </a:cubicBezTo>
                <a:cubicBezTo>
                  <a:pt x="438730" y="680025"/>
                  <a:pt x="415980" y="683111"/>
                  <a:pt x="392011" y="683111"/>
                </a:cubicBezTo>
                <a:cubicBezTo>
                  <a:pt x="232797" y="683111"/>
                  <a:pt x="120312" y="558152"/>
                  <a:pt x="120312" y="394408"/>
                </a:cubicBezTo>
                <a:cubicBezTo>
                  <a:pt x="120312" y="231283"/>
                  <a:pt x="232797" y="106324"/>
                  <a:pt x="392011" y="106324"/>
                </a:cubicBezTo>
                <a:cubicBezTo>
                  <a:pt x="551215" y="106324"/>
                  <a:pt x="663710" y="231283"/>
                  <a:pt x="663710" y="394408"/>
                </a:cubicBezTo>
                <a:cubicBezTo>
                  <a:pt x="663710" y="489820"/>
                  <a:pt x="625596" y="571687"/>
                  <a:pt x="562895" y="623399"/>
                </a:cubicBezTo>
                <a:moveTo>
                  <a:pt x="4915587" y="749586"/>
                </a:moveTo>
                <a:cubicBezTo>
                  <a:pt x="4921118" y="762511"/>
                  <a:pt x="4914359" y="775437"/>
                  <a:pt x="4898377" y="775437"/>
                </a:cubicBezTo>
                <a:cubicBezTo>
                  <a:pt x="4827680" y="775437"/>
                  <a:pt x="4827680" y="775437"/>
                  <a:pt x="4827680" y="775437"/>
                </a:cubicBezTo>
                <a:cubicBezTo>
                  <a:pt x="4814772" y="775437"/>
                  <a:pt x="4803711" y="769284"/>
                  <a:pt x="4799409" y="756358"/>
                </a:cubicBezTo>
                <a:cubicBezTo>
                  <a:pt x="4668476" y="403028"/>
                  <a:pt x="4668476" y="403028"/>
                  <a:pt x="4668476" y="403028"/>
                </a:cubicBezTo>
                <a:cubicBezTo>
                  <a:pt x="4535087" y="756358"/>
                  <a:pt x="4535087" y="756358"/>
                  <a:pt x="4535087" y="756358"/>
                </a:cubicBezTo>
                <a:cubicBezTo>
                  <a:pt x="4529556" y="769903"/>
                  <a:pt x="4520333" y="775437"/>
                  <a:pt x="4507425" y="775437"/>
                </a:cubicBezTo>
                <a:cubicBezTo>
                  <a:pt x="4444114" y="775437"/>
                  <a:pt x="4444114" y="775437"/>
                  <a:pt x="4444114" y="775437"/>
                </a:cubicBezTo>
                <a:cubicBezTo>
                  <a:pt x="4431197" y="775437"/>
                  <a:pt x="4421365" y="769903"/>
                  <a:pt x="4415834" y="756358"/>
                </a:cubicBezTo>
                <a:cubicBezTo>
                  <a:pt x="4281827" y="401180"/>
                  <a:pt x="4281827" y="401180"/>
                  <a:pt x="4281827" y="401180"/>
                </a:cubicBezTo>
                <a:cubicBezTo>
                  <a:pt x="4149665" y="756358"/>
                  <a:pt x="4149665" y="756358"/>
                  <a:pt x="4149665" y="756358"/>
                </a:cubicBezTo>
                <a:cubicBezTo>
                  <a:pt x="4144135" y="769284"/>
                  <a:pt x="4134302" y="775437"/>
                  <a:pt x="4121394" y="775437"/>
                </a:cubicBezTo>
                <a:cubicBezTo>
                  <a:pt x="4055009" y="775437"/>
                  <a:pt x="4055009" y="775437"/>
                  <a:pt x="4055009" y="775437"/>
                </a:cubicBezTo>
                <a:cubicBezTo>
                  <a:pt x="4042092" y="775437"/>
                  <a:pt x="4032259" y="769284"/>
                  <a:pt x="4026729" y="756358"/>
                </a:cubicBezTo>
                <a:cubicBezTo>
                  <a:pt x="3895796" y="401180"/>
                  <a:pt x="3895796" y="401180"/>
                  <a:pt x="3895796" y="401180"/>
                </a:cubicBezTo>
                <a:cubicBezTo>
                  <a:pt x="3760560" y="756358"/>
                  <a:pt x="3760560" y="756358"/>
                  <a:pt x="3760560" y="756358"/>
                </a:cubicBezTo>
                <a:cubicBezTo>
                  <a:pt x="3755030" y="769903"/>
                  <a:pt x="3745197" y="775437"/>
                  <a:pt x="3732289" y="775437"/>
                </a:cubicBezTo>
                <a:cubicBezTo>
                  <a:pt x="3668969" y="775437"/>
                  <a:pt x="3668969" y="775437"/>
                  <a:pt x="3668969" y="775437"/>
                </a:cubicBezTo>
                <a:cubicBezTo>
                  <a:pt x="3656061" y="775437"/>
                  <a:pt x="3646228" y="769903"/>
                  <a:pt x="3641317" y="756358"/>
                </a:cubicBezTo>
                <a:cubicBezTo>
                  <a:pt x="3509156" y="401180"/>
                  <a:pt x="3509156" y="401180"/>
                  <a:pt x="3509156" y="401180"/>
                </a:cubicBezTo>
                <a:cubicBezTo>
                  <a:pt x="3376995" y="756358"/>
                  <a:pt x="3376995" y="756358"/>
                  <a:pt x="3376995" y="756358"/>
                </a:cubicBezTo>
                <a:cubicBezTo>
                  <a:pt x="3372692" y="769284"/>
                  <a:pt x="3361622" y="775437"/>
                  <a:pt x="3348714" y="775437"/>
                </a:cubicBezTo>
                <a:cubicBezTo>
                  <a:pt x="3279873" y="775437"/>
                  <a:pt x="3279873" y="775437"/>
                  <a:pt x="3279873" y="775437"/>
                </a:cubicBezTo>
                <a:cubicBezTo>
                  <a:pt x="3263881" y="775437"/>
                  <a:pt x="3257742" y="762511"/>
                  <a:pt x="3262653" y="749586"/>
                </a:cubicBezTo>
                <a:cubicBezTo>
                  <a:pt x="3442152" y="279298"/>
                  <a:pt x="3442152" y="279298"/>
                  <a:pt x="3442152" y="279298"/>
                </a:cubicBezTo>
                <a:cubicBezTo>
                  <a:pt x="3447683" y="265754"/>
                  <a:pt x="3457515" y="258982"/>
                  <a:pt x="3470423" y="258982"/>
                </a:cubicBezTo>
                <a:cubicBezTo>
                  <a:pt x="3547879" y="258982"/>
                  <a:pt x="3547879" y="258982"/>
                  <a:pt x="3547879" y="258982"/>
                </a:cubicBezTo>
                <a:cubicBezTo>
                  <a:pt x="3560786" y="258982"/>
                  <a:pt x="3570010" y="265754"/>
                  <a:pt x="3575541" y="279298"/>
                </a:cubicBezTo>
                <a:cubicBezTo>
                  <a:pt x="3702171" y="622780"/>
                  <a:pt x="3702171" y="622780"/>
                  <a:pt x="3702171" y="622780"/>
                </a:cubicBezTo>
                <a:cubicBezTo>
                  <a:pt x="3830029" y="279298"/>
                  <a:pt x="3830029" y="279298"/>
                  <a:pt x="3830029" y="279298"/>
                </a:cubicBezTo>
                <a:cubicBezTo>
                  <a:pt x="3835560" y="265754"/>
                  <a:pt x="3845393" y="258982"/>
                  <a:pt x="3858300" y="258982"/>
                </a:cubicBezTo>
                <a:cubicBezTo>
                  <a:pt x="3934528" y="258982"/>
                  <a:pt x="3934528" y="258982"/>
                  <a:pt x="3934528" y="258982"/>
                </a:cubicBezTo>
                <a:cubicBezTo>
                  <a:pt x="3947436" y="258982"/>
                  <a:pt x="3957269" y="265754"/>
                  <a:pt x="3962181" y="279298"/>
                </a:cubicBezTo>
                <a:cubicBezTo>
                  <a:pt x="4089430" y="622780"/>
                  <a:pt x="4089430" y="622780"/>
                  <a:pt x="4089430" y="622780"/>
                </a:cubicBezTo>
                <a:cubicBezTo>
                  <a:pt x="4216060" y="279298"/>
                  <a:pt x="4216060" y="279298"/>
                  <a:pt x="4216060" y="279298"/>
                </a:cubicBezTo>
                <a:cubicBezTo>
                  <a:pt x="4221591" y="265754"/>
                  <a:pt x="4230805" y="258982"/>
                  <a:pt x="4243722" y="258982"/>
                </a:cubicBezTo>
                <a:cubicBezTo>
                  <a:pt x="4320559" y="258982"/>
                  <a:pt x="4320559" y="258982"/>
                  <a:pt x="4320559" y="258982"/>
                </a:cubicBezTo>
                <a:cubicBezTo>
                  <a:pt x="4332848" y="258982"/>
                  <a:pt x="4342681" y="265754"/>
                  <a:pt x="4348221" y="279298"/>
                </a:cubicBezTo>
                <a:cubicBezTo>
                  <a:pt x="4477307" y="622780"/>
                  <a:pt x="4477307" y="622780"/>
                  <a:pt x="4477307" y="622780"/>
                </a:cubicBezTo>
                <a:cubicBezTo>
                  <a:pt x="4602700" y="279298"/>
                  <a:pt x="4602700" y="279298"/>
                  <a:pt x="4602700" y="279298"/>
                </a:cubicBezTo>
                <a:cubicBezTo>
                  <a:pt x="4608231" y="265754"/>
                  <a:pt x="4618073" y="258982"/>
                  <a:pt x="4630981" y="258982"/>
                </a:cubicBezTo>
                <a:cubicBezTo>
                  <a:pt x="4708427" y="258982"/>
                  <a:pt x="4708427" y="258982"/>
                  <a:pt x="4708427" y="258982"/>
                </a:cubicBezTo>
                <a:cubicBezTo>
                  <a:pt x="4721344" y="258982"/>
                  <a:pt x="4730558" y="265754"/>
                  <a:pt x="4736089" y="279298"/>
                </a:cubicBezTo>
                <a:cubicBezTo>
                  <a:pt x="4915587" y="749586"/>
                  <a:pt x="4915587" y="749586"/>
                  <a:pt x="4915587" y="749586"/>
                </a:cubicBezTo>
                <a:moveTo>
                  <a:pt x="1941664" y="258982"/>
                </a:moveTo>
                <a:cubicBezTo>
                  <a:pt x="1877735" y="258982"/>
                  <a:pt x="1877735" y="258982"/>
                  <a:pt x="1877735" y="258982"/>
                </a:cubicBezTo>
                <a:cubicBezTo>
                  <a:pt x="1865446" y="258982"/>
                  <a:pt x="1853148" y="269450"/>
                  <a:pt x="1853148" y="283613"/>
                </a:cubicBezTo>
                <a:cubicBezTo>
                  <a:pt x="1853148" y="326695"/>
                  <a:pt x="1853148" y="326695"/>
                  <a:pt x="1853148" y="326695"/>
                </a:cubicBezTo>
                <a:cubicBezTo>
                  <a:pt x="1821183" y="278070"/>
                  <a:pt x="1758491" y="244208"/>
                  <a:pt x="1684720" y="244208"/>
                </a:cubicBezTo>
                <a:cubicBezTo>
                  <a:pt x="1545182" y="244208"/>
                  <a:pt x="1424700" y="355013"/>
                  <a:pt x="1424700" y="516290"/>
                </a:cubicBezTo>
                <a:cubicBezTo>
                  <a:pt x="1424700" y="680025"/>
                  <a:pt x="1545182" y="789600"/>
                  <a:pt x="1683492" y="789600"/>
                </a:cubicBezTo>
                <a:cubicBezTo>
                  <a:pt x="1758491" y="789600"/>
                  <a:pt x="1819955" y="755129"/>
                  <a:pt x="1853148" y="706495"/>
                </a:cubicBezTo>
                <a:cubicBezTo>
                  <a:pt x="1853148" y="752053"/>
                  <a:pt x="1853148" y="752053"/>
                  <a:pt x="1853148" y="752053"/>
                </a:cubicBezTo>
                <a:cubicBezTo>
                  <a:pt x="1853148" y="764978"/>
                  <a:pt x="1865446" y="775437"/>
                  <a:pt x="1877735" y="775437"/>
                </a:cubicBezTo>
                <a:cubicBezTo>
                  <a:pt x="1941664" y="775437"/>
                  <a:pt x="1941664" y="775437"/>
                  <a:pt x="1941664" y="775437"/>
                </a:cubicBezTo>
                <a:cubicBezTo>
                  <a:pt x="1954572" y="775437"/>
                  <a:pt x="1965023" y="764978"/>
                  <a:pt x="1965023" y="752053"/>
                </a:cubicBezTo>
                <a:cubicBezTo>
                  <a:pt x="1965023" y="283613"/>
                  <a:pt x="1965023" y="283613"/>
                  <a:pt x="1965023" y="283613"/>
                </a:cubicBezTo>
                <a:cubicBezTo>
                  <a:pt x="1965023" y="269450"/>
                  <a:pt x="1954572" y="258982"/>
                  <a:pt x="1941664" y="258982"/>
                </a:cubicBezTo>
                <a:moveTo>
                  <a:pt x="1696399" y="686187"/>
                </a:moveTo>
                <a:cubicBezTo>
                  <a:pt x="1604199" y="686187"/>
                  <a:pt x="1538423" y="611083"/>
                  <a:pt x="1538423" y="517519"/>
                </a:cubicBezTo>
                <a:cubicBezTo>
                  <a:pt x="1538423" y="422726"/>
                  <a:pt x="1604199" y="349469"/>
                  <a:pt x="1696399" y="349469"/>
                </a:cubicBezTo>
                <a:cubicBezTo>
                  <a:pt x="1787990" y="349469"/>
                  <a:pt x="1854375" y="422726"/>
                  <a:pt x="1854375" y="517519"/>
                </a:cubicBezTo>
                <a:cubicBezTo>
                  <a:pt x="1854375" y="611083"/>
                  <a:pt x="1787990" y="686187"/>
                  <a:pt x="1696399" y="686187"/>
                </a:cubicBezTo>
                <a:moveTo>
                  <a:pt x="2697743" y="702190"/>
                </a:moveTo>
                <a:cubicBezTo>
                  <a:pt x="2711888" y="719430"/>
                  <a:pt x="2700209" y="732355"/>
                  <a:pt x="2692831" y="737889"/>
                </a:cubicBezTo>
                <a:cubicBezTo>
                  <a:pt x="2648568" y="771131"/>
                  <a:pt x="2590179" y="789600"/>
                  <a:pt x="2526859" y="789600"/>
                </a:cubicBezTo>
                <a:cubicBezTo>
                  <a:pt x="2367036" y="789600"/>
                  <a:pt x="2260701" y="672024"/>
                  <a:pt x="2260701" y="517519"/>
                </a:cubicBezTo>
                <a:cubicBezTo>
                  <a:pt x="2260701" y="362404"/>
                  <a:pt x="2367036" y="244208"/>
                  <a:pt x="2526859" y="244208"/>
                </a:cubicBezTo>
                <a:cubicBezTo>
                  <a:pt x="2590179" y="244208"/>
                  <a:pt x="2648568" y="262068"/>
                  <a:pt x="2692831" y="295301"/>
                </a:cubicBezTo>
                <a:cubicBezTo>
                  <a:pt x="2700209" y="300844"/>
                  <a:pt x="2710660" y="312541"/>
                  <a:pt x="2697743" y="331010"/>
                </a:cubicBezTo>
                <a:cubicBezTo>
                  <a:pt x="2667625" y="372863"/>
                  <a:pt x="2667625" y="372863"/>
                  <a:pt x="2667625" y="372863"/>
                </a:cubicBezTo>
                <a:cubicBezTo>
                  <a:pt x="2655946" y="389484"/>
                  <a:pt x="2641810" y="385178"/>
                  <a:pt x="2630130" y="377177"/>
                </a:cubicBezTo>
                <a:cubicBezTo>
                  <a:pt x="2602468" y="359937"/>
                  <a:pt x="2568657" y="346393"/>
                  <a:pt x="2530553" y="346393"/>
                </a:cubicBezTo>
                <a:cubicBezTo>
                  <a:pt x="2436496" y="346393"/>
                  <a:pt x="2374414" y="421497"/>
                  <a:pt x="2374414" y="517519"/>
                </a:cubicBezTo>
                <a:cubicBezTo>
                  <a:pt x="2374414" y="612931"/>
                  <a:pt x="2436496" y="687416"/>
                  <a:pt x="2530553" y="687416"/>
                </a:cubicBezTo>
                <a:cubicBezTo>
                  <a:pt x="2568657" y="687416"/>
                  <a:pt x="2600012" y="672024"/>
                  <a:pt x="2628284" y="656022"/>
                </a:cubicBezTo>
                <a:cubicBezTo>
                  <a:pt x="2639963" y="649869"/>
                  <a:pt x="2652871" y="644325"/>
                  <a:pt x="2665788" y="661565"/>
                </a:cubicBezTo>
                <a:lnTo>
                  <a:pt x="2697743" y="702190"/>
                </a:lnTo>
                <a:close/>
                <a:moveTo>
                  <a:pt x="2996495" y="244827"/>
                </a:moveTo>
                <a:cubicBezTo>
                  <a:pt x="2845886" y="244827"/>
                  <a:pt x="2726024" y="363633"/>
                  <a:pt x="2726024" y="517519"/>
                </a:cubicBezTo>
                <a:cubicBezTo>
                  <a:pt x="2726024" y="672024"/>
                  <a:pt x="2845886" y="789600"/>
                  <a:pt x="2996495" y="789600"/>
                </a:cubicBezTo>
                <a:cubicBezTo>
                  <a:pt x="3147094" y="789600"/>
                  <a:pt x="3267575" y="672024"/>
                  <a:pt x="3267575" y="517519"/>
                </a:cubicBezTo>
                <a:cubicBezTo>
                  <a:pt x="3267575" y="363633"/>
                  <a:pt x="3147094" y="244827"/>
                  <a:pt x="2996495" y="244827"/>
                </a:cubicBezTo>
                <a:moveTo>
                  <a:pt x="2996495" y="684949"/>
                </a:moveTo>
                <a:cubicBezTo>
                  <a:pt x="2904285" y="684949"/>
                  <a:pt x="2838519" y="611083"/>
                  <a:pt x="2838519" y="517519"/>
                </a:cubicBezTo>
                <a:cubicBezTo>
                  <a:pt x="2838519" y="422726"/>
                  <a:pt x="2904285" y="349469"/>
                  <a:pt x="2996495" y="349469"/>
                </a:cubicBezTo>
                <a:cubicBezTo>
                  <a:pt x="3089314" y="349469"/>
                  <a:pt x="3154471" y="422726"/>
                  <a:pt x="3154471" y="517519"/>
                </a:cubicBezTo>
                <a:cubicBezTo>
                  <a:pt x="3154471" y="611083"/>
                  <a:pt x="3089314" y="684949"/>
                  <a:pt x="2996495" y="684949"/>
                </a:cubicBezTo>
                <a:moveTo>
                  <a:pt x="2163569" y="13989"/>
                </a:moveTo>
                <a:cubicBezTo>
                  <a:pt x="2177715" y="13989"/>
                  <a:pt x="2187548" y="25686"/>
                  <a:pt x="2187548" y="38611"/>
                </a:cubicBezTo>
                <a:cubicBezTo>
                  <a:pt x="2187548" y="750815"/>
                  <a:pt x="2187548" y="750815"/>
                  <a:pt x="2187548" y="750815"/>
                </a:cubicBezTo>
                <a:cubicBezTo>
                  <a:pt x="2187548" y="763750"/>
                  <a:pt x="2177715" y="775437"/>
                  <a:pt x="2163569" y="775437"/>
                </a:cubicBezTo>
                <a:cubicBezTo>
                  <a:pt x="2100259" y="775437"/>
                  <a:pt x="2100259" y="775437"/>
                  <a:pt x="2100259" y="775437"/>
                </a:cubicBezTo>
                <a:cubicBezTo>
                  <a:pt x="2087351" y="775437"/>
                  <a:pt x="2075672" y="763750"/>
                  <a:pt x="2075672" y="750815"/>
                </a:cubicBezTo>
                <a:cubicBezTo>
                  <a:pt x="2075672" y="38611"/>
                  <a:pt x="2075672" y="38611"/>
                  <a:pt x="2075672" y="38611"/>
                </a:cubicBezTo>
                <a:cubicBezTo>
                  <a:pt x="2075672" y="25686"/>
                  <a:pt x="2087351" y="13989"/>
                  <a:pt x="2100259" y="13989"/>
                </a:cubicBezTo>
                <a:cubicBezTo>
                  <a:pt x="2163569" y="13989"/>
                  <a:pt x="2163569" y="13989"/>
                  <a:pt x="2163569" y="13989"/>
                </a:cubicBezTo>
              </a:path>
            </a:pathLst>
          </a:custGeom>
          <a:solidFill>
            <a:schemeClr val="tx1"/>
          </a:solidFill>
          <a:ln w="9507" cap="flat">
            <a:noFill/>
            <a:prstDash val="solid"/>
            <a:miter/>
          </a:ln>
        </p:spPr>
        <p:txBody>
          <a:bodyPr rtlCol="0" anchor="ctr"/>
          <a:lstStyle/>
          <a:p>
            <a:endParaRPr lang="en-US"/>
          </a:p>
        </p:txBody>
      </p:sp>
      <p:sp>
        <p:nvSpPr>
          <p:cNvPr id="4" name="Title 2">
            <a:extLst>
              <a:ext uri="{FF2B5EF4-FFF2-40B4-BE49-F238E27FC236}">
                <a16:creationId xmlns:a16="http://schemas.microsoft.com/office/drawing/2014/main" id="{AE26A26D-3BB6-3DA7-C72C-3F2C422C0EEE}"/>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6" name="Text Placeholder 7">
            <a:extLst>
              <a:ext uri="{FF2B5EF4-FFF2-40B4-BE49-F238E27FC236}">
                <a16:creationId xmlns:a16="http://schemas.microsoft.com/office/drawing/2014/main" id="{D96B860C-1568-499C-1342-E093FBA54CA3}"/>
              </a:ext>
            </a:extLst>
          </p:cNvPr>
          <p:cNvSpPr>
            <a:spLocks noGrp="1"/>
          </p:cNvSpPr>
          <p:nvPr>
            <p:ph type="body" sz="quarter" idx="10" hasCustomPrompt="1"/>
          </p:nvPr>
        </p:nvSpPr>
        <p:spPr bwMode="gray">
          <a:xfrm>
            <a:off x="515937" y="4080516"/>
            <a:ext cx="4787901"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 typeface="Microsoft Sans Serif" panose="020B0604020202020204" pitchFamily="34" charset="0"/>
              <a:buChar char="​"/>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sp>
        <p:nvSpPr>
          <p:cNvPr id="5" name="Text Placeholder 22">
            <a:extLst>
              <a:ext uri="{FF2B5EF4-FFF2-40B4-BE49-F238E27FC236}">
                <a16:creationId xmlns:a16="http://schemas.microsoft.com/office/drawing/2014/main" id="{39A1C756-596E-F77D-84E5-F1DB03F7856F}"/>
              </a:ext>
            </a:extLst>
          </p:cNvPr>
          <p:cNvSpPr>
            <a:spLocks noGrp="1"/>
          </p:cNvSpPr>
          <p:nvPr>
            <p:ph type="body" sz="quarter" idx="13" hasCustomPrompt="1"/>
          </p:nvPr>
        </p:nvSpPr>
        <p:spPr>
          <a:xfrm>
            <a:off x="515939" y="4625412"/>
            <a:ext cx="4786822" cy="263149"/>
          </a:xfrm>
        </p:spPr>
        <p:txBody>
          <a:bodyPr wrap="square" anchor="t">
            <a:noAutofit/>
          </a:bodyPr>
          <a:lstStyle>
            <a:lvl1pPr marL="0" indent="0">
              <a:buNone/>
              <a:defRPr sz="1600" spc="0">
                <a:solidFill>
                  <a:schemeClr val="tx1"/>
                </a:solidFill>
              </a:defRPr>
            </a:lvl1pPr>
          </a:lstStyle>
          <a:p>
            <a:pPr lvl="0"/>
            <a:r>
              <a:rPr lang="en-US"/>
              <a:t>Date</a:t>
            </a:r>
          </a:p>
        </p:txBody>
      </p:sp>
      <p:grpSp>
        <p:nvGrpSpPr>
          <p:cNvPr id="16" name="Group 15">
            <a:extLst>
              <a:ext uri="{FF2B5EF4-FFF2-40B4-BE49-F238E27FC236}">
                <a16:creationId xmlns:a16="http://schemas.microsoft.com/office/drawing/2014/main" id="{8E16927F-82CD-278F-FF9D-C6A28CC273C4}"/>
              </a:ext>
            </a:extLst>
          </p:cNvPr>
          <p:cNvGrpSpPr/>
          <p:nvPr userDrawn="1"/>
        </p:nvGrpSpPr>
        <p:grpSpPr>
          <a:xfrm>
            <a:off x="12290489" y="-1"/>
            <a:ext cx="2910882" cy="6858001"/>
            <a:chOff x="12290489" y="-1"/>
            <a:chExt cx="2910882" cy="6858001"/>
          </a:xfrm>
        </p:grpSpPr>
        <p:sp>
          <p:nvSpPr>
            <p:cNvPr id="8" name="Rectangle 7">
              <a:extLst>
                <a:ext uri="{FF2B5EF4-FFF2-40B4-BE49-F238E27FC236}">
                  <a16:creationId xmlns:a16="http://schemas.microsoft.com/office/drawing/2014/main" id="{7CF50A69-0086-3DFD-F8A1-D5E846AB33E5}"/>
                </a:ext>
              </a:extLst>
            </p:cNvPr>
            <p:cNvSpPr/>
            <p:nvPr userDrawn="1"/>
          </p:nvSpPr>
          <p:spPr>
            <a:xfrm>
              <a:off x="12290489" y="-1"/>
              <a:ext cx="2735151"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ptos" panose="020B0004020202020204" pitchFamily="34" charset="0"/>
                <a:cs typeface="Aparajita" panose="02020603050405020304" pitchFamily="18" charset="0"/>
              </a:endParaRPr>
            </a:p>
          </p:txBody>
        </p:sp>
        <p:grpSp>
          <p:nvGrpSpPr>
            <p:cNvPr id="15" name="Group 14">
              <a:extLst>
                <a:ext uri="{FF2B5EF4-FFF2-40B4-BE49-F238E27FC236}">
                  <a16:creationId xmlns:a16="http://schemas.microsoft.com/office/drawing/2014/main" id="{77113677-2D7C-DD8C-5EFC-327EE41809C0}"/>
                </a:ext>
              </a:extLst>
            </p:cNvPr>
            <p:cNvGrpSpPr/>
            <p:nvPr userDrawn="1"/>
          </p:nvGrpSpPr>
          <p:grpSpPr>
            <a:xfrm>
              <a:off x="12429548" y="173148"/>
              <a:ext cx="2771823" cy="5642861"/>
              <a:chOff x="12429548" y="173148"/>
              <a:chExt cx="2771823" cy="5642861"/>
            </a:xfrm>
          </p:grpSpPr>
          <p:grpSp>
            <p:nvGrpSpPr>
              <p:cNvPr id="7" name="Group 6">
                <a:extLst>
                  <a:ext uri="{FF2B5EF4-FFF2-40B4-BE49-F238E27FC236}">
                    <a16:creationId xmlns:a16="http://schemas.microsoft.com/office/drawing/2014/main" id="{159C415E-F380-7375-5AD3-2E9ACD4DF94C}"/>
                  </a:ext>
                </a:extLst>
              </p:cNvPr>
              <p:cNvGrpSpPr/>
              <p:nvPr userDrawn="1"/>
            </p:nvGrpSpPr>
            <p:grpSpPr>
              <a:xfrm>
                <a:off x="12449814" y="173148"/>
                <a:ext cx="2751557" cy="2005214"/>
                <a:chOff x="12449814" y="173148"/>
                <a:chExt cx="2751557" cy="2005214"/>
              </a:xfrm>
            </p:grpSpPr>
            <p:grpSp>
              <p:nvGrpSpPr>
                <p:cNvPr id="2" name="Group 1">
                  <a:extLst>
                    <a:ext uri="{FF2B5EF4-FFF2-40B4-BE49-F238E27FC236}">
                      <a16:creationId xmlns:a16="http://schemas.microsoft.com/office/drawing/2014/main" id="{5D4D145D-9446-D229-C022-A3ECE1F64AB9}"/>
                    </a:ext>
                  </a:extLst>
                </p:cNvPr>
                <p:cNvGrpSpPr/>
                <p:nvPr userDrawn="1"/>
              </p:nvGrpSpPr>
              <p:grpSpPr>
                <a:xfrm>
                  <a:off x="12449814" y="173148"/>
                  <a:ext cx="1534074" cy="249864"/>
                  <a:chOff x="12449814" y="173148"/>
                  <a:chExt cx="1534074" cy="249864"/>
                </a:xfrm>
              </p:grpSpPr>
              <p:sp>
                <p:nvSpPr>
                  <p:cNvPr id="9" name="TextBox 8">
                    <a:extLst>
                      <a:ext uri="{FF2B5EF4-FFF2-40B4-BE49-F238E27FC236}">
                        <a16:creationId xmlns:a16="http://schemas.microsoft.com/office/drawing/2014/main" id="{A3057112-442E-4CD7-B1AB-27BCA434F0CD}"/>
                      </a:ext>
                    </a:extLst>
                  </p:cNvPr>
                  <p:cNvSpPr txBox="1"/>
                  <p:nvPr userDrawn="1"/>
                </p:nvSpPr>
                <p:spPr>
                  <a:xfrm>
                    <a:off x="12449814" y="173148"/>
                    <a:ext cx="1534074" cy="169277"/>
                  </a:xfrm>
                  <a:prstGeom prst="rect">
                    <a:avLst/>
                  </a:prstGeom>
                </p:spPr>
                <p:txBody>
                  <a:bodyPr vert="horz" wrap="none" lIns="0" tIns="0" rIns="0" bIns="0" rtlCol="0" anchor="t">
                    <a:spAutoFit/>
                  </a:bodyPr>
                  <a:lstStyle>
                    <a:defPPr>
                      <a:defRPr lang="en-US"/>
                    </a:defPPr>
                    <a:lvl1pPr>
                      <a:defRPr sz="1100">
                        <a:solidFill>
                          <a:schemeClr val="accent2"/>
                        </a:solidFill>
                        <a:latin typeface="Arial" charset="0"/>
                        <a:ea typeface="Arial" charset="0"/>
                        <a:cs typeface="Arial" charset="0"/>
                      </a:defRPr>
                    </a:lvl1pPr>
                  </a:lstStyle>
                  <a:p>
                    <a:pPr lvl="0"/>
                    <a:r>
                      <a:rPr lang="en-US" b="1">
                        <a:solidFill>
                          <a:schemeClr val="bg1"/>
                        </a:solidFill>
                        <a:latin typeface="Aptos" panose="020B0004020202020204" pitchFamily="34" charset="0"/>
                        <a:cs typeface="Aparajita" panose="02020603050405020304" pitchFamily="18" charset="0"/>
                      </a:rPr>
                      <a:t>HOW TO ADD AN IMAGE</a:t>
                    </a:r>
                  </a:p>
                </p:txBody>
              </p:sp>
              <p:cxnSp>
                <p:nvCxnSpPr>
                  <p:cNvPr id="10" name="Straight Connector 9">
                    <a:extLst>
                      <a:ext uri="{FF2B5EF4-FFF2-40B4-BE49-F238E27FC236}">
                        <a16:creationId xmlns:a16="http://schemas.microsoft.com/office/drawing/2014/main" id="{7E6860D8-A0E2-7509-3307-FE6ABC7193BB}"/>
                      </a:ext>
                    </a:extLst>
                  </p:cNvPr>
                  <p:cNvCxnSpPr>
                    <a:cxnSpLocks/>
                  </p:cNvCxnSpPr>
                  <p:nvPr userDrawn="1"/>
                </p:nvCxnSpPr>
                <p:spPr>
                  <a:xfrm>
                    <a:off x="12449814" y="423012"/>
                    <a:ext cx="270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8C0ED071-E3D5-D617-0311-6EA1B0C02087}"/>
                    </a:ext>
                  </a:extLst>
                </p:cNvPr>
                <p:cNvGrpSpPr/>
                <p:nvPr userDrawn="1"/>
              </p:nvGrpSpPr>
              <p:grpSpPr>
                <a:xfrm>
                  <a:off x="12449814" y="545515"/>
                  <a:ext cx="2751557" cy="1632847"/>
                  <a:chOff x="12449814" y="545515"/>
                  <a:chExt cx="2751557" cy="1632847"/>
                </a:xfrm>
              </p:grpSpPr>
              <p:sp>
                <p:nvSpPr>
                  <p:cNvPr id="11" name="TextBox 10">
                    <a:extLst>
                      <a:ext uri="{FF2B5EF4-FFF2-40B4-BE49-F238E27FC236}">
                        <a16:creationId xmlns:a16="http://schemas.microsoft.com/office/drawing/2014/main" id="{16DA6383-5AF6-171A-518D-549F73EC7D6A}"/>
                      </a:ext>
                    </a:extLst>
                  </p:cNvPr>
                  <p:cNvSpPr txBox="1"/>
                  <p:nvPr userDrawn="1"/>
                </p:nvSpPr>
                <p:spPr>
                  <a:xfrm>
                    <a:off x="12614407" y="1281322"/>
                    <a:ext cx="1828957" cy="897040"/>
                  </a:xfrm>
                  <a:prstGeom prst="rect">
                    <a:avLst/>
                  </a:prstGeom>
                </p:spPr>
                <p:txBody>
                  <a:bodyPr vert="horz" wrap="square" lIns="0" tIns="0" rIns="0" bIns="0" rtlCol="0" anchor="t">
                    <a:spAutoFit/>
                  </a:bodyPr>
                  <a:lstStyle>
                    <a:defPPr>
                      <a:defRPr lang="en-US"/>
                    </a:defPPr>
                    <a:lvl1pPr lvl="0">
                      <a:spcBef>
                        <a:spcPts val="900"/>
                      </a:spcBef>
                      <a:spcAft>
                        <a:spcPts val="300"/>
                      </a:spcAft>
                      <a:defRPr sz="800" b="1" cap="all" spc="20" baseline="0">
                        <a:solidFill>
                          <a:schemeClr val="bg1"/>
                        </a:solidFill>
                        <a:latin typeface="Arial" charset="0"/>
                        <a:ea typeface="Arial" charset="0"/>
                        <a:cs typeface="Arial" charset="0"/>
                      </a:defRPr>
                    </a:lvl1pPr>
                    <a:lvl2pPr marL="0" lvl="1" indent="0">
                      <a:lnSpc>
                        <a:spcPct val="90000"/>
                      </a:lnSpc>
                      <a:spcAft>
                        <a:spcPts val="300"/>
                      </a:spcAft>
                      <a:tabLst/>
                      <a:defRPr sz="12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marL="0" lvl="0" indent="0">
                      <a:buFont typeface="Arial" panose="020B0604020202020204" pitchFamily="34" charset="0"/>
                      <a:buNone/>
                    </a:pPr>
                    <a:r>
                      <a:rPr lang="en-US" sz="600" b="1">
                        <a:latin typeface="Aptos" panose="020B0004020202020204" pitchFamily="34" charset="0"/>
                        <a:cs typeface="Aparajita" panose="02020603050405020304" pitchFamily="18" charset="0"/>
                      </a:rPr>
                      <a:t>Method 1: </a:t>
                    </a:r>
                    <a:r>
                      <a:rPr lang="en-US" sz="600" b="0">
                        <a:latin typeface="Aptos" panose="020B0004020202020204" pitchFamily="34" charset="0"/>
                        <a:cs typeface="Aparajita" panose="02020603050405020304" pitchFamily="18" charset="0"/>
                      </a:rPr>
                      <a:t>from file browser</a:t>
                    </a:r>
                  </a:p>
                  <a:p>
                    <a:pPr lvl="1">
                      <a:buNone/>
                    </a:pPr>
                    <a:r>
                      <a:rPr lang="en-US" sz="1050">
                        <a:latin typeface="Aptos" panose="020B0004020202020204" pitchFamily="34" charset="0"/>
                        <a:cs typeface="Aparajita" panose="02020603050405020304" pitchFamily="18" charset="0"/>
                      </a:rPr>
                      <a:t>Drag the image onto the slide.</a:t>
                    </a:r>
                  </a:p>
                  <a:p>
                    <a:pPr marL="0" marR="0" lvl="1" indent="0" algn="l" defTabSz="914400" rtl="0" eaLnBrk="1" fontAlgn="auto" latinLnBrk="0" hangingPunct="1">
                      <a:lnSpc>
                        <a:spcPct val="90000"/>
                      </a:lnSpc>
                      <a:spcBef>
                        <a:spcPts val="0"/>
                      </a:spcBef>
                      <a:spcAft>
                        <a:spcPts val="300"/>
                      </a:spcAft>
                      <a:buClrTx/>
                      <a:buSzTx/>
                      <a:buFontTx/>
                      <a:buNone/>
                      <a:tabLst/>
                      <a:defRPr/>
                    </a:pPr>
                    <a:r>
                      <a:rPr lang="en-US" sz="700">
                        <a:latin typeface="Aptos" panose="020B0004020202020204" pitchFamily="34" charset="0"/>
                        <a:cs typeface="Aparajita" panose="02020603050405020304" pitchFamily="18" charset="0"/>
                      </a:rPr>
                      <a:t>Note: The image placeholder is on the bottom. To change and existing image, select the overlay, right-click &gt; </a:t>
                    </a:r>
                    <a:r>
                      <a:rPr lang="en-US" sz="700" i="1">
                        <a:latin typeface="Aptos" panose="020B0004020202020204" pitchFamily="34" charset="0"/>
                        <a:cs typeface="Aparajita" panose="02020603050405020304" pitchFamily="18" charset="0"/>
                      </a:rPr>
                      <a:t>Send to Back…</a:t>
                    </a:r>
                    <a:r>
                      <a:rPr lang="en-US" sz="700">
                        <a:latin typeface="Aptos" panose="020B0004020202020204" pitchFamily="34" charset="0"/>
                        <a:cs typeface="Aparajita" panose="02020603050405020304" pitchFamily="18" charset="0"/>
                      </a:rPr>
                      <a:t> &gt; Send to Back. Next, use the tip below to change the image. Then, reset the slide or send the image to the back again.</a:t>
                    </a:r>
                    <a:endParaRPr lang="en-US" sz="1000">
                      <a:latin typeface="Aptos" panose="020B0004020202020204" pitchFamily="34" charset="0"/>
                      <a:cs typeface="Aparajita" panose="02020603050405020304" pitchFamily="18" charset="0"/>
                    </a:endParaRPr>
                  </a:p>
                </p:txBody>
              </p:sp>
              <p:sp>
                <p:nvSpPr>
                  <p:cNvPr id="12" name="TextBox 11">
                    <a:extLst>
                      <a:ext uri="{FF2B5EF4-FFF2-40B4-BE49-F238E27FC236}">
                        <a16:creationId xmlns:a16="http://schemas.microsoft.com/office/drawing/2014/main" id="{77A83939-F838-416B-1CFC-06BB970803B4}"/>
                      </a:ext>
                    </a:extLst>
                  </p:cNvPr>
                  <p:cNvSpPr txBox="1">
                    <a:spLocks noChangeAspect="1"/>
                  </p:cNvSpPr>
                  <p:nvPr/>
                </p:nvSpPr>
                <p:spPr>
                  <a:xfrm>
                    <a:off x="12449814" y="566082"/>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1</a:t>
                    </a:r>
                  </a:p>
                </p:txBody>
              </p:sp>
              <p:sp>
                <p:nvSpPr>
                  <p:cNvPr id="13" name="TextBox 12">
                    <a:extLst>
                      <a:ext uri="{FF2B5EF4-FFF2-40B4-BE49-F238E27FC236}">
                        <a16:creationId xmlns:a16="http://schemas.microsoft.com/office/drawing/2014/main" id="{2189B7A8-17CF-B28A-1454-915888893AB4}"/>
                      </a:ext>
                    </a:extLst>
                  </p:cNvPr>
                  <p:cNvSpPr txBox="1">
                    <a:spLocks noChangeAspect="1"/>
                  </p:cNvSpPr>
                  <p:nvPr/>
                </p:nvSpPr>
                <p:spPr>
                  <a:xfrm>
                    <a:off x="12449814" y="1018081"/>
                    <a:ext cx="114706" cy="114706"/>
                  </a:xfrm>
                  <a:prstGeom prst="ellipse">
                    <a:avLst/>
                  </a:prstGeom>
                  <a:solidFill>
                    <a:schemeClr val="accent1"/>
                  </a:solidFill>
                </p:spPr>
                <p:txBody>
                  <a:bodyPr vert="horz" wrap="none" lIns="0" tIns="0" rIns="0" bIns="0" rtlCol="0" anchor="ctr">
                    <a:noAutofit/>
                  </a:bodyPr>
                  <a:lstStyle/>
                  <a:p>
                    <a:pPr algn="ctr"/>
                    <a:r>
                      <a:rPr lang="en-US" sz="500">
                        <a:solidFill>
                          <a:schemeClr val="tx1"/>
                        </a:solidFill>
                        <a:latin typeface="Aptos" panose="020B0004020202020204" pitchFamily="34" charset="0"/>
                        <a:ea typeface="Arial" charset="0"/>
                        <a:cs typeface="Aparajita" panose="02020603050405020304" pitchFamily="18" charset="0"/>
                      </a:rPr>
                      <a:t>2</a:t>
                    </a:r>
                  </a:p>
                </p:txBody>
              </p:sp>
              <p:sp>
                <p:nvSpPr>
                  <p:cNvPr id="14" name="TextBox 13">
                    <a:extLst>
                      <a:ext uri="{FF2B5EF4-FFF2-40B4-BE49-F238E27FC236}">
                        <a16:creationId xmlns:a16="http://schemas.microsoft.com/office/drawing/2014/main" id="{973E0BBC-9695-998B-B368-22C8F079394D}"/>
                      </a:ext>
                    </a:extLst>
                  </p:cNvPr>
                  <p:cNvSpPr txBox="1"/>
                  <p:nvPr userDrawn="1"/>
                </p:nvSpPr>
                <p:spPr>
                  <a:xfrm>
                    <a:off x="12614406" y="545515"/>
                    <a:ext cx="2586965" cy="612988"/>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0">
                      <a:spcBef>
                        <a:spcPts val="700"/>
                      </a:spcBef>
                    </a:pPr>
                    <a:r>
                      <a:rPr lang="en-US">
                        <a:latin typeface="Aptos" panose="020B0004020202020204" pitchFamily="34" charset="0"/>
                        <a:cs typeface="Aparajita" panose="02020603050405020304" pitchFamily="18" charset="0"/>
                      </a:rPr>
                      <a:t>Source images from the </a:t>
                    </a:r>
                    <a:r>
                      <a:rPr lang="en-US">
                        <a:solidFill>
                          <a:schemeClr val="accent1"/>
                        </a:solidFill>
                        <a:latin typeface="Aptos" panose="020B0004020202020204" pitchFamily="34" charset="0"/>
                        <a:cs typeface="Aparajita" panose="02020603050405020304" pitchFamily="18" charset="0"/>
                      </a:rPr>
                      <a:t>Qualcomm Brand Portal</a:t>
                    </a:r>
                  </a:p>
                  <a:p>
                    <a:pPr lvl="0">
                      <a:spcBef>
                        <a:spcPts val="700"/>
                      </a:spcBef>
                    </a:pPr>
                    <a:r>
                      <a:rPr lang="en-US">
                        <a:latin typeface="Aptos" panose="020B0004020202020204" pitchFamily="34" charset="0"/>
                        <a:cs typeface="Aparajita" panose="02020603050405020304" pitchFamily="18" charset="0"/>
                      </a:rPr>
                      <a:t>Add the image to the placeholder.</a:t>
                    </a:r>
                  </a:p>
                </p:txBody>
              </p:sp>
            </p:grpSp>
          </p:grpSp>
          <p:grpSp>
            <p:nvGrpSpPr>
              <p:cNvPr id="17" name="Group 16">
                <a:extLst>
                  <a:ext uri="{FF2B5EF4-FFF2-40B4-BE49-F238E27FC236}">
                    <a16:creationId xmlns:a16="http://schemas.microsoft.com/office/drawing/2014/main" id="{9EAD45E2-1365-A92C-1F7B-8B35FD5E3817}"/>
                  </a:ext>
                </a:extLst>
              </p:cNvPr>
              <p:cNvGrpSpPr/>
              <p:nvPr userDrawn="1"/>
            </p:nvGrpSpPr>
            <p:grpSpPr>
              <a:xfrm>
                <a:off x="12429548" y="2309174"/>
                <a:ext cx="2735151" cy="1280928"/>
                <a:chOff x="9286315" y="6976989"/>
                <a:chExt cx="2735151" cy="1280928"/>
              </a:xfrm>
            </p:grpSpPr>
            <p:sp>
              <p:nvSpPr>
                <p:cNvPr id="29" name="Rectangle 28">
                  <a:extLst>
                    <a:ext uri="{FF2B5EF4-FFF2-40B4-BE49-F238E27FC236}">
                      <a16:creationId xmlns:a16="http://schemas.microsoft.com/office/drawing/2014/main" id="{2C75C5B4-54FD-CD9F-6004-24A5CF5AB881}"/>
                    </a:ext>
                  </a:extLst>
                </p:cNvPr>
                <p:cNvSpPr/>
                <p:nvPr userDrawn="1"/>
              </p:nvSpPr>
              <p:spPr>
                <a:xfrm>
                  <a:off x="9286315" y="6976989"/>
                  <a:ext cx="2735151" cy="128092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30" name="TextBox 29">
                  <a:extLst>
                    <a:ext uri="{FF2B5EF4-FFF2-40B4-BE49-F238E27FC236}">
                      <a16:creationId xmlns:a16="http://schemas.microsoft.com/office/drawing/2014/main" id="{12AA6BDC-9581-2416-8FCF-B639C7874A6F}"/>
                    </a:ext>
                  </a:extLst>
                </p:cNvPr>
                <p:cNvSpPr txBox="1"/>
                <p:nvPr userDrawn="1"/>
              </p:nvSpPr>
              <p:spPr>
                <a:xfrm>
                  <a:off x="9970738" y="7105788"/>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Cropping Images</a:t>
                  </a:r>
                </a:p>
              </p:txBody>
            </p:sp>
            <p:pic>
              <p:nvPicPr>
                <p:cNvPr id="31" name="Graphic 30">
                  <a:extLst>
                    <a:ext uri="{FF2B5EF4-FFF2-40B4-BE49-F238E27FC236}">
                      <a16:creationId xmlns:a16="http://schemas.microsoft.com/office/drawing/2014/main" id="{707DE680-B659-AA14-3DA6-FB810A70960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446538" y="7116071"/>
                  <a:ext cx="155227" cy="155227"/>
                </a:xfrm>
                <a:prstGeom prst="rect">
                  <a:avLst/>
                </a:prstGeom>
              </p:spPr>
            </p:pic>
            <p:sp>
              <p:nvSpPr>
                <p:cNvPr id="32" name="TextBox 31">
                  <a:extLst>
                    <a:ext uri="{FF2B5EF4-FFF2-40B4-BE49-F238E27FC236}">
                      <a16:creationId xmlns:a16="http://schemas.microsoft.com/office/drawing/2014/main" id="{4AA67D63-8AA8-4A9B-3D31-E4198794E6D0}"/>
                    </a:ext>
                  </a:extLst>
                </p:cNvPr>
                <p:cNvSpPr txBox="1"/>
                <p:nvPr userDrawn="1"/>
              </p:nvSpPr>
              <p:spPr>
                <a:xfrm>
                  <a:off x="9446538" y="7369972"/>
                  <a:ext cx="2384904" cy="738664"/>
                </a:xfrm>
                <a:prstGeom prst="rect">
                  <a:avLst/>
                </a:prstGeom>
              </p:spPr>
              <p:txBody>
                <a:bodyPr vert="horz" wrap="square" lIns="0" tIns="0" rIns="0" bIns="0" rtlCol="0" anchor="t">
                  <a:spAutoFit/>
                </a:bodyPr>
                <a:lstStyle>
                  <a:defPPr>
                    <a:defRPr lang="en-US"/>
                  </a:defPPr>
                  <a:lvl1pPr lvl="0">
                    <a:spcBef>
                      <a:spcPts val="1000"/>
                    </a:spcBef>
                    <a:spcAft>
                      <a:spcPts val="300"/>
                    </a:spcAft>
                    <a:defRPr sz="1050" b="0" cap="none" spc="0" baseline="0">
                      <a:solidFill>
                        <a:schemeClr val="bg1"/>
                      </a:solidFill>
                      <a:latin typeface="Arial" charset="0"/>
                      <a:ea typeface="Arial" charset="0"/>
                      <a:cs typeface="Arial" charset="0"/>
                    </a:defRPr>
                  </a:lvl1pPr>
                  <a:lvl2pPr marL="134938" lvl="1" indent="-131763">
                    <a:lnSpc>
                      <a:spcPct val="90000"/>
                    </a:lnSpc>
                    <a:spcAft>
                      <a:spcPts val="300"/>
                    </a:spcAft>
                    <a:buFont typeface="Wingdings" pitchFamily="2" charset="2"/>
                    <a:buChar char="§"/>
                    <a:tabLst/>
                    <a:defRPr sz="900">
                      <a:solidFill>
                        <a:schemeClr val="bg1"/>
                      </a:solidFill>
                      <a:latin typeface="Arial" charset="0"/>
                      <a:ea typeface="Arial" charset="0"/>
                      <a:cs typeface="Arial" charset="0"/>
                    </a:defRPr>
                  </a:lvl2pPr>
                  <a:lvl3pPr marL="11113" lvl="2" indent="0">
                    <a:spcBef>
                      <a:spcPts val="300"/>
                    </a:spcBef>
                    <a:buFont typeface="Wingdings" pitchFamily="2" charset="2"/>
                    <a:buNone/>
                    <a:tabLst/>
                    <a:defRPr sz="800">
                      <a:solidFill>
                        <a:schemeClr val="bg1">
                          <a:lumMod val="85000"/>
                        </a:schemeClr>
                      </a:solidFill>
                    </a:defRPr>
                  </a:lvl3pPr>
                </a:lstStyle>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Right-click on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Choose “Crop” from the menu. (           )</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Adjust the size and position of the image.</a:t>
                  </a:r>
                </a:p>
                <a:p>
                  <a:pPr lvl="1">
                    <a:defRPr/>
                  </a:pPr>
                  <a:r>
                    <a:rPr lang="en-US" sz="900" kern="1200">
                      <a:solidFill>
                        <a:schemeClr val="tx1">
                          <a:lumMod val="50000"/>
                          <a:lumOff val="50000"/>
                        </a:schemeClr>
                      </a:solidFill>
                      <a:latin typeface="Aptos" panose="020B0004020202020204" pitchFamily="34" charset="0"/>
                      <a:cs typeface="Aparajita" panose="02020603050405020304" pitchFamily="18" charset="0"/>
                    </a:rPr>
                    <a:t>Press Esc or click outside the image area to exit the cropping mode.</a:t>
                  </a:r>
                </a:p>
              </p:txBody>
            </p:sp>
            <p:pic>
              <p:nvPicPr>
                <p:cNvPr id="33" name="Picture 32">
                  <a:extLst>
                    <a:ext uri="{FF2B5EF4-FFF2-40B4-BE49-F238E27FC236}">
                      <a16:creationId xmlns:a16="http://schemas.microsoft.com/office/drawing/2014/main" id="{A72EF414-721B-FBA5-FD95-E553CFAC16CB}"/>
                    </a:ext>
                  </a:extLst>
                </p:cNvPr>
                <p:cNvPicPr>
                  <a:picLocks noChangeAspect="1"/>
                </p:cNvPicPr>
                <p:nvPr userDrawn="1"/>
              </p:nvPicPr>
              <p:blipFill rotWithShape="1">
                <a:blip r:embed="rId3"/>
                <a:srcRect l="33684" t="12097" r="43371" b="20368"/>
                <a:stretch/>
              </p:blipFill>
              <p:spPr>
                <a:xfrm>
                  <a:off x="11243541" y="7454405"/>
                  <a:ext cx="136897" cy="213643"/>
                </a:xfrm>
                <a:prstGeom prst="rect">
                  <a:avLst/>
                </a:prstGeom>
                <a:ln w="19050">
                  <a:noFill/>
                </a:ln>
              </p:spPr>
            </p:pic>
            <p:sp>
              <p:nvSpPr>
                <p:cNvPr id="34" name="TextBox 33">
                  <a:extLst>
                    <a:ext uri="{FF2B5EF4-FFF2-40B4-BE49-F238E27FC236}">
                      <a16:creationId xmlns:a16="http://schemas.microsoft.com/office/drawing/2014/main" id="{02318D11-BFD1-1429-4B0B-F2CEE2CCA884}"/>
                    </a:ext>
                  </a:extLst>
                </p:cNvPr>
                <p:cNvSpPr txBox="1"/>
                <p:nvPr userDrawn="1"/>
              </p:nvSpPr>
              <p:spPr>
                <a:xfrm>
                  <a:off x="9667287" y="7119168"/>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nvGrpSpPr>
              <p:cNvPr id="18" name="Group 17">
                <a:extLst>
                  <a:ext uri="{FF2B5EF4-FFF2-40B4-BE49-F238E27FC236}">
                    <a16:creationId xmlns:a16="http://schemas.microsoft.com/office/drawing/2014/main" id="{D7FF212E-AA60-50B3-8621-551BA74B31E3}"/>
                  </a:ext>
                </a:extLst>
              </p:cNvPr>
              <p:cNvGrpSpPr/>
              <p:nvPr userDrawn="1"/>
            </p:nvGrpSpPr>
            <p:grpSpPr>
              <a:xfrm>
                <a:off x="12429548" y="3615901"/>
                <a:ext cx="2735151" cy="2200108"/>
                <a:chOff x="9538241" y="5155416"/>
                <a:chExt cx="2735151" cy="2200108"/>
              </a:xfrm>
            </p:grpSpPr>
            <p:sp>
              <p:nvSpPr>
                <p:cNvPr id="19" name="Rectangle 18">
                  <a:extLst>
                    <a:ext uri="{FF2B5EF4-FFF2-40B4-BE49-F238E27FC236}">
                      <a16:creationId xmlns:a16="http://schemas.microsoft.com/office/drawing/2014/main" id="{F952CBEE-EDAC-0869-1112-AAD15E4B0E40}"/>
                    </a:ext>
                  </a:extLst>
                </p:cNvPr>
                <p:cNvSpPr/>
                <p:nvPr userDrawn="1"/>
              </p:nvSpPr>
              <p:spPr>
                <a:xfrm>
                  <a:off x="9538241" y="5155416"/>
                  <a:ext cx="2735151" cy="2200108"/>
                </a:xfrm>
                <a:prstGeom prst="rect">
                  <a:avLst/>
                </a:prstGeom>
                <a:solidFill>
                  <a:schemeClr val="bg1"/>
                </a:solidFill>
                <a:ln w="25400">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ptos" panose="020B0004020202020204" pitchFamily="34" charset="0"/>
                    <a:cs typeface="Aparajita" panose="02020603050405020304" pitchFamily="18" charset="0"/>
                  </a:endParaRPr>
                </a:p>
              </p:txBody>
            </p:sp>
            <p:sp>
              <p:nvSpPr>
                <p:cNvPr id="20" name="TextBox 19">
                  <a:extLst>
                    <a:ext uri="{FF2B5EF4-FFF2-40B4-BE49-F238E27FC236}">
                      <a16:creationId xmlns:a16="http://schemas.microsoft.com/office/drawing/2014/main" id="{AD940715-F001-536F-7A25-FA3F088FAB35}"/>
                    </a:ext>
                  </a:extLst>
                </p:cNvPr>
                <p:cNvSpPr txBox="1"/>
                <p:nvPr userDrawn="1"/>
              </p:nvSpPr>
              <p:spPr>
                <a:xfrm>
                  <a:off x="10222664" y="5284216"/>
                  <a:ext cx="1983958" cy="169277"/>
                </a:xfrm>
                <a:prstGeom prst="rect">
                  <a:avLst/>
                </a:prstGeom>
              </p:spPr>
              <p:txBody>
                <a:bodyPr vert="horz" wrap="square" lIns="0" tIns="0" rIns="0" bIns="0" rtlCol="0" anchor="t">
                  <a:spAutoFit/>
                </a:bodyPr>
                <a:lstStyle/>
                <a:p>
                  <a:pPr algn="l"/>
                  <a:r>
                    <a:rPr lang="en-US" sz="1100">
                      <a:solidFill>
                        <a:schemeClr val="tx1"/>
                      </a:solidFill>
                      <a:latin typeface="Aptos" panose="020B0004020202020204" pitchFamily="34" charset="0"/>
                      <a:ea typeface="Arial" charset="0"/>
                      <a:cs typeface="Aparajita" panose="02020603050405020304" pitchFamily="18" charset="0"/>
                    </a:rPr>
                    <a:t>Changing Images</a:t>
                  </a:r>
                </a:p>
              </p:txBody>
            </p:sp>
            <p:pic>
              <p:nvPicPr>
                <p:cNvPr id="22" name="Graphic 21">
                  <a:extLst>
                    <a:ext uri="{FF2B5EF4-FFF2-40B4-BE49-F238E27FC236}">
                      <a16:creationId xmlns:a16="http://schemas.microsoft.com/office/drawing/2014/main" id="{84D7E2A3-F06D-FD70-A217-487EF552C6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8464" y="5294499"/>
                  <a:ext cx="155227" cy="155227"/>
                </a:xfrm>
                <a:prstGeom prst="rect">
                  <a:avLst/>
                </a:prstGeom>
              </p:spPr>
            </p:pic>
            <p:sp>
              <p:nvSpPr>
                <p:cNvPr id="23" name="TextBox 22">
                  <a:extLst>
                    <a:ext uri="{FF2B5EF4-FFF2-40B4-BE49-F238E27FC236}">
                      <a16:creationId xmlns:a16="http://schemas.microsoft.com/office/drawing/2014/main" id="{61CCA6E5-0618-E143-3C2F-C4123C7F2481}"/>
                    </a:ext>
                  </a:extLst>
                </p:cNvPr>
                <p:cNvSpPr txBox="1"/>
                <p:nvPr userDrawn="1"/>
              </p:nvSpPr>
              <p:spPr>
                <a:xfrm>
                  <a:off x="9713479" y="5605333"/>
                  <a:ext cx="2481100" cy="2564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600" b="1" kern="1200" cap="all" spc="20" baseline="0" noProof="0">
                      <a:solidFill>
                        <a:schemeClr val="tx1"/>
                      </a:solidFill>
                      <a:latin typeface="Aptos" panose="020B0004020202020204" pitchFamily="34" charset="0"/>
                      <a:ea typeface="+mn-ea"/>
                      <a:cs typeface="Aparajita" panose="02020603050405020304" pitchFamily="18" charset="0"/>
                    </a:rPr>
                    <a:t>Method 1: </a:t>
                  </a:r>
                  <a:r>
                    <a:rPr lang="en-US" sz="600" b="0" kern="1200" cap="all" spc="20" baseline="0" noProof="0">
                      <a:solidFill>
                        <a:schemeClr val="tx1"/>
                      </a:solidFill>
                      <a:latin typeface="Aptos" panose="020B0004020202020204" pitchFamily="34" charset="0"/>
                      <a:ea typeface="+mn-ea"/>
                      <a:cs typeface="Aparajita" panose="02020603050405020304" pitchFamily="18" charset="0"/>
                    </a:rPr>
                    <a:t>RIGHT CLICK</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Right-click on image and select “Change Picture”</a:t>
                  </a:r>
                </a:p>
              </p:txBody>
            </p:sp>
            <p:sp>
              <p:nvSpPr>
                <p:cNvPr id="24" name="TextBox 23">
                  <a:extLst>
                    <a:ext uri="{FF2B5EF4-FFF2-40B4-BE49-F238E27FC236}">
                      <a16:creationId xmlns:a16="http://schemas.microsoft.com/office/drawing/2014/main" id="{13381E4C-1F94-5284-9A2E-A7EE2720B039}"/>
                    </a:ext>
                  </a:extLst>
                </p:cNvPr>
                <p:cNvSpPr txBox="1"/>
                <p:nvPr userDrawn="1"/>
              </p:nvSpPr>
              <p:spPr>
                <a:xfrm>
                  <a:off x="9713479" y="6516011"/>
                  <a:ext cx="2422981" cy="499367"/>
                </a:xfrm>
                <a:prstGeom prst="rect">
                  <a:avLst/>
                </a:prstGeom>
              </p:spPr>
              <p:txBody>
                <a:bodyPr vert="horz" wrap="square" lIns="0" tIns="0" rIns="0" bIns="0" rtlCol="0" anchor="t">
                  <a:spAutoFit/>
                </a:bodyPr>
                <a:lstStyle/>
                <a:p>
                  <a:pPr marL="134938" lvl="1" indent="-131763" algn="l" defTabSz="914400" rtl="0" eaLnBrk="1" latinLnBrk="0" hangingPunct="1">
                    <a:lnSpc>
                      <a:spcPct val="90000"/>
                    </a:lnSpc>
                    <a:spcBef>
                      <a:spcPts val="0"/>
                    </a:spcBef>
                    <a:spcAft>
                      <a:spcPts val="300"/>
                    </a:spcAft>
                    <a:buFont typeface="Wingdings" pitchFamily="2" charset="2"/>
                    <a:buChar char="§"/>
                    <a:tabLst/>
                    <a:defRPr/>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Deleting the image may bring the image placeholder to the top layer, covering the photo caption textbox. Right-click on the placeholder and choose “Send to Back”.</a:t>
                  </a:r>
                </a:p>
              </p:txBody>
            </p:sp>
            <p:sp>
              <p:nvSpPr>
                <p:cNvPr id="25" name="TextBox 24">
                  <a:extLst>
                    <a:ext uri="{FF2B5EF4-FFF2-40B4-BE49-F238E27FC236}">
                      <a16:creationId xmlns:a16="http://schemas.microsoft.com/office/drawing/2014/main" id="{6AC5059D-A958-0D6E-F617-DA08E66FE158}"/>
                    </a:ext>
                  </a:extLst>
                </p:cNvPr>
                <p:cNvSpPr txBox="1"/>
                <p:nvPr userDrawn="1"/>
              </p:nvSpPr>
              <p:spPr>
                <a:xfrm>
                  <a:off x="9713479" y="6063079"/>
                  <a:ext cx="2422981" cy="394980"/>
                </a:xfrm>
                <a:prstGeom prst="rect">
                  <a:avLst/>
                </a:prstGeom>
              </p:spPr>
              <p:txBody>
                <a:bodyPr vert="horz"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00" b="1"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Method 2: </a:t>
                  </a:r>
                  <a:r>
                    <a:rPr kumimoji="0" lang="en-US" sz="600" b="0" i="0" u="none" strike="noStrike" kern="1200" cap="all" spc="20" normalizeH="0" baseline="0" noProof="0">
                      <a:ln>
                        <a:noFill/>
                      </a:ln>
                      <a:solidFill>
                        <a:schemeClr val="tx1"/>
                      </a:solidFill>
                      <a:effectLst/>
                      <a:uLnTx/>
                      <a:uFillTx/>
                      <a:latin typeface="Aptos" panose="020B0004020202020204" pitchFamily="34" charset="0"/>
                      <a:ea typeface="+mn-ea"/>
                      <a:cs typeface="Aparajita" panose="02020603050405020304" pitchFamily="18" charset="0"/>
                    </a:rPr>
                    <a:t>RESET PLACEHOLDER</a:t>
                  </a:r>
                </a:p>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First, delete the existing image to reset the photo placeholder functionality.</a:t>
                  </a:r>
                </a:p>
              </p:txBody>
            </p:sp>
            <p:sp>
              <p:nvSpPr>
                <p:cNvPr id="26" name="TextBox 25">
                  <a:extLst>
                    <a:ext uri="{FF2B5EF4-FFF2-40B4-BE49-F238E27FC236}">
                      <a16:creationId xmlns:a16="http://schemas.microsoft.com/office/drawing/2014/main" id="{2AA3306C-FE79-59C9-5DCC-63D2DF20636C}"/>
                    </a:ext>
                  </a:extLst>
                </p:cNvPr>
                <p:cNvSpPr txBox="1"/>
                <p:nvPr userDrawn="1"/>
              </p:nvSpPr>
              <p:spPr>
                <a:xfrm>
                  <a:off x="9713479" y="7056726"/>
                  <a:ext cx="2422981" cy="138499"/>
                </a:xfrm>
                <a:prstGeom prst="rect">
                  <a:avLst/>
                </a:prstGeom>
              </p:spPr>
              <p:txBody>
                <a:bodyPr vert="horz" wrap="square" lIns="0" tIns="0" rIns="0" bIns="0" rtlCol="0" anchor="t">
                  <a:spAutoFit/>
                </a:bodyPr>
                <a:lstStyle/>
                <a:p>
                  <a:pPr marL="0" algn="l" defTabSz="914400" rtl="0" eaLnBrk="1" latinLnBrk="0" hangingPunct="1">
                    <a:spcBef>
                      <a:spcPts val="200"/>
                    </a:spcBef>
                  </a:pPr>
                  <a:r>
                    <a:rPr lang="en-US" sz="900" kern="1200">
                      <a:solidFill>
                        <a:schemeClr val="tx1">
                          <a:lumMod val="50000"/>
                          <a:lumOff val="50000"/>
                        </a:schemeClr>
                      </a:solidFill>
                      <a:latin typeface="Aptos" panose="020B0004020202020204" pitchFamily="34" charset="0"/>
                      <a:ea typeface="Arial" charset="0"/>
                      <a:cs typeface="Aparajita" panose="02020603050405020304" pitchFamily="18" charset="0"/>
                    </a:rPr>
                    <a:t>You can now add a new image as normal.</a:t>
                  </a:r>
                </a:p>
              </p:txBody>
            </p:sp>
            <p:cxnSp>
              <p:nvCxnSpPr>
                <p:cNvPr id="27" name="Straight Connector 26">
                  <a:extLst>
                    <a:ext uri="{FF2B5EF4-FFF2-40B4-BE49-F238E27FC236}">
                      <a16:creationId xmlns:a16="http://schemas.microsoft.com/office/drawing/2014/main" id="{286AAF4E-AA4F-9737-1BC4-4B8A70508177}"/>
                    </a:ext>
                  </a:extLst>
                </p:cNvPr>
                <p:cNvCxnSpPr>
                  <a:cxnSpLocks/>
                </p:cNvCxnSpPr>
                <p:nvPr userDrawn="1"/>
              </p:nvCxnSpPr>
              <p:spPr>
                <a:xfrm>
                  <a:off x="9713479" y="5957047"/>
                  <a:ext cx="2700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B2F455C-F85E-6BE9-B90C-47F429186A08}"/>
                    </a:ext>
                  </a:extLst>
                </p:cNvPr>
                <p:cNvSpPr txBox="1"/>
                <p:nvPr userDrawn="1"/>
              </p:nvSpPr>
              <p:spPr>
                <a:xfrm>
                  <a:off x="9919213" y="5297596"/>
                  <a:ext cx="272091" cy="153888"/>
                </a:xfrm>
                <a:prstGeom prst="rect">
                  <a:avLst/>
                </a:prstGeom>
              </p:spPr>
              <p:txBody>
                <a:bodyPr vert="horz" wrap="square" lIns="0" tIns="0" rIns="0" bIns="0" rtlCol="0" anchor="t">
                  <a:spAutoFit/>
                </a:bodyPr>
                <a:lstStyle/>
                <a:p>
                  <a:pPr algn="l"/>
                  <a:r>
                    <a:rPr lang="en-US" sz="1000" kern="1200" cap="all" spc="150" baseline="0">
                      <a:solidFill>
                        <a:schemeClr val="tx1"/>
                      </a:solidFill>
                      <a:latin typeface="+mn-lt"/>
                      <a:ea typeface="+mn-ea"/>
                      <a:cs typeface="+mn-cs"/>
                    </a:rPr>
                    <a:t>TIP</a:t>
                  </a:r>
                </a:p>
              </p:txBody>
            </p:sp>
          </p:grpSp>
        </p:grpSp>
      </p:grpSp>
      <p:sp>
        <p:nvSpPr>
          <p:cNvPr id="21" name="Rechteck 1" descr="{&quot;templafy&quot;:{&quot;id&quot;:&quot;f220e746-22b3-40b2-9588-a17e963af141&quot;}}">
            <a:extLst>
              <a:ext uri="{FF2B5EF4-FFF2-40B4-BE49-F238E27FC236}">
                <a16:creationId xmlns:a16="http://schemas.microsoft.com/office/drawing/2014/main" id="{A9AAF81F-1C41-3608-99F4-C16C783C4053}"/>
              </a:ext>
            </a:extLst>
          </p:cNvPr>
          <p:cNvSpPr>
            <a:spLocks/>
          </p:cNvSpPr>
          <p:nvPr userDrawn="1"/>
        </p:nvSpPr>
        <p:spPr>
          <a:xfrm>
            <a:off x="515938" y="6396526"/>
            <a:ext cx="4753929"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174369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929" userDrawn="1">
          <p15:clr>
            <a:srgbClr val="FBAE40"/>
          </p15:clr>
        </p15:guide>
        <p15:guide id="3" orient="horz" pos="2115" userDrawn="1">
          <p15:clr>
            <a:srgbClr val="FBAE40"/>
          </p15:clr>
        </p15:guide>
        <p15:guide id="4" orient="horz" pos="2228" userDrawn="1">
          <p15:clr>
            <a:srgbClr val="FBAE40"/>
          </p15:clr>
        </p15:guide>
        <p15:guide id="5" orient="horz" pos="2750" userDrawn="1">
          <p15:clr>
            <a:srgbClr val="FBAE40"/>
          </p15:clr>
        </p15:guide>
        <p15:guide id="6" pos="334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Photo_Dark Blue">
    <p:bg>
      <p:bgPr>
        <a:solidFill>
          <a:schemeClr val="accent2"/>
        </a:solidFill>
        <a:effectLst/>
      </p:bgPr>
    </p:bg>
    <p:spTree>
      <p:nvGrpSpPr>
        <p:cNvPr id="1" name=""/>
        <p:cNvGrpSpPr/>
        <p:nvPr/>
      </p:nvGrpSpPr>
      <p:grpSpPr>
        <a:xfrm>
          <a:off x="0" y="0"/>
          <a:ext cx="0" cy="0"/>
          <a:chOff x="0" y="0"/>
          <a:chExt cx="0" cy="0"/>
        </a:xfrm>
      </p:grpSpPr>
      <p:sp>
        <p:nvSpPr>
          <p:cNvPr id="8" name="Freeform 5">
            <a:extLst>
              <a:ext uri="{FF2B5EF4-FFF2-40B4-BE49-F238E27FC236}">
                <a16:creationId xmlns:a16="http://schemas.microsoft.com/office/drawing/2014/main" id="{7E7F3CFB-9BFC-B97E-E28E-E1CC3CEB589E}"/>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 name="Title 2">
            <a:extLst>
              <a:ext uri="{FF2B5EF4-FFF2-40B4-BE49-F238E27FC236}">
                <a16:creationId xmlns:a16="http://schemas.microsoft.com/office/drawing/2014/main" id="{89B859C2-4BEA-9848-AC63-40AF86018B01}"/>
              </a:ext>
            </a:extLst>
          </p:cNvPr>
          <p:cNvSpPr>
            <a:spLocks noGrp="1"/>
          </p:cNvSpPr>
          <p:nvPr>
            <p:ph type="title" hasCustomPrompt="1"/>
          </p:nvPr>
        </p:nvSpPr>
        <p:spPr bwMode="gray">
          <a:xfrm>
            <a:off x="515939" y="1628775"/>
            <a:ext cx="4787900" cy="2160588"/>
          </a:xfrm>
        </p:spPr>
        <p:txBody>
          <a:bodyPr wrap="square" anchor="b">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10" name="Text Placeholder 22">
            <a:extLst>
              <a:ext uri="{FF2B5EF4-FFF2-40B4-BE49-F238E27FC236}">
                <a16:creationId xmlns:a16="http://schemas.microsoft.com/office/drawing/2014/main" id="{6B0B003D-BEB9-10BC-B5F1-30B9315B9205}"/>
              </a:ext>
            </a:extLst>
          </p:cNvPr>
          <p:cNvSpPr>
            <a:spLocks noGrp="1"/>
          </p:cNvSpPr>
          <p:nvPr>
            <p:ph type="body" sz="quarter" idx="13" hasCustomPrompt="1"/>
          </p:nvPr>
        </p:nvSpPr>
        <p:spPr>
          <a:xfrm>
            <a:off x="515939" y="4625412"/>
            <a:ext cx="4786822" cy="263149"/>
          </a:xfrm>
        </p:spPr>
        <p:txBody>
          <a:bodyPr wrap="square" anchor="t">
            <a:noAutofit/>
          </a:bodyPr>
          <a:lstStyle>
            <a:lvl1pPr marL="0" indent="0">
              <a:buNone/>
              <a:defRPr sz="1600" spc="0">
                <a:solidFill>
                  <a:schemeClr val="tx1"/>
                </a:solidFill>
              </a:defRPr>
            </a:lvl1pPr>
          </a:lstStyle>
          <a:p>
            <a:pPr lvl="0"/>
            <a:r>
              <a:rPr lang="en-US"/>
              <a:t>Date</a:t>
            </a:r>
          </a:p>
        </p:txBody>
      </p:sp>
      <p:sp>
        <p:nvSpPr>
          <p:cNvPr id="6" name="Picture Placeholder 5">
            <a:extLst>
              <a:ext uri="{FF2B5EF4-FFF2-40B4-BE49-F238E27FC236}">
                <a16:creationId xmlns:a16="http://schemas.microsoft.com/office/drawing/2014/main" id="{A653871A-ABE6-AE14-4749-BCCA9C632B11}"/>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800" kern="1200" baseline="0" dirty="0">
                <a:solidFill>
                  <a:schemeClr val="tx2"/>
                </a:solidFill>
                <a:latin typeface="+mj-lt"/>
                <a:ea typeface="+mn-ea"/>
                <a:cs typeface="+mn-cs"/>
              </a:defRPr>
            </a:lvl1pPr>
          </a:lstStyle>
          <a:p>
            <a:r>
              <a:rPr lang="en-US"/>
              <a:t>Click the icon to insert photo</a:t>
            </a:r>
          </a:p>
        </p:txBody>
      </p:sp>
      <p:sp>
        <p:nvSpPr>
          <p:cNvPr id="4" name="Text Placeholder 7">
            <a:extLst>
              <a:ext uri="{FF2B5EF4-FFF2-40B4-BE49-F238E27FC236}">
                <a16:creationId xmlns:a16="http://schemas.microsoft.com/office/drawing/2014/main" id="{A25B870D-BC67-2669-52D6-52709473AE83}"/>
              </a:ext>
            </a:extLst>
          </p:cNvPr>
          <p:cNvSpPr>
            <a:spLocks noGrp="1"/>
          </p:cNvSpPr>
          <p:nvPr>
            <p:ph type="body" sz="quarter" idx="10" hasCustomPrompt="1"/>
          </p:nvPr>
        </p:nvSpPr>
        <p:spPr bwMode="gray">
          <a:xfrm>
            <a:off x="515937" y="4080516"/>
            <a:ext cx="4787901"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Tx/>
              <a:buNone/>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sp>
        <p:nvSpPr>
          <p:cNvPr id="2" name="Rechteck 1" descr="{&quot;templafy&quot;:{&quot;id&quot;:&quot;e0fb1aa8-90b8-4404-a39d-180f1cd77fbb&quot;}}">
            <a:extLst>
              <a:ext uri="{FF2B5EF4-FFF2-40B4-BE49-F238E27FC236}">
                <a16:creationId xmlns:a16="http://schemas.microsoft.com/office/drawing/2014/main" id="{4B4B45DD-C145-3CF7-28D2-238E58F7792E}"/>
              </a:ext>
            </a:extLst>
          </p:cNvPr>
          <p:cNvSpPr>
            <a:spLocks/>
          </p:cNvSpPr>
          <p:nvPr userDrawn="1"/>
        </p:nvSpPr>
        <p:spPr>
          <a:xfrm>
            <a:off x="515938" y="6396526"/>
            <a:ext cx="4753929"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426959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userDrawn="1">
          <p15:clr>
            <a:srgbClr val="FBAE40"/>
          </p15:clr>
        </p15:guide>
        <p15:guide id="4" orient="horz" pos="2568" userDrawn="1">
          <p15:clr>
            <a:srgbClr val="FBAE40"/>
          </p15:clr>
        </p15:guide>
        <p15:guide id="5" orient="horz" pos="3090" userDrawn="1">
          <p15:clr>
            <a:srgbClr val="FBAE40"/>
          </p15:clr>
        </p15:guide>
        <p15:guide id="6" pos="334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Photo_Black">
    <p:spTree>
      <p:nvGrpSpPr>
        <p:cNvPr id="1" name=""/>
        <p:cNvGrpSpPr/>
        <p:nvPr/>
      </p:nvGrpSpPr>
      <p:grpSpPr>
        <a:xfrm>
          <a:off x="0" y="0"/>
          <a:ext cx="0" cy="0"/>
          <a:chOff x="0" y="0"/>
          <a:chExt cx="0" cy="0"/>
        </a:xfrm>
      </p:grpSpPr>
      <p:sp>
        <p:nvSpPr>
          <p:cNvPr id="38" name="Freeform 5">
            <a:extLst>
              <a:ext uri="{FF2B5EF4-FFF2-40B4-BE49-F238E27FC236}">
                <a16:creationId xmlns:a16="http://schemas.microsoft.com/office/drawing/2014/main" id="{B84DB87B-4411-D45F-596A-3F51AD07A0C2}"/>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 name="Title 2">
            <a:extLst>
              <a:ext uri="{FF2B5EF4-FFF2-40B4-BE49-F238E27FC236}">
                <a16:creationId xmlns:a16="http://schemas.microsoft.com/office/drawing/2014/main" id="{8B76B047-B3CB-334D-D7F4-B842FB3D8A89}"/>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40" name="Text Placeholder 7">
            <a:extLst>
              <a:ext uri="{FF2B5EF4-FFF2-40B4-BE49-F238E27FC236}">
                <a16:creationId xmlns:a16="http://schemas.microsoft.com/office/drawing/2014/main" id="{173B11F6-8E4D-8BF2-1D11-5EC207F243EE}"/>
              </a:ext>
            </a:extLst>
          </p:cNvPr>
          <p:cNvSpPr>
            <a:spLocks noGrp="1"/>
          </p:cNvSpPr>
          <p:nvPr>
            <p:ph type="body" sz="quarter" idx="10" hasCustomPrompt="1"/>
          </p:nvPr>
        </p:nvSpPr>
        <p:spPr bwMode="gray">
          <a:xfrm>
            <a:off x="515937" y="4080516"/>
            <a:ext cx="4787901"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Tx/>
              <a:buNone/>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sp>
        <p:nvSpPr>
          <p:cNvPr id="39" name="Text Placeholder 22">
            <a:extLst>
              <a:ext uri="{FF2B5EF4-FFF2-40B4-BE49-F238E27FC236}">
                <a16:creationId xmlns:a16="http://schemas.microsoft.com/office/drawing/2014/main" id="{5A60325E-374C-45E8-37EC-61C29B81E2A4}"/>
              </a:ext>
            </a:extLst>
          </p:cNvPr>
          <p:cNvSpPr>
            <a:spLocks noGrp="1"/>
          </p:cNvSpPr>
          <p:nvPr>
            <p:ph type="body" sz="quarter" idx="13" hasCustomPrompt="1"/>
          </p:nvPr>
        </p:nvSpPr>
        <p:spPr>
          <a:xfrm>
            <a:off x="515939" y="4625412"/>
            <a:ext cx="4786822" cy="263149"/>
          </a:xfrm>
        </p:spPr>
        <p:txBody>
          <a:bodyPr wrap="square" anchor="t">
            <a:noAutofit/>
          </a:bodyPr>
          <a:lstStyle>
            <a:lvl1pPr marL="0" indent="0">
              <a:buNone/>
              <a:defRPr sz="1600" spc="0">
                <a:solidFill>
                  <a:schemeClr val="tx1"/>
                </a:solidFill>
              </a:defRPr>
            </a:lvl1pPr>
          </a:lstStyle>
          <a:p>
            <a:pPr lvl="0"/>
            <a:r>
              <a:rPr lang="en-US"/>
              <a:t>Date</a:t>
            </a:r>
          </a:p>
        </p:txBody>
      </p:sp>
      <p:sp>
        <p:nvSpPr>
          <p:cNvPr id="5" name="Picture Placeholder 4">
            <a:extLst>
              <a:ext uri="{FF2B5EF4-FFF2-40B4-BE49-F238E27FC236}">
                <a16:creationId xmlns:a16="http://schemas.microsoft.com/office/drawing/2014/main" id="{EC64425E-E669-2320-C453-2FA7B3C91BA2}"/>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800" kern="1200" baseline="0" dirty="0">
                <a:solidFill>
                  <a:schemeClr val="tx2"/>
                </a:solidFill>
                <a:latin typeface="+mj-lt"/>
                <a:ea typeface="+mn-ea"/>
                <a:cs typeface="+mn-cs"/>
              </a:defRPr>
            </a:lvl1pPr>
          </a:lstStyle>
          <a:p>
            <a:r>
              <a:rPr lang="en-US"/>
              <a:t>Click the icon to insert photo</a:t>
            </a:r>
          </a:p>
        </p:txBody>
      </p:sp>
      <p:sp>
        <p:nvSpPr>
          <p:cNvPr id="2" name="Rechteck 1" descr="{&quot;templafy&quot;:{&quot;id&quot;:&quot;64de8b08-d968-4751-9ced-0cdb09334bd4&quot;}}">
            <a:extLst>
              <a:ext uri="{FF2B5EF4-FFF2-40B4-BE49-F238E27FC236}">
                <a16:creationId xmlns:a16="http://schemas.microsoft.com/office/drawing/2014/main" id="{3B28B2AE-5867-1A5B-FC84-73E684F81D51}"/>
              </a:ext>
            </a:extLst>
          </p:cNvPr>
          <p:cNvSpPr>
            <a:spLocks/>
          </p:cNvSpPr>
          <p:nvPr userDrawn="1"/>
        </p:nvSpPr>
        <p:spPr>
          <a:xfrm>
            <a:off x="515938" y="6396526"/>
            <a:ext cx="4753929"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566171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userDrawn="1">
          <p15:clr>
            <a:srgbClr val="FBAE40"/>
          </p15:clr>
        </p15:guide>
        <p15:guide id="4" orient="horz" pos="2568" userDrawn="1">
          <p15:clr>
            <a:srgbClr val="FBAE40"/>
          </p15:clr>
        </p15:guide>
        <p15:guide id="5" orient="horz" pos="3090" userDrawn="1">
          <p15:clr>
            <a:srgbClr val="FBAE40"/>
          </p15:clr>
        </p15:guide>
        <p15:guide id="6" pos="334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Photo_Grey">
    <p:bg>
      <p:bgPr>
        <a:solidFill>
          <a:srgbClr val="EFF1F5"/>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50273CAA-AA8E-2322-C677-61BB5E3B7290}"/>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4" name="Title 3">
            <a:extLst>
              <a:ext uri="{FF2B5EF4-FFF2-40B4-BE49-F238E27FC236}">
                <a16:creationId xmlns:a16="http://schemas.microsoft.com/office/drawing/2014/main" id="{2F85B3C7-6442-1485-863A-E4B7FF5300D7}"/>
              </a:ext>
            </a:extLst>
          </p:cNvPr>
          <p:cNvSpPr>
            <a:spLocks noGrp="1"/>
          </p:cNvSpPr>
          <p:nvPr>
            <p:ph type="title" hasCustomPrompt="1"/>
          </p:nvPr>
        </p:nvSpPr>
        <p:spPr>
          <a:xfrm>
            <a:off x="515938" y="1640840"/>
            <a:ext cx="4787900" cy="2148523"/>
          </a:xfrm>
        </p:spPr>
        <p:txBody>
          <a:bodyPr anchor="b"/>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baseline="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a:t>Presentation </a:t>
            </a:r>
            <a:br>
              <a:rPr lang="en-US"/>
            </a:br>
            <a:r>
              <a:rPr lang="en-US"/>
              <a:t>title goes here</a:t>
            </a:r>
            <a:br>
              <a:rPr lang="en-US"/>
            </a:br>
            <a:r>
              <a:rPr lang="en-US"/>
              <a:t>four lines</a:t>
            </a:r>
            <a:br>
              <a:rPr lang="en-US"/>
            </a:br>
            <a:r>
              <a:rPr lang="en-US"/>
              <a:t>maximum</a:t>
            </a:r>
          </a:p>
        </p:txBody>
      </p:sp>
      <p:sp>
        <p:nvSpPr>
          <p:cNvPr id="14" name="Text Placeholder 7">
            <a:extLst>
              <a:ext uri="{FF2B5EF4-FFF2-40B4-BE49-F238E27FC236}">
                <a16:creationId xmlns:a16="http://schemas.microsoft.com/office/drawing/2014/main" id="{E20EDF44-7C69-E22E-2904-F047187746FC}"/>
              </a:ext>
            </a:extLst>
          </p:cNvPr>
          <p:cNvSpPr>
            <a:spLocks noGrp="1"/>
          </p:cNvSpPr>
          <p:nvPr>
            <p:ph type="body" sz="quarter" idx="10" hasCustomPrompt="1"/>
          </p:nvPr>
        </p:nvSpPr>
        <p:spPr bwMode="gray">
          <a:xfrm>
            <a:off x="515937" y="4080516"/>
            <a:ext cx="4787901" cy="450485"/>
          </a:xfrm>
          <a:prstGeom prst="rect">
            <a:avLst/>
          </a:prstGeom>
        </p:spPr>
        <p:txBody>
          <a:bodyPr vert="horz" lIns="0" tIns="0" rIns="0" bIns="0" rtlCol="0">
            <a:noAutofit/>
          </a:bodyPr>
          <a:lstStyle>
            <a:lvl1pPr marL="457200" indent="-457200" algn="l" defTabSz="914400" rtl="0" eaLnBrk="1" latinLnBrk="0" hangingPunct="1">
              <a:lnSpc>
                <a:spcPct val="96000"/>
              </a:lnSpc>
              <a:spcBef>
                <a:spcPts val="0"/>
              </a:spcBef>
              <a:spcAft>
                <a:spcPts val="600"/>
              </a:spcAft>
              <a:buClrTx/>
              <a:buFontTx/>
              <a:buNone/>
              <a:defRPr lang="en-US" sz="2800" kern="1200" spc="-50" baseline="0" dirty="0">
                <a:solidFill>
                  <a:schemeClr val="tx1"/>
                </a:solidFill>
                <a:latin typeface="+mj-lt"/>
                <a:ea typeface="Alfabet" pitchFamily="2" charset="0"/>
                <a:cs typeface="Microsoft Sans Serif" panose="020B0604020202020204" pitchFamily="34" charset="0"/>
              </a:defRPr>
            </a:lvl1pPr>
          </a:lstStyle>
          <a:p>
            <a:pPr marL="457200" lvl="0" indent="-457200">
              <a:lnSpc>
                <a:spcPct val="96000"/>
              </a:lnSpc>
              <a:spcBef>
                <a:spcPts val="0"/>
              </a:spcBef>
              <a:spcAft>
                <a:spcPts val="600"/>
              </a:spcAft>
              <a:buFontTx/>
              <a:buNone/>
            </a:pPr>
            <a:r>
              <a:rPr lang="en-US"/>
              <a:t>Speaker name</a:t>
            </a:r>
          </a:p>
        </p:txBody>
      </p:sp>
      <p:sp>
        <p:nvSpPr>
          <p:cNvPr id="13" name="Text Placeholder 22">
            <a:extLst>
              <a:ext uri="{FF2B5EF4-FFF2-40B4-BE49-F238E27FC236}">
                <a16:creationId xmlns:a16="http://schemas.microsoft.com/office/drawing/2014/main" id="{09A126AF-B0E7-881F-F3C6-0237CB28580B}"/>
              </a:ext>
            </a:extLst>
          </p:cNvPr>
          <p:cNvSpPr>
            <a:spLocks noGrp="1"/>
          </p:cNvSpPr>
          <p:nvPr>
            <p:ph type="body" sz="quarter" idx="13" hasCustomPrompt="1"/>
          </p:nvPr>
        </p:nvSpPr>
        <p:spPr>
          <a:xfrm>
            <a:off x="515939" y="4625412"/>
            <a:ext cx="4786822" cy="263149"/>
          </a:xfrm>
        </p:spPr>
        <p:txBody>
          <a:bodyPr wrap="square" anchor="t">
            <a:noAutofit/>
          </a:bodyPr>
          <a:lstStyle>
            <a:lvl1pPr marL="0" indent="0">
              <a:buNone/>
              <a:defRPr sz="1600" spc="0">
                <a:solidFill>
                  <a:schemeClr val="tx1"/>
                </a:solidFill>
              </a:defRPr>
            </a:lvl1pPr>
          </a:lstStyle>
          <a:p>
            <a:pPr lvl="0"/>
            <a:r>
              <a:rPr lang="en-US"/>
              <a:t>Date</a:t>
            </a:r>
          </a:p>
        </p:txBody>
      </p:sp>
      <p:sp>
        <p:nvSpPr>
          <p:cNvPr id="5" name="Picture Placeholder 4">
            <a:extLst>
              <a:ext uri="{FF2B5EF4-FFF2-40B4-BE49-F238E27FC236}">
                <a16:creationId xmlns:a16="http://schemas.microsoft.com/office/drawing/2014/main" id="{EC64425E-E669-2320-C453-2FA7B3C91BA2}"/>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buNone/>
              <a:defRPr sz="3000">
                <a:solidFill>
                  <a:schemeClr val="accent1"/>
                </a:solidFill>
              </a:defRPr>
            </a:lvl1pPr>
          </a:lstStyle>
          <a:p>
            <a:r>
              <a:rPr lang="en-US"/>
              <a:t>Click the icon to insert photo</a:t>
            </a:r>
          </a:p>
        </p:txBody>
      </p:sp>
      <p:sp>
        <p:nvSpPr>
          <p:cNvPr id="3" name="Rechteck 1" descr="{&quot;templafy&quot;:{&quot;id&quot;:&quot;e66ac169-79bd-4008-9dcf-7e8119dfd87d&quot;}}">
            <a:extLst>
              <a:ext uri="{FF2B5EF4-FFF2-40B4-BE49-F238E27FC236}">
                <a16:creationId xmlns:a16="http://schemas.microsoft.com/office/drawing/2014/main" id="{9B88921A-C055-6276-9235-974F2A3EB425}"/>
              </a:ext>
            </a:extLst>
          </p:cNvPr>
          <p:cNvSpPr>
            <a:spLocks/>
          </p:cNvSpPr>
          <p:nvPr userDrawn="1"/>
        </p:nvSpPr>
        <p:spPr>
          <a:xfrm>
            <a:off x="515938" y="6396526"/>
            <a:ext cx="4753929"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1877913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3090">
          <p15:clr>
            <a:srgbClr val="FBAE40"/>
          </p15:clr>
        </p15:guide>
        <p15:guide id="6" pos="334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olding slide_Blue">
    <p:bg>
      <p:bgPr>
        <a:solidFill>
          <a:schemeClr val="accent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F2C5B2-B6B5-8033-1AB2-8EA2C569B775}"/>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CA" err="1">
              <a:solidFill>
                <a:schemeClr val="bg1"/>
              </a:solidFill>
              <a:latin typeface="Microsoft Sans Serif"/>
              <a:cs typeface="Microsoft Sans Serif" panose="020B0604020202020204" pitchFamily="34" charset="0"/>
            </a:endParaRPr>
          </a:p>
        </p:txBody>
      </p:sp>
      <p:pic>
        <p:nvPicPr>
          <p:cNvPr id="33" name="Graphic 32">
            <a:extLst>
              <a:ext uri="{FF2B5EF4-FFF2-40B4-BE49-F238E27FC236}">
                <a16:creationId xmlns:a16="http://schemas.microsoft.com/office/drawing/2014/main" id="{B5794193-7C82-4508-9AF6-5E056C12D43E}"/>
              </a:ext>
            </a:extLst>
          </p:cNvPr>
          <p:cNvPicPr>
            <a:picLocks noChangeAspect="1"/>
          </p:cNvPicPr>
          <p:nvPr userDrawn="1"/>
        </p:nvPicPr>
        <p:blipFill>
          <a:blip>
            <a:extLst>
              <a:ext uri="{96DAC541-7B7A-43D3-8B79-37D633B846F1}">
                <asvg:svgBlip xmlns:asvg="http://schemas.microsoft.com/office/drawing/2016/SVG/main" r:embed="rId2"/>
              </a:ext>
            </a:extLst>
          </a:blip>
          <a:srcRect l="17291" t="32275" r="17135" b="30839"/>
          <a:stretch>
            <a:fillRect/>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pic>
        <p:nvPicPr>
          <p:cNvPr id="2" name="Graphic 1">
            <a:extLst>
              <a:ext uri="{FF2B5EF4-FFF2-40B4-BE49-F238E27FC236}">
                <a16:creationId xmlns:a16="http://schemas.microsoft.com/office/drawing/2014/main" id="{4C85D623-E2F7-219D-4729-50DF575019A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953328" y="2337534"/>
            <a:ext cx="4285343" cy="1965955"/>
          </a:xfrm>
          <a:prstGeom prst="rect">
            <a:avLst/>
          </a:prstGeom>
        </p:spPr>
      </p:pic>
    </p:spTree>
    <p:extLst>
      <p:ext uri="{BB962C8B-B14F-4D97-AF65-F5344CB8AC3E}">
        <p14:creationId xmlns:p14="http://schemas.microsoft.com/office/powerpoint/2010/main" val="67113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olding slide_Qualcomm Blu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4C85D623-E2F7-219D-4729-50DF575019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953328" y="2337534"/>
            <a:ext cx="4285343" cy="1965955"/>
          </a:xfrm>
          <a:prstGeom prst="rect">
            <a:avLst/>
          </a:prstGeom>
        </p:spPr>
      </p:pic>
      <p:pic>
        <p:nvPicPr>
          <p:cNvPr id="4" name="Graphic 3">
            <a:extLst>
              <a:ext uri="{FF2B5EF4-FFF2-40B4-BE49-F238E27FC236}">
                <a16:creationId xmlns:a16="http://schemas.microsoft.com/office/drawing/2014/main" id="{83760918-4BFA-7897-D15F-6E226039AC2B}"/>
              </a:ext>
            </a:extLst>
          </p:cNvPr>
          <p:cNvPicPr>
            <a:picLocks noChangeAspect="1"/>
          </p:cNvPicPr>
          <p:nvPr userDrawn="1"/>
        </p:nvPicPr>
        <p:blipFill>
          <a:blip>
            <a:extLst>
              <a:ext uri="{96DAC541-7B7A-43D3-8B79-37D633B846F1}">
                <asvg:svgBlip xmlns:asvg="http://schemas.microsoft.com/office/drawing/2016/SVG/main" r:embed="rId3"/>
              </a:ext>
            </a:extLst>
          </a:blip>
          <a:srcRect l="17291" t="32275" r="17135" b="30839"/>
          <a:stretch>
            <a:fillRect/>
          </a:stretch>
        </p:blipFill>
        <p:spPr>
          <a:xfrm>
            <a:off x="0" y="2"/>
            <a:ext cx="12192000" cy="6857998"/>
          </a:xfrm>
          <a:custGeom>
            <a:avLst/>
            <a:gdLst>
              <a:gd name="connsiteX0" fmla="*/ 0 w 12192000"/>
              <a:gd name="connsiteY0" fmla="*/ 0 h 6857998"/>
              <a:gd name="connsiteX1" fmla="*/ 12192000 w 12192000"/>
              <a:gd name="connsiteY1" fmla="*/ 0 h 6857998"/>
              <a:gd name="connsiteX2" fmla="*/ 12192000 w 12192000"/>
              <a:gd name="connsiteY2" fmla="*/ 6857998 h 6857998"/>
              <a:gd name="connsiteX3" fmla="*/ 0 w 12192000"/>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12192000" h="6857998">
                <a:moveTo>
                  <a:pt x="0" y="0"/>
                </a:moveTo>
                <a:lnTo>
                  <a:pt x="12192000" y="0"/>
                </a:lnTo>
                <a:lnTo>
                  <a:pt x="12192000" y="6857998"/>
                </a:lnTo>
                <a:lnTo>
                  <a:pt x="0" y="6857998"/>
                </a:lnTo>
                <a:close/>
              </a:path>
            </a:pathLst>
          </a:custGeom>
        </p:spPr>
      </p:pic>
    </p:spTree>
    <p:extLst>
      <p:ext uri="{BB962C8B-B14F-4D97-AF65-F5344CB8AC3E}">
        <p14:creationId xmlns:p14="http://schemas.microsoft.com/office/powerpoint/2010/main" val="2265046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genda_Dark Blue">
    <p:bg>
      <p:bgPr>
        <a:solidFill>
          <a:schemeClr val="accent2"/>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18"/>
            <a:ext cx="5832474" cy="4984761"/>
          </a:xfrm>
        </p:spPr>
        <p:txBody>
          <a:bodyPr wrap="square" anchor="ctr">
            <a:noAutofit/>
          </a:bodyPr>
          <a:lstStyle>
            <a:lvl1pPr marL="0" indent="0">
              <a:spcBef>
                <a:spcPts val="2000"/>
              </a:spcBef>
              <a:spcAft>
                <a:spcPts val="0"/>
              </a:spcAft>
              <a:buNone/>
              <a:defRPr sz="28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pic>
        <p:nvPicPr>
          <p:cNvPr id="4" name="Graphic 3">
            <a:extLst>
              <a:ext uri="{FF2B5EF4-FFF2-40B4-BE49-F238E27FC236}">
                <a16:creationId xmlns:a16="http://schemas.microsoft.com/office/drawing/2014/main" id="{87ECCFB4-6FEB-4786-7945-36916365351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2212" t="-1336" r="-341" b="1336"/>
          <a:stretch/>
        </p:blipFill>
        <p:spPr>
          <a:xfrm rot="721101">
            <a:off x="-455175" y="695050"/>
            <a:ext cx="4931282" cy="5595610"/>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
        <p:nvSpPr>
          <p:cNvPr id="3" name="TextBox 2">
            <a:extLst>
              <a:ext uri="{FF2B5EF4-FFF2-40B4-BE49-F238E27FC236}">
                <a16:creationId xmlns:a16="http://schemas.microsoft.com/office/drawing/2014/main" id="{DCF333EE-339A-2B10-12F5-EDCD3B9BB705}"/>
              </a:ext>
            </a:extLst>
          </p:cNvPr>
          <p:cNvSpPr txBox="1"/>
          <p:nvPr userDrawn="1"/>
        </p:nvSpPr>
        <p:spPr>
          <a:xfrm>
            <a:off x="876179" y="3150676"/>
            <a:ext cx="1687749" cy="661720"/>
          </a:xfrm>
          <a:prstGeom prst="rect">
            <a:avLst/>
          </a:prstGeom>
          <a:noFill/>
        </p:spPr>
        <p:txBody>
          <a:bodyPr wrap="square">
            <a:spAutoFit/>
          </a:bodyPr>
          <a:lstStyle/>
          <a:p>
            <a:r>
              <a:rPr kumimoji="0" lang="en-US" sz="3700" b="0" i="0" u="none" strike="noStrike" kern="2000" cap="none" spc="-50" normalizeH="0" baseline="0" noProof="0">
                <a:ln>
                  <a:noFill/>
                </a:ln>
                <a:solidFill>
                  <a:srgbClr val="FFFFFF"/>
                </a:solidFill>
                <a:effectLst/>
                <a:uLnTx/>
                <a:uFillTx/>
                <a:latin typeface="Aptos Display" panose="02110004020202020204"/>
                <a:ea typeface="+mj-ea"/>
                <a:cs typeface="+mj-cs"/>
              </a:rPr>
              <a:t>Agenda</a:t>
            </a:r>
            <a:endParaRPr lang="en-US" sz="3700"/>
          </a:p>
        </p:txBody>
      </p:sp>
      <p:sp>
        <p:nvSpPr>
          <p:cNvPr id="2" name="TextBox 1">
            <a:extLst>
              <a:ext uri="{FF2B5EF4-FFF2-40B4-BE49-F238E27FC236}">
                <a16:creationId xmlns:a16="http://schemas.microsoft.com/office/drawing/2014/main" id="{BDBEE89A-B45C-7D54-BFA0-559F4BC62BC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6" name="Rechteck 1" descr="{&quot;templafy&quot;:{&quot;id&quot;:&quot;fb71bf59-5073-4408-b66f-f9db7d19e5b8&quot;}}">
            <a:extLst>
              <a:ext uri="{FF2B5EF4-FFF2-40B4-BE49-F238E27FC236}">
                <a16:creationId xmlns:a16="http://schemas.microsoft.com/office/drawing/2014/main" id="{49DBF23D-A9FB-2728-4775-4701B9D4E19F}"/>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4037650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userDrawn="1">
          <p15:clr>
            <a:srgbClr val="FBAE40"/>
          </p15:clr>
        </p15:guide>
        <p15:guide id="2" orient="horz" pos="436" userDrawn="1">
          <p15:clr>
            <a:srgbClr val="FBAE40"/>
          </p15:clr>
        </p15:guide>
        <p15:guide id="5" orient="horz" pos="3158" userDrawn="1">
          <p15:clr>
            <a:srgbClr val="FBAE40"/>
          </p15:clr>
        </p15:guide>
        <p15:guide id="6" orient="horz" pos="1344" userDrawn="1">
          <p15:clr>
            <a:srgbClr val="FBAE40"/>
          </p15:clr>
        </p15:guide>
        <p15:guide id="7" orient="horz" pos="2251" userDrawn="1">
          <p15:clr>
            <a:srgbClr val="FBAE40"/>
          </p15:clr>
        </p15:guide>
        <p15:guide id="8" pos="3681" userDrawn="1">
          <p15:clr>
            <a:srgbClr val="FBAE40"/>
          </p15:clr>
        </p15:guide>
        <p15:guide id="9" pos="6970" userDrawn="1">
          <p15:clr>
            <a:srgbClr val="FBAE40"/>
          </p15:clr>
        </p15:guide>
        <p15:guide id="12" orient="horz" pos="1752" userDrawn="1">
          <p15:clr>
            <a:srgbClr val="FBAE40"/>
          </p15:clr>
        </p15:guide>
        <p15:guide id="13" orient="horz" pos="259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genda_Qualcomm Blue">
    <p:bg>
      <p:bgPr>
        <a:solidFill>
          <a:schemeClr val="accent1"/>
        </a:solidFill>
        <a:effectLst/>
      </p:bgPr>
    </p:bg>
    <p:spTree>
      <p:nvGrpSpPr>
        <p:cNvPr id="1" name=""/>
        <p:cNvGrpSpPr/>
        <p:nvPr/>
      </p:nvGrpSpPr>
      <p:grpSpPr>
        <a:xfrm>
          <a:off x="0" y="0"/>
          <a:ext cx="0" cy="0"/>
          <a:chOff x="0" y="0"/>
          <a:chExt cx="0" cy="0"/>
        </a:xfrm>
      </p:grpSpPr>
      <p:sp>
        <p:nvSpPr>
          <p:cNvPr id="5" name="Text Placeholder 22">
            <a:extLst>
              <a:ext uri="{FF2B5EF4-FFF2-40B4-BE49-F238E27FC236}">
                <a16:creationId xmlns:a16="http://schemas.microsoft.com/office/drawing/2014/main" id="{E54A92A4-1E48-2B1B-909B-2357B21DF6F4}"/>
              </a:ext>
            </a:extLst>
          </p:cNvPr>
          <p:cNvSpPr>
            <a:spLocks noGrp="1"/>
          </p:cNvSpPr>
          <p:nvPr>
            <p:ph type="body" sz="quarter" idx="13" hasCustomPrompt="1"/>
          </p:nvPr>
        </p:nvSpPr>
        <p:spPr>
          <a:xfrm>
            <a:off x="5843588" y="989318"/>
            <a:ext cx="5832474" cy="4984761"/>
          </a:xfrm>
        </p:spPr>
        <p:txBody>
          <a:bodyPr wrap="square" anchor="ctr">
            <a:noAutofit/>
          </a:bodyPr>
          <a:lstStyle>
            <a:lvl1pPr marL="0" indent="0">
              <a:spcBef>
                <a:spcPts val="2000"/>
              </a:spcBef>
              <a:spcAft>
                <a:spcPts val="0"/>
              </a:spcAft>
              <a:buNone/>
              <a:defRPr sz="2800"/>
            </a:lvl1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p:txBody>
      </p:sp>
      <p:pic>
        <p:nvPicPr>
          <p:cNvPr id="4" name="Graphic 3">
            <a:extLst>
              <a:ext uri="{FF2B5EF4-FFF2-40B4-BE49-F238E27FC236}">
                <a16:creationId xmlns:a16="http://schemas.microsoft.com/office/drawing/2014/main" id="{87ECCFB4-6FEB-4786-7945-36916365351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2212" t="-1336" r="-341" b="1336"/>
          <a:stretch/>
        </p:blipFill>
        <p:spPr>
          <a:xfrm rot="721101">
            <a:off x="-455175" y="695050"/>
            <a:ext cx="4931282" cy="5595610"/>
          </a:xfrm>
          <a:custGeom>
            <a:avLst/>
            <a:gdLst>
              <a:gd name="connsiteX0" fmla="*/ 0 w 6469437"/>
              <a:gd name="connsiteY0" fmla="*/ 1125849 h 7340983"/>
              <a:gd name="connsiteX1" fmla="*/ 5288374 w 6469437"/>
              <a:gd name="connsiteY1" fmla="*/ 0 h 7340983"/>
              <a:gd name="connsiteX2" fmla="*/ 6469437 w 6469437"/>
              <a:gd name="connsiteY2" fmla="*/ 5547730 h 7340983"/>
              <a:gd name="connsiteX3" fmla="*/ 6469437 w 6469437"/>
              <a:gd name="connsiteY3" fmla="*/ 6245383 h 7340983"/>
              <a:gd name="connsiteX4" fmla="*/ 1323149 w 6469437"/>
              <a:gd name="connsiteY4" fmla="*/ 7340983 h 73409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437" h="7340983">
                <a:moveTo>
                  <a:pt x="0" y="1125849"/>
                </a:moveTo>
                <a:lnTo>
                  <a:pt x="5288374" y="0"/>
                </a:lnTo>
                <a:lnTo>
                  <a:pt x="6469437" y="5547730"/>
                </a:lnTo>
                <a:lnTo>
                  <a:pt x="6469437" y="6245383"/>
                </a:lnTo>
                <a:lnTo>
                  <a:pt x="1323149" y="7340983"/>
                </a:lnTo>
                <a:close/>
              </a:path>
            </a:pathLst>
          </a:custGeom>
        </p:spPr>
      </p:pic>
      <p:sp>
        <p:nvSpPr>
          <p:cNvPr id="3" name="TextBox 2">
            <a:extLst>
              <a:ext uri="{FF2B5EF4-FFF2-40B4-BE49-F238E27FC236}">
                <a16:creationId xmlns:a16="http://schemas.microsoft.com/office/drawing/2014/main" id="{DCF333EE-339A-2B10-12F5-EDCD3B9BB705}"/>
              </a:ext>
            </a:extLst>
          </p:cNvPr>
          <p:cNvSpPr txBox="1"/>
          <p:nvPr userDrawn="1"/>
        </p:nvSpPr>
        <p:spPr>
          <a:xfrm>
            <a:off x="876179" y="3150676"/>
            <a:ext cx="1687749" cy="661720"/>
          </a:xfrm>
          <a:prstGeom prst="rect">
            <a:avLst/>
          </a:prstGeom>
          <a:noFill/>
        </p:spPr>
        <p:txBody>
          <a:bodyPr wrap="square">
            <a:spAutoFit/>
          </a:bodyPr>
          <a:lstStyle/>
          <a:p>
            <a:r>
              <a:rPr kumimoji="0" lang="en-US" sz="3700" b="0" i="0" u="none" strike="noStrike" kern="2000" cap="none" spc="-50" normalizeH="0" baseline="0" noProof="0">
                <a:ln>
                  <a:noFill/>
                </a:ln>
                <a:solidFill>
                  <a:srgbClr val="FFFFFF"/>
                </a:solidFill>
                <a:effectLst/>
                <a:uLnTx/>
                <a:uFillTx/>
                <a:latin typeface="Aptos Display" panose="02110004020202020204"/>
                <a:ea typeface="+mj-ea"/>
                <a:cs typeface="+mj-cs"/>
              </a:rPr>
              <a:t>Agenda</a:t>
            </a:r>
            <a:endParaRPr lang="en-US" sz="3700"/>
          </a:p>
        </p:txBody>
      </p:sp>
      <p:sp>
        <p:nvSpPr>
          <p:cNvPr id="2" name="TextBox 1">
            <a:extLst>
              <a:ext uri="{FF2B5EF4-FFF2-40B4-BE49-F238E27FC236}">
                <a16:creationId xmlns:a16="http://schemas.microsoft.com/office/drawing/2014/main" id="{BDBEE89A-B45C-7D54-BFA0-559F4BC62BC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6" name="Rechteck 1" descr="{&quot;templafy&quot;:{&quot;id&quot;:&quot;31d268f3-a8a0-470a-81f0-7e54235c180c&quot;}}">
            <a:extLst>
              <a:ext uri="{FF2B5EF4-FFF2-40B4-BE49-F238E27FC236}">
                <a16:creationId xmlns:a16="http://schemas.microsoft.com/office/drawing/2014/main" id="{A112F777-361E-B1D9-2B05-0E6C9FE01E21}"/>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335103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20" userDrawn="1">
          <p15:clr>
            <a:srgbClr val="FBAE40"/>
          </p15:clr>
        </p15:guide>
        <p15:guide id="2" orient="horz" pos="436" userDrawn="1">
          <p15:clr>
            <a:srgbClr val="FBAE40"/>
          </p15:clr>
        </p15:guide>
        <p15:guide id="5" orient="horz" pos="3158" userDrawn="1">
          <p15:clr>
            <a:srgbClr val="FBAE40"/>
          </p15:clr>
        </p15:guide>
        <p15:guide id="6" orient="horz" pos="1344" userDrawn="1">
          <p15:clr>
            <a:srgbClr val="FBAE40"/>
          </p15:clr>
        </p15:guide>
        <p15:guide id="7" orient="horz" pos="2251" userDrawn="1">
          <p15:clr>
            <a:srgbClr val="FBAE40"/>
          </p15:clr>
        </p15:guide>
        <p15:guide id="8" pos="3681" userDrawn="1">
          <p15:clr>
            <a:srgbClr val="FBAE40"/>
          </p15:clr>
        </p15:guide>
        <p15:guide id="9" pos="6970" userDrawn="1">
          <p15:clr>
            <a:srgbClr val="FBAE40"/>
          </p15:clr>
        </p15:guide>
        <p15:guide id="12" orient="horz" pos="1752" userDrawn="1">
          <p15:clr>
            <a:srgbClr val="FBAE40"/>
          </p15:clr>
        </p15:guide>
        <p15:guide id="13" orient="horz" pos="259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_Dark Blue">
    <p:bg>
      <p:bgPr>
        <a:solidFill>
          <a:schemeClr val="accent2"/>
        </a:solidFill>
        <a:effectLst/>
      </p:bgPr>
    </p:bg>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56F4BB75-A65B-C928-4300-940A326B325A}"/>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Divider slide title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3 lines maximum lorem ipsum dolor sit </a:t>
            </a:r>
            <a:r>
              <a:rPr lang="en-US" sz="4800" spc="-110" err="1">
                <a:solidFill>
                  <a:srgbClr val="FFFFFE"/>
                </a:solidFill>
                <a:ea typeface="Alfabet" pitchFamily="2" charset="0"/>
                <a:cs typeface="Microsoft Sans Serif" panose="020B0604020202020204" pitchFamily="34" charset="0"/>
              </a:rPr>
              <a:t>amet</a:t>
            </a:r>
            <a:endParaRPr lang="en-US" sz="4800" spc="-110">
              <a:solidFill>
                <a:srgbClr val="FFFFFE"/>
              </a:solidFill>
              <a:ea typeface="Alfabet" pitchFamily="2" charset="0"/>
              <a:cs typeface="Microsoft Sans Serif" panose="020B0604020202020204" pitchFamily="34" charset="0"/>
            </a:endParaRPr>
          </a:p>
        </p:txBody>
      </p:sp>
      <p:pic>
        <p:nvPicPr>
          <p:cNvPr id="3" name="Graphic 2">
            <a:extLst>
              <a:ext uri="{FF2B5EF4-FFF2-40B4-BE49-F238E27FC236}">
                <a16:creationId xmlns:a16="http://schemas.microsoft.com/office/drawing/2014/main" id="{5FCC5857-127B-92B1-127D-549E125A84B7}"/>
              </a:ext>
            </a:extLst>
          </p:cNvPr>
          <p:cNvPicPr>
            <a:picLocks noChangeAspect="1"/>
          </p:cNvPicPr>
          <p:nvPr userDrawn="1"/>
        </p:nvPicPr>
        <p:blipFill>
          <a:blip>
            <a:extLst>
              <a:ext uri="{96DAC541-7B7A-43D3-8B79-37D633B846F1}">
                <asvg:svgBlip xmlns:asvg="http://schemas.microsoft.com/office/drawing/2016/SVG/main" r:embed="rId2"/>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6" name="Picture 2">
            <a:extLst>
              <a:ext uri="{FF2B5EF4-FFF2-40B4-BE49-F238E27FC236}">
                <a16:creationId xmlns:a16="http://schemas.microsoft.com/office/drawing/2014/main" id="{B4CD1440-8C09-3A2A-5025-11244190A58A}"/>
              </a:ext>
            </a:extLst>
          </p:cNvPr>
          <p:cNvPicPr>
            <a:picLocks noChangeAspect="1" noChangeArrowheads="1"/>
          </p:cNvPicPr>
          <p:nvPr userDrawn="1"/>
        </p:nvPicPr>
        <p:blipFill rotWithShape="1">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205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_Qualcomm Blue">
    <p:bg>
      <p:bgPr>
        <a:solidFill>
          <a:schemeClr val="accent1"/>
        </a:solidFill>
        <a:effectLst/>
      </p:bgPr>
    </p:bg>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Divider slide title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3 lines maximum lorem ipsum dolor sit </a:t>
            </a:r>
            <a:r>
              <a:rPr lang="en-US" sz="4800" spc="-110" err="1">
                <a:solidFill>
                  <a:srgbClr val="FFFFFE"/>
                </a:solidFill>
                <a:ea typeface="Alfabet" pitchFamily="2" charset="0"/>
                <a:cs typeface="Microsoft Sans Serif" panose="020B0604020202020204" pitchFamily="34" charset="0"/>
              </a:rPr>
              <a:t>amet</a:t>
            </a:r>
            <a:endParaRPr lang="en-US" sz="4800" spc="-110">
              <a:solidFill>
                <a:srgbClr val="FFFFFE"/>
              </a:solidFill>
              <a:ea typeface="Alfabet" pitchFamily="2" charset="0"/>
              <a:cs typeface="Microsoft Sans Serif" panose="020B0604020202020204" pitchFamily="34" charset="0"/>
            </a:endParaRPr>
          </a:p>
        </p:txBody>
      </p:sp>
      <p:pic>
        <p:nvPicPr>
          <p:cNvPr id="5" name="Graphic 4">
            <a:extLst>
              <a:ext uri="{FF2B5EF4-FFF2-40B4-BE49-F238E27FC236}">
                <a16:creationId xmlns:a16="http://schemas.microsoft.com/office/drawing/2014/main" id="{D0243FD1-3C4D-4017-97D3-97AAAB1E08EB}"/>
              </a:ext>
            </a:extLst>
          </p:cNvPr>
          <p:cNvPicPr>
            <a:picLocks noChangeAspect="1"/>
          </p:cNvPicPr>
          <p:nvPr userDrawn="1"/>
        </p:nvPicPr>
        <p:blipFill>
          <a:blip>
            <a:extLst>
              <a:ext uri="{96DAC541-7B7A-43D3-8B79-37D633B846F1}">
                <asvg:svgBlip xmlns:asvg="http://schemas.microsoft.com/office/drawing/2016/SVG/main" r:embed="rId2"/>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pic>
        <p:nvPicPr>
          <p:cNvPr id="6" name="Picture 2">
            <a:extLst>
              <a:ext uri="{FF2B5EF4-FFF2-40B4-BE49-F238E27FC236}">
                <a16:creationId xmlns:a16="http://schemas.microsoft.com/office/drawing/2014/main" id="{4349F65B-6B2B-D03F-2060-AF18427437B5}"/>
              </a:ext>
            </a:extLst>
          </p:cNvPr>
          <p:cNvPicPr>
            <a:picLocks noChangeAspect="1" noChangeArrowheads="1"/>
          </p:cNvPicPr>
          <p:nvPr userDrawn="1"/>
        </p:nvPicPr>
        <p:blipFill rotWithShape="1">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r="83264"/>
          <a:stretch/>
        </p:blipFill>
        <p:spPr bwMode="auto">
          <a:xfrm>
            <a:off x="9920889" y="4823714"/>
            <a:ext cx="938292" cy="1029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8115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_Light Grey">
    <p:bg>
      <p:bgPr>
        <a:solidFill>
          <a:srgbClr val="EFF1F5"/>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C2CB9B-0078-BC2B-5AAC-4C2115035721}"/>
              </a:ext>
            </a:extLst>
          </p:cNvPr>
          <p:cNvPicPr>
            <a:picLocks noChangeAspect="1" noChangeArrowheads="1"/>
          </p:cNvPicPr>
          <p:nvPr userDrawn="1"/>
        </p:nvPicPr>
        <p:blipFill rotWithShape="1">
          <a:blip>
            <a:extLst>
              <a:ext uri="{96DAC541-7B7A-43D3-8B79-37D633B846F1}">
                <asvg:svgBlip xmlns:asvg="http://schemas.microsoft.com/office/drawing/2016/SVG/main" r:embed="rId2"/>
              </a:ext>
            </a:extLst>
          </a:blip>
          <a:srcRect t="-1567" b="-1567"/>
          <a:stretch/>
        </p:blipFill>
        <p:spPr bwMode="auto">
          <a:xfrm>
            <a:off x="9924064" y="4805346"/>
            <a:ext cx="894630" cy="1062179"/>
          </a:xfrm>
          <a:prstGeom prst="rect">
            <a:avLst/>
          </a:prstGeom>
          <a:noFill/>
        </p:spPr>
      </p:pic>
      <p:sp>
        <p:nvSpPr>
          <p:cNvPr id="4" name="Title 2">
            <a:extLst>
              <a:ext uri="{FF2B5EF4-FFF2-40B4-BE49-F238E27FC236}">
                <a16:creationId xmlns:a16="http://schemas.microsoft.com/office/drawing/2014/main" id="{3BA59318-1AE9-0D73-E563-6D4B033B5D6F}"/>
              </a:ext>
            </a:extLst>
          </p:cNvPr>
          <p:cNvSpPr>
            <a:spLocks noGrp="1"/>
          </p:cNvSpPr>
          <p:nvPr>
            <p:ph type="title" hasCustomPrompt="1"/>
          </p:nvPr>
        </p:nvSpPr>
        <p:spPr bwMode="gray">
          <a:xfrm>
            <a:off x="515937" y="2673350"/>
            <a:ext cx="7056438" cy="1795556"/>
          </a:xfrm>
        </p:spPr>
        <p:txBody>
          <a:bodyPr wrap="square" anchor="ctr">
            <a:noAutofit/>
          </a:bodyPr>
          <a:lstStyle>
            <a:lvl1pPr marL="0" marR="0" indent="0" algn="l" defTabSz="914400" rtl="0" eaLnBrk="1" fontAlgn="auto" latinLnBrk="0" hangingPunct="1">
              <a:lnSpc>
                <a:spcPct val="80000"/>
              </a:lnSpc>
              <a:spcBef>
                <a:spcPct val="0"/>
              </a:spcBef>
              <a:spcAft>
                <a:spcPts val="0"/>
              </a:spcAft>
              <a:buClrTx/>
              <a:buSzTx/>
              <a:buFontTx/>
              <a:buNone/>
              <a:tabLst/>
              <a:defRPr lang="en-US" sz="4800" kern="1200" spc="0" dirty="0">
                <a:solidFill>
                  <a:schemeClr val="accent1"/>
                </a:solidFill>
                <a:latin typeface="Aptos" panose="020B0004020202020204" pitchFamily="34" charset="0"/>
                <a:ea typeface="Alfabet" pitchFamily="2" charset="0"/>
                <a:cs typeface="Microsoft Sans Serif" panose="020B0604020202020204" pitchFamily="34" charset="0"/>
              </a:defRPr>
            </a:lvl1pPr>
          </a:lstStyle>
          <a:p>
            <a:r>
              <a:rPr lang="en-US"/>
              <a:t>Divider slide title</a:t>
            </a:r>
            <a:br>
              <a:rPr lang="en-US"/>
            </a:br>
            <a:r>
              <a:rPr lang="en-US"/>
              <a:t>3 lines maximum lorem ipsum dolor sit </a:t>
            </a:r>
            <a:r>
              <a:rPr lang="en-US" err="1"/>
              <a:t>amet</a:t>
            </a:r>
            <a:endParaRPr lang="en-US" sz="4800" spc="-110">
              <a:solidFill>
                <a:srgbClr val="FFFFFE"/>
              </a:solidFill>
              <a:ea typeface="Alfabet" pitchFamily="2" charset="0"/>
              <a:cs typeface="Microsoft Sans Serif" panose="020B0604020202020204" pitchFamily="34" charset="0"/>
            </a:endParaRPr>
          </a:p>
        </p:txBody>
      </p:sp>
      <p:pic>
        <p:nvPicPr>
          <p:cNvPr id="5" name="Graphic 4">
            <a:extLst>
              <a:ext uri="{FF2B5EF4-FFF2-40B4-BE49-F238E27FC236}">
                <a16:creationId xmlns:a16="http://schemas.microsoft.com/office/drawing/2014/main" id="{D0243FD1-3C4D-4017-97D3-97AAAB1E08EB}"/>
              </a:ext>
            </a:extLst>
          </p:cNvPr>
          <p:cNvPicPr>
            <a:picLocks noChangeAspect="1"/>
          </p:cNvPicPr>
          <p:nvPr userDrawn="1"/>
        </p:nvPicPr>
        <p:blipFill>
          <a:blip>
            <a:extLst>
              <a:ext uri="{96DAC541-7B7A-43D3-8B79-37D633B846F1}">
                <asvg:svgBlip xmlns:asvg="http://schemas.microsoft.com/office/drawing/2016/SVG/main" r:embed="rId3"/>
              </a:ext>
            </a:extLst>
          </a:blip>
          <a:srcRect t="7956"/>
          <a:stretch>
            <a:fillRect/>
          </a:stretch>
        </p:blipFill>
        <p:spPr>
          <a:xfrm rot="19262939" flipV="1">
            <a:off x="7414009" y="2577117"/>
            <a:ext cx="5592194" cy="5147262"/>
          </a:xfrm>
          <a:custGeom>
            <a:avLst/>
            <a:gdLst>
              <a:gd name="connsiteX0" fmla="*/ 2936118 w 5592194"/>
              <a:gd name="connsiteY0" fmla="*/ 5147261 h 5147262"/>
              <a:gd name="connsiteX1" fmla="*/ 5592194 w 5592194"/>
              <a:gd name="connsiteY1" fmla="*/ 3000171 h 5147262"/>
              <a:gd name="connsiteX2" fmla="*/ 5592194 w 5592194"/>
              <a:gd name="connsiteY2" fmla="*/ 2879976 h 5147262"/>
              <a:gd name="connsiteX3" fmla="*/ 3264109 w 5592194"/>
              <a:gd name="connsiteY3" fmla="*/ 0 h 5147262"/>
              <a:gd name="connsiteX4" fmla="*/ 0 w 5592194"/>
              <a:gd name="connsiteY4" fmla="*/ 2638607 h 5147262"/>
              <a:gd name="connsiteX5" fmla="*/ 0 w 5592194"/>
              <a:gd name="connsiteY5" fmla="*/ 3023965 h 5147262"/>
              <a:gd name="connsiteX6" fmla="*/ 1716408 w 5592194"/>
              <a:gd name="connsiteY6" fmla="*/ 5147262 h 514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92194" h="5147262">
                <a:moveTo>
                  <a:pt x="2936118" y="5147261"/>
                </a:moveTo>
                <a:lnTo>
                  <a:pt x="5592194" y="3000171"/>
                </a:lnTo>
                <a:lnTo>
                  <a:pt x="5592194" y="2879976"/>
                </a:lnTo>
                <a:lnTo>
                  <a:pt x="3264109" y="0"/>
                </a:lnTo>
                <a:lnTo>
                  <a:pt x="0" y="2638607"/>
                </a:lnTo>
                <a:lnTo>
                  <a:pt x="0" y="3023965"/>
                </a:lnTo>
                <a:lnTo>
                  <a:pt x="1716408" y="5147262"/>
                </a:lnTo>
                <a:close/>
              </a:path>
            </a:pathLst>
          </a:custGeom>
        </p:spPr>
      </p:pic>
    </p:spTree>
    <p:extLst>
      <p:ext uri="{BB962C8B-B14F-4D97-AF65-F5344CB8AC3E}">
        <p14:creationId xmlns:p14="http://schemas.microsoft.com/office/powerpoint/2010/main" val="1032037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477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_Blue">
    <p:bg>
      <p:bgPr>
        <a:solidFill>
          <a:schemeClr val="accent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userDrawn="1"/>
        </p:nvSpPr>
        <p:spPr bwMode="gray">
          <a:xfrm>
            <a:off x="343609" y="2435884"/>
            <a:ext cx="8725779" cy="1301254"/>
          </a:xfrm>
          <a:prstGeom prst="rect">
            <a:avLst/>
          </a:prstGeom>
          <a:noFill/>
        </p:spPr>
        <p:txBody>
          <a:bodyPr wrap="square" lIns="0" tIns="0" rIns="0" bIns="0" rtlCol="0">
            <a:spAutoFit/>
          </a:bodyPr>
          <a:lstStyle/>
          <a:p>
            <a:pPr marL="0" marR="0" lvl="0" indent="0" algn="l" defTabSz="914400" rtl="0" eaLnBrk="1" fontAlgn="auto" latinLnBrk="0" hangingPunct="1">
              <a:lnSpc>
                <a:spcPct val="87000"/>
              </a:lnSpc>
              <a:spcBef>
                <a:spcPts val="0"/>
              </a:spcBef>
              <a:spcAft>
                <a:spcPts val="0"/>
              </a:spcAft>
              <a:buClrTx/>
              <a:buSzTx/>
              <a:buFontTx/>
              <a:buNone/>
              <a:tabLst/>
              <a:defRPr/>
            </a:pPr>
            <a:r>
              <a:rPr kumimoji="0" lang="en-US" sz="9600" u="none" strike="noStrike" kern="1200" cap="none" spc="-300" normalizeH="0" noProof="0">
                <a:ln>
                  <a:noFill/>
                </a:ln>
                <a:effectLst/>
                <a:uLnTx/>
                <a:uFillTx/>
                <a:latin typeface="Aptos" panose="020B0004020202020204" pitchFamily="34" charset="0"/>
                <a:ea typeface="Alfabet" pitchFamily="2" charset="0"/>
              </a:rPr>
              <a:t>T</a:t>
            </a:r>
            <a:r>
              <a:rPr kumimoji="0" lang="en-US" sz="9600" u="none" strike="noStrike" kern="1200" cap="none" spc="-300" normalizeH="0" baseline="0" noProof="0">
                <a:ln>
                  <a:noFill/>
                </a:ln>
                <a:effectLst/>
                <a:uLnTx/>
                <a:uFillTx/>
                <a:latin typeface="Aptos" panose="020B0004020202020204" pitchFamily="34" charset="0"/>
                <a:ea typeface="Alfabet" pitchFamily="2" charset="0"/>
              </a:rPr>
              <a:t>h</a:t>
            </a:r>
            <a:r>
              <a:rPr kumimoji="0" lang="en-US" sz="9600" u="none" strike="noStrike" kern="1200" cap="none" spc="-600" normalizeH="0" noProof="0">
                <a:ln>
                  <a:noFill/>
                </a:ln>
                <a:effectLst/>
                <a:uLnTx/>
                <a:uFillTx/>
                <a:latin typeface="Aptos" panose="020B0004020202020204" pitchFamily="34" charset="0"/>
                <a:ea typeface="Alfabet" pitchFamily="2" charset="0"/>
              </a:rPr>
              <a:t>a</a:t>
            </a:r>
            <a:r>
              <a:rPr kumimoji="0" lang="en-US" sz="9600" u="none" strike="noStrike" kern="1200" cap="none" spc="-450" normalizeH="0" noProof="0">
                <a:ln>
                  <a:noFill/>
                </a:ln>
                <a:effectLst/>
                <a:uLnTx/>
                <a:uFillTx/>
                <a:latin typeface="Aptos" panose="020B0004020202020204" pitchFamily="34" charset="0"/>
                <a:ea typeface="Alfabet" pitchFamily="2" charset="0"/>
              </a:rPr>
              <a:t>n</a:t>
            </a:r>
            <a:r>
              <a:rPr kumimoji="0" lang="en-US" sz="9600" u="none" strike="noStrike" kern="1200" cap="none" spc="-600" normalizeH="0" noProof="0">
                <a:ln>
                  <a:noFill/>
                </a:ln>
                <a:effectLst/>
                <a:uLnTx/>
                <a:uFillTx/>
                <a:latin typeface="Aptos" panose="020B0004020202020204" pitchFamily="34" charset="0"/>
                <a:ea typeface="Alfabet" pitchFamily="2" charset="0"/>
              </a:rPr>
              <a:t>k  </a:t>
            </a:r>
            <a:r>
              <a:rPr kumimoji="0" lang="en-US" sz="9600" u="none" strike="noStrike" kern="1200" cap="none" spc="-80" normalizeH="0" noProof="0">
                <a:ln>
                  <a:noFill/>
                </a:ln>
                <a:effectLst/>
                <a:uLnTx/>
                <a:uFillTx/>
                <a:latin typeface="Aptos" panose="020B0004020202020204" pitchFamily="34" charset="0"/>
                <a:ea typeface="Alfabet" pitchFamily="2" charset="0"/>
              </a:rPr>
              <a:t>y</a:t>
            </a:r>
            <a:r>
              <a:rPr lang="en-US" sz="9600" spc="-300">
                <a:latin typeface="Aptos" panose="020B0004020202020204" pitchFamily="34" charset="0"/>
                <a:ea typeface="Alfabet" pitchFamily="2" charset="0"/>
              </a:rPr>
              <a:t>o</a:t>
            </a:r>
            <a:r>
              <a:rPr kumimoji="0" lang="en-US" sz="9600" u="none" strike="noStrike" kern="1200" cap="none" spc="-300" normalizeH="0" noProof="0">
                <a:ln>
                  <a:noFill/>
                </a:ln>
                <a:effectLst/>
                <a:uLnTx/>
                <a:uFillTx/>
                <a:latin typeface="Aptos" panose="020B0004020202020204" pitchFamily="34" charset="0"/>
                <a:ea typeface="Alfabet" pitchFamily="2" charset="0"/>
              </a:rPr>
              <a:t>u</a:t>
            </a:r>
          </a:p>
        </p:txBody>
      </p:sp>
      <p:sp>
        <p:nvSpPr>
          <p:cNvPr id="4" name="TextBox 3">
            <a:extLst>
              <a:ext uri="{FF2B5EF4-FFF2-40B4-BE49-F238E27FC236}">
                <a16:creationId xmlns:a16="http://schemas.microsoft.com/office/drawing/2014/main" id="{58C904C5-CF09-901C-0409-22AE7AA4BACE}"/>
              </a:ext>
            </a:extLst>
          </p:cNvPr>
          <p:cNvSpPr txBox="1"/>
          <p:nvPr userDrawn="1"/>
        </p:nvSpPr>
        <p:spPr bwMode="gray">
          <a:xfrm>
            <a:off x="480927" y="3934635"/>
            <a:ext cx="3789063" cy="654025"/>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Qualcomm</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and</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Snapdragon</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are</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or registered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of Qualcomm Incorporated. </a:t>
            </a:r>
            <a:b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endParaRPr>
          </a:p>
        </p:txBody>
      </p:sp>
      <p:sp>
        <p:nvSpPr>
          <p:cNvPr id="5" name="TextBox 4">
            <a:extLst>
              <a:ext uri="{FF2B5EF4-FFF2-40B4-BE49-F238E27FC236}">
                <a16:creationId xmlns:a16="http://schemas.microsoft.com/office/drawing/2014/main" id="{9AD3167D-B67D-2259-C2CB-D5F07DD61617}"/>
              </a:ext>
            </a:extLst>
          </p:cNvPr>
          <p:cNvSpPr txBox="1"/>
          <p:nvPr userDrawn="1"/>
        </p:nvSpPr>
        <p:spPr bwMode="gray">
          <a:xfrm>
            <a:off x="480927" y="4751064"/>
            <a:ext cx="4172353" cy="1002839"/>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patented technologies are licensed by Qualcomm Incorporated. </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userDrawn="1"/>
        </p:nvSpPr>
        <p:spPr bwMode="gray">
          <a:xfrm>
            <a:off x="481013" y="6100661"/>
            <a:ext cx="3127218" cy="150362"/>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userDrawn="1"/>
        </p:nvSpPr>
        <p:spPr>
          <a:xfrm>
            <a:off x="389712" y="6209771"/>
            <a:ext cx="4184203" cy="242374"/>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For more information, visit us at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 &amp;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/blog</a:t>
            </a:r>
          </a:p>
        </p:txBody>
      </p:sp>
      <p:grpSp>
        <p:nvGrpSpPr>
          <p:cNvPr id="8" name="Group 7">
            <a:extLst>
              <a:ext uri="{FF2B5EF4-FFF2-40B4-BE49-F238E27FC236}">
                <a16:creationId xmlns:a16="http://schemas.microsoft.com/office/drawing/2014/main" id="{DC2BA5B9-32D0-B4D3-31C5-940933363930}"/>
              </a:ext>
            </a:extLst>
          </p:cNvPr>
          <p:cNvGrpSpPr/>
          <p:nvPr userDrawn="1"/>
        </p:nvGrpSpPr>
        <p:grpSpPr>
          <a:xfrm>
            <a:off x="1205032" y="6126885"/>
            <a:ext cx="817893" cy="93682"/>
            <a:chOff x="1300130" y="6126885"/>
            <a:chExt cx="817893" cy="93682"/>
          </a:xfrm>
        </p:grpSpPr>
        <p:grpSp>
          <p:nvGrpSpPr>
            <p:cNvPr id="9" name="Group 5">
              <a:extLst>
                <a:ext uri="{FF2B5EF4-FFF2-40B4-BE49-F238E27FC236}">
                  <a16:creationId xmlns:a16="http://schemas.microsoft.com/office/drawing/2014/main" id="{3BF5268F-6D68-1917-4372-D995E148B3D8}"/>
                </a:ext>
              </a:extLst>
            </p:cNvPr>
            <p:cNvGrpSpPr>
              <a:grpSpLocks noChangeAspect="1"/>
            </p:cNvGrpSpPr>
            <p:nvPr/>
          </p:nvGrpSpPr>
          <p:grpSpPr bwMode="gray">
            <a:xfrm>
              <a:off x="1300130" y="6126885"/>
              <a:ext cx="94798" cy="93682"/>
              <a:chOff x="3331" y="1656"/>
              <a:chExt cx="1020" cy="1008"/>
            </a:xfrm>
            <a:solidFill>
              <a:schemeClr val="tx1"/>
            </a:solidFill>
          </p:grpSpPr>
          <p:sp>
            <p:nvSpPr>
              <p:cNvPr id="17" name="Freeform 6">
                <a:extLst>
                  <a:ext uri="{FF2B5EF4-FFF2-40B4-BE49-F238E27FC236}">
                    <a16:creationId xmlns:a16="http://schemas.microsoft.com/office/drawing/2014/main" id="{3B4391A0-4D50-9169-D3E1-D5541F0F6095}"/>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18" name="Freeform 7">
                <a:extLst>
                  <a:ext uri="{FF2B5EF4-FFF2-40B4-BE49-F238E27FC236}">
                    <a16:creationId xmlns:a16="http://schemas.microsoft.com/office/drawing/2014/main" id="{40BEAF68-D3D4-D207-309D-6001397EE346}"/>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10" name="Group 4">
              <a:extLst>
                <a:ext uri="{FF2B5EF4-FFF2-40B4-BE49-F238E27FC236}">
                  <a16:creationId xmlns:a16="http://schemas.microsoft.com/office/drawing/2014/main" id="{274B1A01-2610-8398-DC38-5F6C0A50AF64}"/>
                </a:ext>
              </a:extLst>
            </p:cNvPr>
            <p:cNvGrpSpPr>
              <a:grpSpLocks noChangeAspect="1"/>
            </p:cNvGrpSpPr>
            <p:nvPr/>
          </p:nvGrpSpPr>
          <p:grpSpPr bwMode="auto">
            <a:xfrm>
              <a:off x="1640695" y="6127230"/>
              <a:ext cx="92914" cy="92992"/>
              <a:chOff x="2653" y="972"/>
              <a:chExt cx="2372" cy="2374"/>
            </a:xfrm>
            <a:solidFill>
              <a:schemeClr val="tx1"/>
            </a:solidFill>
          </p:grpSpPr>
          <p:sp>
            <p:nvSpPr>
              <p:cNvPr id="14" name="Freeform 5">
                <a:extLst>
                  <a:ext uri="{FF2B5EF4-FFF2-40B4-BE49-F238E27FC236}">
                    <a16:creationId xmlns:a16="http://schemas.microsoft.com/office/drawing/2014/main" id="{68802D42-C0F1-DAF9-8B74-77C13FA40FE6}"/>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5" name="Freeform 6">
                <a:extLst>
                  <a:ext uri="{FF2B5EF4-FFF2-40B4-BE49-F238E27FC236}">
                    <a16:creationId xmlns:a16="http://schemas.microsoft.com/office/drawing/2014/main" id="{511AB5E8-AF45-535E-DBEE-21EA3AA4AC1B}"/>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6" name="Oval 7">
                <a:extLst>
                  <a:ext uri="{FF2B5EF4-FFF2-40B4-BE49-F238E27FC236}">
                    <a16:creationId xmlns:a16="http://schemas.microsoft.com/office/drawing/2014/main" id="{5A2B3252-69E6-21D8-7B9C-8CACF53B9BA3}"/>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11" name="Graphic 10">
              <a:extLst>
                <a:ext uri="{FF2B5EF4-FFF2-40B4-BE49-F238E27FC236}">
                  <a16:creationId xmlns:a16="http://schemas.microsoft.com/office/drawing/2014/main" id="{EDEA13E0-DF26-3A35-755F-EB1D2F7140E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10838" y="6131300"/>
              <a:ext cx="122931" cy="84852"/>
            </a:xfrm>
            <a:prstGeom prst="rect">
              <a:avLst/>
            </a:prstGeom>
          </p:spPr>
        </p:pic>
        <p:pic>
          <p:nvPicPr>
            <p:cNvPr id="12" name="Graphic 11">
              <a:extLst>
                <a:ext uri="{FF2B5EF4-FFF2-40B4-BE49-F238E27FC236}">
                  <a16:creationId xmlns:a16="http://schemas.microsoft.com/office/drawing/2014/main" id="{B54DF270-EBC5-95DA-8346-7100B18EC91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23789" y="6126885"/>
              <a:ext cx="94234" cy="93682"/>
            </a:xfrm>
            <a:prstGeom prst="rect">
              <a:avLst/>
            </a:prstGeom>
          </p:spPr>
        </p:pic>
        <p:pic>
          <p:nvPicPr>
            <p:cNvPr id="13" name="Graphic 12">
              <a:extLst>
                <a:ext uri="{FF2B5EF4-FFF2-40B4-BE49-F238E27FC236}">
                  <a16:creationId xmlns:a16="http://schemas.microsoft.com/office/drawing/2014/main" id="{1D7C89CA-3D39-A79E-E143-FE65F0C89E2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476872" y="6131572"/>
              <a:ext cx="84309" cy="84309"/>
            </a:xfrm>
            <a:prstGeom prst="rect">
              <a:avLst/>
            </a:prstGeom>
          </p:spPr>
        </p:pic>
      </p:grpSp>
      <p:pic>
        <p:nvPicPr>
          <p:cNvPr id="24" name="Graphic 23">
            <a:extLst>
              <a:ext uri="{FF2B5EF4-FFF2-40B4-BE49-F238E27FC236}">
                <a16:creationId xmlns:a16="http://schemas.microsoft.com/office/drawing/2014/main" id="{1EBB4BF9-FEEC-4175-585A-2715E84D1EB5}"/>
              </a:ext>
            </a:extLst>
          </p:cNvPr>
          <p:cNvPicPr>
            <a:picLocks noChangeAspect="1"/>
          </p:cNvPicPr>
          <p:nvPr/>
        </p:nvPicPr>
        <p:blipFill>
          <a:blip>
            <a:extLst>
              <a:ext uri="{96DAC541-7B7A-43D3-8B79-37D633B846F1}">
                <asvg:svgBlip xmlns:asvg="http://schemas.microsoft.com/office/drawing/2016/SVG/main" r:embed="rId5"/>
              </a:ext>
            </a:extLst>
          </a:blip>
          <a:srcRect t="31605" r="39224"/>
          <a:stretch>
            <a:fillRect/>
          </a:stretch>
        </p:blipFill>
        <p:spPr>
          <a:xfrm>
            <a:off x="6684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1" name="Picture 2">
            <a:extLst>
              <a:ext uri="{FF2B5EF4-FFF2-40B4-BE49-F238E27FC236}">
                <a16:creationId xmlns:a16="http://schemas.microsoft.com/office/drawing/2014/main" id="{7FDF1ADE-EF76-ABDC-A94C-B4B22DDF49A4}"/>
              </a:ext>
            </a:extLst>
          </p:cNvPr>
          <p:cNvPicPr>
            <a:picLocks noChangeAspect="1" noChangeArrowheads="1"/>
          </p:cNvPicPr>
          <p:nvPr/>
        </p:nvPicPr>
        <p:blipFill rotWithShape="1">
          <a:blip r:embed="rId6" cstate="email">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rcRect/>
          <a:stretch/>
        </p:blipFill>
        <p:spPr bwMode="auto">
          <a:xfrm>
            <a:off x="10895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9244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_Qualcomm Blue">
    <p:bg>
      <p:bgPr>
        <a:solidFill>
          <a:schemeClr val="accent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8D38E5-491C-399E-B737-E4CB35E93811}"/>
              </a:ext>
            </a:extLst>
          </p:cNvPr>
          <p:cNvSpPr txBox="1"/>
          <p:nvPr userDrawn="1"/>
        </p:nvSpPr>
        <p:spPr bwMode="gray">
          <a:xfrm>
            <a:off x="343609" y="2435884"/>
            <a:ext cx="8725779" cy="1301254"/>
          </a:xfrm>
          <a:prstGeom prst="rect">
            <a:avLst/>
          </a:prstGeom>
          <a:noFill/>
        </p:spPr>
        <p:txBody>
          <a:bodyPr wrap="square" lIns="0" tIns="0" rIns="0" bIns="0" rtlCol="0">
            <a:spAutoFit/>
          </a:bodyPr>
          <a:lstStyle/>
          <a:p>
            <a:pPr marL="0" marR="0" lvl="0" indent="0" algn="l" defTabSz="914400" rtl="0" eaLnBrk="1" fontAlgn="auto" latinLnBrk="0" hangingPunct="1">
              <a:lnSpc>
                <a:spcPct val="87000"/>
              </a:lnSpc>
              <a:spcBef>
                <a:spcPts val="0"/>
              </a:spcBef>
              <a:spcAft>
                <a:spcPts val="0"/>
              </a:spcAft>
              <a:buClrTx/>
              <a:buSzTx/>
              <a:buFontTx/>
              <a:buNone/>
              <a:tabLst/>
              <a:defRPr/>
            </a:pPr>
            <a:r>
              <a:rPr kumimoji="0" lang="en-US" sz="9600" u="none" strike="noStrike" kern="1200" cap="none" spc="-300" normalizeH="0" noProof="0">
                <a:ln>
                  <a:noFill/>
                </a:ln>
                <a:effectLst/>
                <a:uLnTx/>
                <a:uFillTx/>
                <a:latin typeface="Aptos" panose="020B0004020202020204" pitchFamily="34" charset="0"/>
                <a:ea typeface="Alfabet" pitchFamily="2" charset="0"/>
              </a:rPr>
              <a:t>T</a:t>
            </a:r>
            <a:r>
              <a:rPr kumimoji="0" lang="en-US" sz="9600" u="none" strike="noStrike" kern="1200" cap="none" spc="-300" normalizeH="0" baseline="0" noProof="0">
                <a:ln>
                  <a:noFill/>
                </a:ln>
                <a:effectLst/>
                <a:uLnTx/>
                <a:uFillTx/>
                <a:latin typeface="Aptos" panose="020B0004020202020204" pitchFamily="34" charset="0"/>
                <a:ea typeface="Alfabet" pitchFamily="2" charset="0"/>
              </a:rPr>
              <a:t>h</a:t>
            </a:r>
            <a:r>
              <a:rPr kumimoji="0" lang="en-US" sz="9600" u="none" strike="noStrike" kern="1200" cap="none" spc="-600" normalizeH="0" noProof="0">
                <a:ln>
                  <a:noFill/>
                </a:ln>
                <a:effectLst/>
                <a:uLnTx/>
                <a:uFillTx/>
                <a:latin typeface="Aptos" panose="020B0004020202020204" pitchFamily="34" charset="0"/>
                <a:ea typeface="Alfabet" pitchFamily="2" charset="0"/>
              </a:rPr>
              <a:t>a</a:t>
            </a:r>
            <a:r>
              <a:rPr kumimoji="0" lang="en-US" sz="9600" u="none" strike="noStrike" kern="1200" cap="none" spc="-450" normalizeH="0" noProof="0">
                <a:ln>
                  <a:noFill/>
                </a:ln>
                <a:effectLst/>
                <a:uLnTx/>
                <a:uFillTx/>
                <a:latin typeface="Aptos" panose="020B0004020202020204" pitchFamily="34" charset="0"/>
                <a:ea typeface="Alfabet" pitchFamily="2" charset="0"/>
              </a:rPr>
              <a:t>n</a:t>
            </a:r>
            <a:r>
              <a:rPr kumimoji="0" lang="en-US" sz="9600" u="none" strike="noStrike" kern="1200" cap="none" spc="-600" normalizeH="0" noProof="0">
                <a:ln>
                  <a:noFill/>
                </a:ln>
                <a:effectLst/>
                <a:uLnTx/>
                <a:uFillTx/>
                <a:latin typeface="Aptos" panose="020B0004020202020204" pitchFamily="34" charset="0"/>
                <a:ea typeface="Alfabet" pitchFamily="2" charset="0"/>
              </a:rPr>
              <a:t>k  </a:t>
            </a:r>
            <a:r>
              <a:rPr kumimoji="0" lang="en-US" sz="9600" u="none" strike="noStrike" kern="1200" cap="none" spc="-80" normalizeH="0" noProof="0">
                <a:ln>
                  <a:noFill/>
                </a:ln>
                <a:effectLst/>
                <a:uLnTx/>
                <a:uFillTx/>
                <a:latin typeface="Aptos" panose="020B0004020202020204" pitchFamily="34" charset="0"/>
                <a:ea typeface="Alfabet" pitchFamily="2" charset="0"/>
              </a:rPr>
              <a:t>y</a:t>
            </a:r>
            <a:r>
              <a:rPr lang="en-US" sz="9600" spc="-300">
                <a:latin typeface="Aptos" panose="020B0004020202020204" pitchFamily="34" charset="0"/>
                <a:ea typeface="Alfabet" pitchFamily="2" charset="0"/>
              </a:rPr>
              <a:t>o</a:t>
            </a:r>
            <a:r>
              <a:rPr kumimoji="0" lang="en-US" sz="9600" u="none" strike="noStrike" kern="1200" cap="none" spc="-300" normalizeH="0" noProof="0">
                <a:ln>
                  <a:noFill/>
                </a:ln>
                <a:effectLst/>
                <a:uLnTx/>
                <a:uFillTx/>
                <a:latin typeface="Aptos" panose="020B0004020202020204" pitchFamily="34" charset="0"/>
                <a:ea typeface="Alfabet" pitchFamily="2" charset="0"/>
              </a:rPr>
              <a:t>u</a:t>
            </a:r>
          </a:p>
        </p:txBody>
      </p:sp>
      <p:sp>
        <p:nvSpPr>
          <p:cNvPr id="4" name="TextBox 3">
            <a:extLst>
              <a:ext uri="{FF2B5EF4-FFF2-40B4-BE49-F238E27FC236}">
                <a16:creationId xmlns:a16="http://schemas.microsoft.com/office/drawing/2014/main" id="{58C904C5-CF09-901C-0409-22AE7AA4BACE}"/>
              </a:ext>
            </a:extLst>
          </p:cNvPr>
          <p:cNvSpPr txBox="1"/>
          <p:nvPr userDrawn="1"/>
        </p:nvSpPr>
        <p:spPr bwMode="gray">
          <a:xfrm>
            <a:off x="480927" y="3934635"/>
            <a:ext cx="3789063" cy="654025"/>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Nothing in these materials is an offer to sell any of the components or devices referenced herein.</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Qualcomm Technologies, Inc. and/or its affiliated companies. All Rights Reserved.</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Qualcomm</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and</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Snapdragon</a:t>
            </a:r>
            <a:r>
              <a:rPr kumimoji="0" lang="zh-TW" alt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are</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or registered trademark</a:t>
            </a:r>
            <a:r>
              <a:rPr kumimoji="0" lang="en-US" altLang="zh-TW"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s</a:t>
            </a: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 of Qualcomm Incorporated. </a:t>
            </a:r>
            <a:b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rPr>
              <a:t>Other products and brand names may be trademarks or registered trademarks of their respective owners.</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a:ln>
                <a:noFill/>
              </a:ln>
              <a:solidFill>
                <a:schemeClr val="tx1"/>
              </a:solidFill>
              <a:effectLst/>
              <a:uLnTx/>
              <a:uFillTx/>
              <a:latin typeface="Aptos" panose="020B0004020202020204" pitchFamily="34" charset="0"/>
              <a:ea typeface="Alfabet" pitchFamily="2" charset="0"/>
              <a:cs typeface="+mn-cs"/>
            </a:endParaRPr>
          </a:p>
        </p:txBody>
      </p:sp>
      <p:sp>
        <p:nvSpPr>
          <p:cNvPr id="5" name="TextBox 4">
            <a:extLst>
              <a:ext uri="{FF2B5EF4-FFF2-40B4-BE49-F238E27FC236}">
                <a16:creationId xmlns:a16="http://schemas.microsoft.com/office/drawing/2014/main" id="{9AD3167D-B67D-2259-C2CB-D5F07DD61617}"/>
              </a:ext>
            </a:extLst>
          </p:cNvPr>
          <p:cNvSpPr txBox="1"/>
          <p:nvPr userDrawn="1"/>
        </p:nvSpPr>
        <p:spPr bwMode="gray">
          <a:xfrm>
            <a:off x="480927" y="4751064"/>
            <a:ext cx="4172353" cy="1002839"/>
          </a:xfrm>
          <a:prstGeom prst="rect">
            <a:avLst/>
          </a:prstGeom>
          <a:noFill/>
        </p:spPr>
        <p:txBody>
          <a:bodyPr wrap="square" lIns="0" tIns="0" rIns="0" bIns="0" numCol="1" spcCol="118872" rtlCol="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References in this presentation to “Qualcomm” may mean Qualcomm Incorporated,</a:t>
            </a:r>
            <a:b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Qualcomm Technologies, Inc., and/or other subsidiaries or business units within</a:t>
            </a:r>
            <a:b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b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a:t>
            </a:r>
          </a:p>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650" u="none" strike="noStrike" kern="1200" cap="none" spc="0" normalizeH="0" baseline="0" noProof="0">
                <a:ln>
                  <a:noFill/>
                </a:ln>
                <a:effectLst/>
                <a:uLnTx/>
                <a:uFillTx/>
                <a:latin typeface="Aptos" panose="020B0004020202020204" pitchFamily="34" charset="0"/>
                <a:ea typeface="Alfabet" pitchFamily="2" charset="0"/>
                <a:cs typeface="+mn-cs"/>
              </a:rPr>
              <a:t>Snapdragon and Qualcomm branded products are products of Qualcomm Technologies, Inc. and/or its subsidiaries. Qualcomm patented technologies are licensed by Qualcomm Incorporated. </a:t>
            </a:r>
          </a:p>
          <a:p>
            <a:pPr marL="0" marR="0" lvl="0" indent="0" algn="l" defTabSz="914400" rtl="0" eaLnBrk="1" fontAlgn="auto" latinLnBrk="0" hangingPunct="1">
              <a:lnSpc>
                <a:spcPct val="100000"/>
              </a:lnSpc>
              <a:spcBef>
                <a:spcPts val="400"/>
              </a:spcBef>
              <a:spcAft>
                <a:spcPts val="0"/>
              </a:spcAft>
              <a:buClrTx/>
              <a:buSzTx/>
              <a:buFontTx/>
              <a:buNone/>
              <a:tabLst/>
              <a:defRPr/>
            </a:pPr>
            <a:endParaRPr kumimoji="0" lang="en-US" sz="650" u="none" strike="noStrike" kern="1200" cap="none" spc="0" normalizeH="0" baseline="0" noProof="0">
              <a:ln>
                <a:noFill/>
              </a:ln>
              <a:effectLst/>
              <a:uLnTx/>
              <a:uFillTx/>
              <a:latin typeface="Aptos" panose="020B0004020202020204" pitchFamily="34" charset="0"/>
              <a:ea typeface="Alfabet" pitchFamily="2" charset="0"/>
              <a:cs typeface="+mn-cs"/>
            </a:endParaRPr>
          </a:p>
        </p:txBody>
      </p:sp>
      <p:sp>
        <p:nvSpPr>
          <p:cNvPr id="6" name="TextBox 5">
            <a:extLst>
              <a:ext uri="{FF2B5EF4-FFF2-40B4-BE49-F238E27FC236}">
                <a16:creationId xmlns:a16="http://schemas.microsoft.com/office/drawing/2014/main" id="{D6733015-9BF4-02D9-2D5A-6B82CB5A8E11}"/>
              </a:ext>
            </a:extLst>
          </p:cNvPr>
          <p:cNvSpPr txBox="1"/>
          <p:nvPr userDrawn="1"/>
        </p:nvSpPr>
        <p:spPr bwMode="gray">
          <a:xfrm>
            <a:off x="481013" y="6100661"/>
            <a:ext cx="3127218" cy="150362"/>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Follow us on:</a:t>
            </a:r>
          </a:p>
        </p:txBody>
      </p:sp>
      <p:sp>
        <p:nvSpPr>
          <p:cNvPr id="7" name="TextBox 6">
            <a:extLst>
              <a:ext uri="{FF2B5EF4-FFF2-40B4-BE49-F238E27FC236}">
                <a16:creationId xmlns:a16="http://schemas.microsoft.com/office/drawing/2014/main" id="{CAFD8E40-2929-3D88-B76D-DD16806A308C}"/>
              </a:ext>
            </a:extLst>
          </p:cNvPr>
          <p:cNvSpPr txBox="1"/>
          <p:nvPr userDrawn="1"/>
        </p:nvSpPr>
        <p:spPr>
          <a:xfrm>
            <a:off x="389712" y="6209771"/>
            <a:ext cx="4184203" cy="242374"/>
          </a:xfrm>
          <a:prstGeom prst="rect">
            <a:avLst/>
          </a:prstGeom>
          <a:noFill/>
        </p:spPr>
        <p:txBody>
          <a:bodyPr wrap="square">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For more information, visit us at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 &amp; </a:t>
            </a:r>
            <a:r>
              <a:rPr kumimoji="0" lang="en-US" sz="900" u="none" strike="noStrike" kern="1200" cap="none" spc="0" normalizeH="0" baseline="0" noProof="0" err="1">
                <a:ln>
                  <a:noFill/>
                </a:ln>
                <a:effectLst/>
                <a:uLnTx/>
                <a:uFillTx/>
                <a:latin typeface="Aptos" panose="020B0004020202020204" pitchFamily="34" charset="0"/>
                <a:ea typeface="Alfabet" pitchFamily="2" charset="0"/>
                <a:cs typeface="+mn-cs"/>
              </a:rPr>
              <a:t>qualcomm.com</a:t>
            </a:r>
            <a:r>
              <a:rPr kumimoji="0" lang="en-US" sz="900" u="none" strike="noStrike" kern="1200" cap="none" spc="0" normalizeH="0" baseline="0" noProof="0">
                <a:ln>
                  <a:noFill/>
                </a:ln>
                <a:effectLst/>
                <a:uLnTx/>
                <a:uFillTx/>
                <a:latin typeface="Aptos" panose="020B0004020202020204" pitchFamily="34" charset="0"/>
                <a:ea typeface="Alfabet" pitchFamily="2" charset="0"/>
                <a:cs typeface="+mn-cs"/>
              </a:rPr>
              <a:t>/blog</a:t>
            </a:r>
          </a:p>
        </p:txBody>
      </p:sp>
      <p:grpSp>
        <p:nvGrpSpPr>
          <p:cNvPr id="8" name="Group 7">
            <a:extLst>
              <a:ext uri="{FF2B5EF4-FFF2-40B4-BE49-F238E27FC236}">
                <a16:creationId xmlns:a16="http://schemas.microsoft.com/office/drawing/2014/main" id="{DC2BA5B9-32D0-B4D3-31C5-940933363930}"/>
              </a:ext>
            </a:extLst>
          </p:cNvPr>
          <p:cNvGrpSpPr/>
          <p:nvPr userDrawn="1"/>
        </p:nvGrpSpPr>
        <p:grpSpPr>
          <a:xfrm>
            <a:off x="1205032" y="6126885"/>
            <a:ext cx="817893" cy="93682"/>
            <a:chOff x="1300130" y="6126885"/>
            <a:chExt cx="817893" cy="93682"/>
          </a:xfrm>
        </p:grpSpPr>
        <p:grpSp>
          <p:nvGrpSpPr>
            <p:cNvPr id="9" name="Group 5">
              <a:extLst>
                <a:ext uri="{FF2B5EF4-FFF2-40B4-BE49-F238E27FC236}">
                  <a16:creationId xmlns:a16="http://schemas.microsoft.com/office/drawing/2014/main" id="{3BF5268F-6D68-1917-4372-D995E148B3D8}"/>
                </a:ext>
              </a:extLst>
            </p:cNvPr>
            <p:cNvGrpSpPr>
              <a:grpSpLocks noChangeAspect="1"/>
            </p:cNvGrpSpPr>
            <p:nvPr/>
          </p:nvGrpSpPr>
          <p:grpSpPr bwMode="gray">
            <a:xfrm>
              <a:off x="1300130" y="6126885"/>
              <a:ext cx="94798" cy="93682"/>
              <a:chOff x="3331" y="1656"/>
              <a:chExt cx="1020" cy="1008"/>
            </a:xfrm>
            <a:solidFill>
              <a:schemeClr val="tx1"/>
            </a:solidFill>
          </p:grpSpPr>
          <p:sp>
            <p:nvSpPr>
              <p:cNvPr id="17" name="Freeform 6">
                <a:extLst>
                  <a:ext uri="{FF2B5EF4-FFF2-40B4-BE49-F238E27FC236}">
                    <a16:creationId xmlns:a16="http://schemas.microsoft.com/office/drawing/2014/main" id="{3B4391A0-4D50-9169-D3E1-D5541F0F6095}"/>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sp>
            <p:nvSpPr>
              <p:cNvPr id="18" name="Freeform 7">
                <a:extLst>
                  <a:ext uri="{FF2B5EF4-FFF2-40B4-BE49-F238E27FC236}">
                    <a16:creationId xmlns:a16="http://schemas.microsoft.com/office/drawing/2014/main" id="{40BEAF68-D3D4-D207-309D-6001397EE346}"/>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u="none" strike="noStrike" kern="0" cap="none" spc="0" normalizeH="0" baseline="0" noProof="0">
                  <a:ln>
                    <a:noFill/>
                  </a:ln>
                  <a:effectLst/>
                  <a:uLnTx/>
                  <a:uFillTx/>
                  <a:latin typeface="Aptos" panose="020B0004020202020204" pitchFamily="34" charset="0"/>
                  <a:ea typeface="Alfabet" pitchFamily="2" charset="0"/>
                  <a:cs typeface="+mn-cs"/>
                </a:endParaRPr>
              </a:p>
            </p:txBody>
          </p:sp>
        </p:grpSp>
        <p:grpSp>
          <p:nvGrpSpPr>
            <p:cNvPr id="10" name="Group 4">
              <a:extLst>
                <a:ext uri="{FF2B5EF4-FFF2-40B4-BE49-F238E27FC236}">
                  <a16:creationId xmlns:a16="http://schemas.microsoft.com/office/drawing/2014/main" id="{274B1A01-2610-8398-DC38-5F6C0A50AF64}"/>
                </a:ext>
              </a:extLst>
            </p:cNvPr>
            <p:cNvGrpSpPr>
              <a:grpSpLocks noChangeAspect="1"/>
            </p:cNvGrpSpPr>
            <p:nvPr/>
          </p:nvGrpSpPr>
          <p:grpSpPr bwMode="auto">
            <a:xfrm>
              <a:off x="1640695" y="6127230"/>
              <a:ext cx="92914" cy="92992"/>
              <a:chOff x="2653" y="972"/>
              <a:chExt cx="2372" cy="2374"/>
            </a:xfrm>
            <a:solidFill>
              <a:schemeClr val="tx1"/>
            </a:solidFill>
          </p:grpSpPr>
          <p:sp>
            <p:nvSpPr>
              <p:cNvPr id="14" name="Freeform 5">
                <a:extLst>
                  <a:ext uri="{FF2B5EF4-FFF2-40B4-BE49-F238E27FC236}">
                    <a16:creationId xmlns:a16="http://schemas.microsoft.com/office/drawing/2014/main" id="{68802D42-C0F1-DAF9-8B74-77C13FA40FE6}"/>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5" name="Freeform 6">
                <a:extLst>
                  <a:ext uri="{FF2B5EF4-FFF2-40B4-BE49-F238E27FC236}">
                    <a16:creationId xmlns:a16="http://schemas.microsoft.com/office/drawing/2014/main" id="{511AB5E8-AF45-535E-DBEE-21EA3AA4AC1B}"/>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sp>
            <p:nvSpPr>
              <p:cNvPr id="16" name="Oval 7">
                <a:extLst>
                  <a:ext uri="{FF2B5EF4-FFF2-40B4-BE49-F238E27FC236}">
                    <a16:creationId xmlns:a16="http://schemas.microsoft.com/office/drawing/2014/main" id="{5A2B3252-69E6-21D8-7B9C-8CACF53B9BA3}"/>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400">
                  <a:latin typeface="Aptos" panose="020B0004020202020204" pitchFamily="34" charset="0"/>
                  <a:ea typeface="Alfabet" pitchFamily="2" charset="0"/>
                </a:endParaRPr>
              </a:p>
            </p:txBody>
          </p:sp>
        </p:grpSp>
        <p:pic>
          <p:nvPicPr>
            <p:cNvPr id="11" name="Graphic 10">
              <a:extLst>
                <a:ext uri="{FF2B5EF4-FFF2-40B4-BE49-F238E27FC236}">
                  <a16:creationId xmlns:a16="http://schemas.microsoft.com/office/drawing/2014/main" id="{EDEA13E0-DF26-3A35-755F-EB1D2F7140E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10838" y="6131300"/>
              <a:ext cx="122931" cy="84852"/>
            </a:xfrm>
            <a:prstGeom prst="rect">
              <a:avLst/>
            </a:prstGeom>
          </p:spPr>
        </p:pic>
        <p:pic>
          <p:nvPicPr>
            <p:cNvPr id="12" name="Graphic 11">
              <a:extLst>
                <a:ext uri="{FF2B5EF4-FFF2-40B4-BE49-F238E27FC236}">
                  <a16:creationId xmlns:a16="http://schemas.microsoft.com/office/drawing/2014/main" id="{B54DF270-EBC5-95DA-8346-7100B18EC91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23789" y="6126885"/>
              <a:ext cx="94234" cy="93682"/>
            </a:xfrm>
            <a:prstGeom prst="rect">
              <a:avLst/>
            </a:prstGeom>
          </p:spPr>
        </p:pic>
        <p:pic>
          <p:nvPicPr>
            <p:cNvPr id="13" name="Graphic 12">
              <a:extLst>
                <a:ext uri="{FF2B5EF4-FFF2-40B4-BE49-F238E27FC236}">
                  <a16:creationId xmlns:a16="http://schemas.microsoft.com/office/drawing/2014/main" id="{1D7C89CA-3D39-A79E-E143-FE65F0C89E2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476872" y="6131572"/>
              <a:ext cx="84309" cy="84309"/>
            </a:xfrm>
            <a:prstGeom prst="rect">
              <a:avLst/>
            </a:prstGeom>
          </p:spPr>
        </p:pic>
      </p:grpSp>
      <p:pic>
        <p:nvPicPr>
          <p:cNvPr id="24" name="Graphic 23">
            <a:extLst>
              <a:ext uri="{FF2B5EF4-FFF2-40B4-BE49-F238E27FC236}">
                <a16:creationId xmlns:a16="http://schemas.microsoft.com/office/drawing/2014/main" id="{1EBB4BF9-FEEC-4175-585A-2715E84D1EB5}"/>
              </a:ext>
            </a:extLst>
          </p:cNvPr>
          <p:cNvPicPr>
            <a:picLocks noChangeAspect="1"/>
          </p:cNvPicPr>
          <p:nvPr/>
        </p:nvPicPr>
        <p:blipFill>
          <a:blip>
            <a:extLst>
              <a:ext uri="{96DAC541-7B7A-43D3-8B79-37D633B846F1}">
                <asvg:svgBlip xmlns:asvg="http://schemas.microsoft.com/office/drawing/2016/SVG/main" r:embed="rId5"/>
              </a:ext>
            </a:extLst>
          </a:blip>
          <a:srcRect t="31605" r="39224"/>
          <a:stretch>
            <a:fillRect/>
          </a:stretch>
        </p:blipFill>
        <p:spPr>
          <a:xfrm>
            <a:off x="6684852" y="0"/>
            <a:ext cx="5507148" cy="6197600"/>
          </a:xfrm>
          <a:custGeom>
            <a:avLst/>
            <a:gdLst>
              <a:gd name="connsiteX0" fmla="*/ 0 w 5507148"/>
              <a:gd name="connsiteY0" fmla="*/ 0 h 6197600"/>
              <a:gd name="connsiteX1" fmla="*/ 147022 w 5507148"/>
              <a:gd name="connsiteY1" fmla="*/ 0 h 6197600"/>
              <a:gd name="connsiteX2" fmla="*/ 5507148 w 5507148"/>
              <a:gd name="connsiteY2" fmla="*/ 0 h 6197600"/>
              <a:gd name="connsiteX3" fmla="*/ 5507148 w 5507148"/>
              <a:gd name="connsiteY3" fmla="*/ 6197600 h 6197600"/>
              <a:gd name="connsiteX4" fmla="*/ 0 w 5507148"/>
              <a:gd name="connsiteY4" fmla="*/ 6197600 h 6197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07148" h="6197600">
                <a:moveTo>
                  <a:pt x="0" y="0"/>
                </a:moveTo>
                <a:lnTo>
                  <a:pt x="147022" y="0"/>
                </a:lnTo>
                <a:lnTo>
                  <a:pt x="5507148" y="0"/>
                </a:lnTo>
                <a:lnTo>
                  <a:pt x="5507148" y="6197600"/>
                </a:lnTo>
                <a:lnTo>
                  <a:pt x="0" y="6197600"/>
                </a:lnTo>
                <a:close/>
              </a:path>
            </a:pathLst>
          </a:custGeom>
        </p:spPr>
      </p:pic>
      <p:pic>
        <p:nvPicPr>
          <p:cNvPr id="21" name="Picture 2">
            <a:extLst>
              <a:ext uri="{FF2B5EF4-FFF2-40B4-BE49-F238E27FC236}">
                <a16:creationId xmlns:a16="http://schemas.microsoft.com/office/drawing/2014/main" id="{7FDF1ADE-EF76-ABDC-A94C-B4B22DDF49A4}"/>
              </a:ext>
            </a:extLst>
          </p:cNvPr>
          <p:cNvPicPr>
            <a:picLocks noChangeAspect="1" noChangeArrowheads="1"/>
          </p:cNvPicPr>
          <p:nvPr/>
        </p:nvPicPr>
        <p:blipFill rotWithShape="1">
          <a:blip r:embed="rId6" cstate="email">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rcRect/>
          <a:stretch/>
        </p:blipFill>
        <p:spPr bwMode="auto">
          <a:xfrm>
            <a:off x="10895722" y="1322746"/>
            <a:ext cx="693024" cy="760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6483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Photo+Content_Dark Blue">
    <p:bg>
      <p:bgPr>
        <a:solidFill>
          <a:schemeClr val="accent2"/>
        </a:solidFill>
        <a:effectLst/>
      </p:bgPr>
    </p:bg>
    <p:spTree>
      <p:nvGrpSpPr>
        <p:cNvPr id="1" name=""/>
        <p:cNvGrpSpPr/>
        <p:nvPr/>
      </p:nvGrpSpPr>
      <p:grpSpPr>
        <a:xfrm>
          <a:off x="0" y="0"/>
          <a:ext cx="0" cy="0"/>
          <a:chOff x="0" y="0"/>
          <a:chExt cx="0" cy="0"/>
        </a:xfrm>
      </p:grpSpPr>
      <p:sp>
        <p:nvSpPr>
          <p:cNvPr id="34" name="Text Placeholder 9">
            <a:extLst>
              <a:ext uri="{FF2B5EF4-FFF2-40B4-BE49-F238E27FC236}">
                <a16:creationId xmlns:a16="http://schemas.microsoft.com/office/drawing/2014/main" id="{C4E6416A-9559-FB3E-0BBF-7EA0AD461D64}"/>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35" name="Title 13">
            <a:extLst>
              <a:ext uri="{FF2B5EF4-FFF2-40B4-BE49-F238E27FC236}">
                <a16:creationId xmlns:a16="http://schemas.microsoft.com/office/drawing/2014/main" id="{6E52DE1D-E1C5-FA43-157D-B6DB44997581}"/>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tx2"/>
                </a:solidFill>
                <a:latin typeface="+mj-lt"/>
                <a:ea typeface="+mj-ea"/>
                <a:cs typeface="+mj-cs"/>
              </a:defRPr>
            </a:lvl1pPr>
          </a:lstStyle>
          <a:p>
            <a:r>
              <a:rPr lang="en-US"/>
              <a:t>2:1 Content &amp; Photo layout </a:t>
            </a:r>
            <a:br>
              <a:rPr lang="en-US"/>
            </a:br>
            <a:r>
              <a:rPr lang="en-US"/>
              <a:t>Title 2 lines maximum</a:t>
            </a:r>
          </a:p>
        </p:txBody>
      </p:sp>
      <p:sp>
        <p:nvSpPr>
          <p:cNvPr id="36" name="Text Placeholder 16">
            <a:extLst>
              <a:ext uri="{FF2B5EF4-FFF2-40B4-BE49-F238E27FC236}">
                <a16:creationId xmlns:a16="http://schemas.microsoft.com/office/drawing/2014/main" id="{82B25E35-090C-D90C-2006-8407BEF7756C}"/>
              </a:ext>
            </a:extLst>
          </p:cNvPr>
          <p:cNvSpPr>
            <a:spLocks noGrp="1"/>
          </p:cNvSpPr>
          <p:nvPr>
            <p:ph type="body" sz="quarter" idx="15" hasCustomPrompt="1"/>
          </p:nvPr>
        </p:nvSpPr>
        <p:spPr>
          <a:xfrm>
            <a:off x="515938" y="3581401"/>
            <a:ext cx="5327650" cy="2584450"/>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5" name="Picture Placeholder 4">
            <a:extLst>
              <a:ext uri="{FF2B5EF4-FFF2-40B4-BE49-F238E27FC236}">
                <a16:creationId xmlns:a16="http://schemas.microsoft.com/office/drawing/2014/main" id="{9ECAE361-7F8C-900A-EC59-0A43B1F58E51}"/>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2800">
                <a:latin typeface="+mj-lt"/>
              </a:defRPr>
            </a:lvl1pPr>
          </a:lstStyle>
          <a:p>
            <a:r>
              <a:rPr lang="en-US"/>
              <a:t>Click the icon to insert photo</a:t>
            </a:r>
          </a:p>
        </p:txBody>
      </p:sp>
      <p:sp>
        <p:nvSpPr>
          <p:cNvPr id="3" name="Rechteck 1" descr="{&quot;templafy&quot;:{&quot;id&quot;:&quot;02dfba46-696a-4afe-b5fd-735584f16f3e&quot;}}">
            <a:extLst>
              <a:ext uri="{FF2B5EF4-FFF2-40B4-BE49-F238E27FC236}">
                <a16:creationId xmlns:a16="http://schemas.microsoft.com/office/drawing/2014/main" id="{9361CD94-6F45-9D5F-B920-E3682ACAEBFC}"/>
              </a:ext>
            </a:extLst>
          </p:cNvPr>
          <p:cNvSpPr>
            <a:spLocks/>
          </p:cNvSpPr>
          <p:nvPr userDrawn="1"/>
        </p:nvSpPr>
        <p:spPr>
          <a:xfrm>
            <a:off x="515938" y="6396526"/>
            <a:ext cx="4753929"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672178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userDrawn="1">
          <p15:clr>
            <a:srgbClr val="FBAE40"/>
          </p15:clr>
        </p15:guide>
        <p15:guide id="6" orient="horz" pos="1502" userDrawn="1">
          <p15:clr>
            <a:srgbClr val="FBAE40"/>
          </p15:clr>
        </p15:guide>
        <p15:guide id="7" orient="horz" pos="2432" userDrawn="1">
          <p15:clr>
            <a:srgbClr val="FBAE40"/>
          </p15:clr>
        </p15:guide>
        <p15:guide id="10" pos="368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4Contents_Dark Blue">
    <p:bg>
      <p:bgPr>
        <a:solidFill>
          <a:schemeClr val="accent2"/>
        </a:solidFill>
        <a:effectLst/>
      </p:bgPr>
    </p:bg>
    <p:spTree>
      <p:nvGrpSpPr>
        <p:cNvPr id="1" name=""/>
        <p:cNvGrpSpPr/>
        <p:nvPr/>
      </p:nvGrpSpPr>
      <p:grpSpPr>
        <a:xfrm>
          <a:off x="0" y="0"/>
          <a:ext cx="0" cy="0"/>
          <a:chOff x="0" y="0"/>
          <a:chExt cx="0" cy="0"/>
        </a:xfrm>
      </p:grpSpPr>
      <p:sp>
        <p:nvSpPr>
          <p:cNvPr id="121" name="Title 120">
            <a:extLst>
              <a:ext uri="{FF2B5EF4-FFF2-40B4-BE49-F238E27FC236}">
                <a16:creationId xmlns:a16="http://schemas.microsoft.com/office/drawing/2014/main" id="{69A0FF75-14D8-E32A-7063-C9748A3C9F91}"/>
              </a:ext>
            </a:extLst>
          </p:cNvPr>
          <p:cNvSpPr>
            <a:spLocks noGrp="1"/>
          </p:cNvSpPr>
          <p:nvPr>
            <p:ph type="title" hasCustomPrompt="1"/>
          </p:nvPr>
        </p:nvSpPr>
        <p:spPr>
          <a:xfrm>
            <a:off x="515938" y="2795081"/>
            <a:ext cx="3556709" cy="1294408"/>
          </a:xfrm>
        </p:spPr>
        <p:txBody>
          <a:bodyPr anchor="ctr"/>
          <a:lstStyle>
            <a:lvl1pPr algn="l" defTabSz="914400" rtl="0" eaLnBrk="1" latinLnBrk="0" hangingPunct="1">
              <a:lnSpc>
                <a:spcPct val="85000"/>
              </a:lnSpc>
              <a:spcBef>
                <a:spcPct val="0"/>
              </a:spcBef>
              <a:buNone/>
              <a:defRPr lang="en-US" sz="2800" kern="2000" spc="-50" baseline="0" dirty="0">
                <a:solidFill>
                  <a:schemeClr val="tx2"/>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3" name="Picture Placeholder 2">
            <a:extLst>
              <a:ext uri="{FF2B5EF4-FFF2-40B4-BE49-F238E27FC236}">
                <a16:creationId xmlns:a16="http://schemas.microsoft.com/office/drawing/2014/main" id="{F0B8F96D-FD44-F171-A9D8-DBDAC78FC8E4}"/>
              </a:ext>
            </a:extLst>
          </p:cNvPr>
          <p:cNvSpPr>
            <a:spLocks noGrp="1"/>
          </p:cNvSpPr>
          <p:nvPr>
            <p:ph type="pic" sz="quarter" idx="23" hasCustomPrompt="1"/>
          </p:nvPr>
        </p:nvSpPr>
        <p:spPr>
          <a:xfrm>
            <a:off x="4629921" y="691208"/>
            <a:ext cx="759113" cy="759113"/>
          </a:xfrm>
        </p:spPr>
        <p:txBody>
          <a:bodyPr lIns="144000"/>
          <a:lstStyle>
            <a:lvl1pPr marL="0" indent="0">
              <a:buNone/>
              <a:defRPr sz="1400"/>
            </a:lvl1pPr>
          </a:lstStyle>
          <a:p>
            <a:r>
              <a:rPr lang="en-US"/>
              <a:t>Icon</a:t>
            </a:r>
          </a:p>
        </p:txBody>
      </p:sp>
      <p:sp>
        <p:nvSpPr>
          <p:cNvPr id="7" name="Text Placeholder 22">
            <a:extLst>
              <a:ext uri="{FF2B5EF4-FFF2-40B4-BE49-F238E27FC236}">
                <a16:creationId xmlns:a16="http://schemas.microsoft.com/office/drawing/2014/main" id="{540F481F-27E2-9596-6618-0167AE789EB7}"/>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1" name="Text Placeholder 16">
            <a:extLst>
              <a:ext uri="{FF2B5EF4-FFF2-40B4-BE49-F238E27FC236}">
                <a16:creationId xmlns:a16="http://schemas.microsoft.com/office/drawing/2014/main" id="{5AD3B09A-9879-9D06-43BD-4EA317213C47}"/>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 name="Picture Placeholder 2">
            <a:extLst>
              <a:ext uri="{FF2B5EF4-FFF2-40B4-BE49-F238E27FC236}">
                <a16:creationId xmlns:a16="http://schemas.microsoft.com/office/drawing/2014/main" id="{A9FF6113-EF3A-1576-D73C-A52A121FAB1C}"/>
              </a:ext>
            </a:extLst>
          </p:cNvPr>
          <p:cNvSpPr>
            <a:spLocks noGrp="1"/>
          </p:cNvSpPr>
          <p:nvPr>
            <p:ph type="pic" sz="quarter" idx="24" hasCustomPrompt="1"/>
          </p:nvPr>
        </p:nvSpPr>
        <p:spPr>
          <a:xfrm>
            <a:off x="4629921" y="2138783"/>
            <a:ext cx="759113" cy="759113"/>
          </a:xfrm>
        </p:spPr>
        <p:txBody>
          <a:bodyPr lIns="144000"/>
          <a:lstStyle>
            <a:lvl1pPr marL="0" indent="0">
              <a:buNone/>
              <a:defRPr sz="1400"/>
            </a:lvl1pPr>
          </a:lstStyle>
          <a:p>
            <a:r>
              <a:rPr lang="en-US"/>
              <a:t>Icon</a:t>
            </a:r>
          </a:p>
        </p:txBody>
      </p:sp>
      <p:sp>
        <p:nvSpPr>
          <p:cNvPr id="8" name="Text Placeholder 22">
            <a:extLst>
              <a:ext uri="{FF2B5EF4-FFF2-40B4-BE49-F238E27FC236}">
                <a16:creationId xmlns:a16="http://schemas.microsoft.com/office/drawing/2014/main" id="{0D18EACE-127B-6B06-AD25-4A2241813BAF}"/>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2" name="Text Placeholder 16">
            <a:extLst>
              <a:ext uri="{FF2B5EF4-FFF2-40B4-BE49-F238E27FC236}">
                <a16:creationId xmlns:a16="http://schemas.microsoft.com/office/drawing/2014/main" id="{FE68A898-D303-8D55-DAE9-354A3ADEF94C}"/>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5" name="Picture Placeholder 2">
            <a:extLst>
              <a:ext uri="{FF2B5EF4-FFF2-40B4-BE49-F238E27FC236}">
                <a16:creationId xmlns:a16="http://schemas.microsoft.com/office/drawing/2014/main" id="{B81CC10C-2479-2172-4790-C33A7D0FDF87}"/>
              </a:ext>
            </a:extLst>
          </p:cNvPr>
          <p:cNvSpPr>
            <a:spLocks noGrp="1"/>
          </p:cNvSpPr>
          <p:nvPr>
            <p:ph type="pic" sz="quarter" idx="25" hasCustomPrompt="1"/>
          </p:nvPr>
        </p:nvSpPr>
        <p:spPr>
          <a:xfrm>
            <a:off x="4629921" y="3586358"/>
            <a:ext cx="759113" cy="759113"/>
          </a:xfrm>
        </p:spPr>
        <p:txBody>
          <a:bodyPr lIns="144000"/>
          <a:lstStyle>
            <a:lvl1pPr marL="0" indent="0">
              <a:buNone/>
              <a:defRPr sz="1400"/>
            </a:lvl1pPr>
          </a:lstStyle>
          <a:p>
            <a:r>
              <a:rPr lang="en-US"/>
              <a:t>Icon</a:t>
            </a:r>
          </a:p>
        </p:txBody>
      </p:sp>
      <p:sp>
        <p:nvSpPr>
          <p:cNvPr id="9" name="Text Placeholder 22">
            <a:extLst>
              <a:ext uri="{FF2B5EF4-FFF2-40B4-BE49-F238E27FC236}">
                <a16:creationId xmlns:a16="http://schemas.microsoft.com/office/drawing/2014/main" id="{9D4E19AD-AAFC-4CA9-0DD1-B7CB4DF0A72F}"/>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3" name="Text Placeholder 16">
            <a:extLst>
              <a:ext uri="{FF2B5EF4-FFF2-40B4-BE49-F238E27FC236}">
                <a16:creationId xmlns:a16="http://schemas.microsoft.com/office/drawing/2014/main" id="{EA88F319-A94C-7FA8-D23A-48F40D533176}"/>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Picture Placeholder 2">
            <a:extLst>
              <a:ext uri="{FF2B5EF4-FFF2-40B4-BE49-F238E27FC236}">
                <a16:creationId xmlns:a16="http://schemas.microsoft.com/office/drawing/2014/main" id="{36FDE296-B561-8BFB-75AC-DF9E526B6014}"/>
              </a:ext>
            </a:extLst>
          </p:cNvPr>
          <p:cNvSpPr>
            <a:spLocks noGrp="1"/>
          </p:cNvSpPr>
          <p:nvPr>
            <p:ph type="pic" sz="quarter" idx="26" hasCustomPrompt="1"/>
          </p:nvPr>
        </p:nvSpPr>
        <p:spPr>
          <a:xfrm>
            <a:off x="4629921" y="5033933"/>
            <a:ext cx="759113" cy="759113"/>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D992648B-AB2D-7A33-2295-0C1C75B319F2}"/>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14" name="Text Placeholder 16">
            <a:extLst>
              <a:ext uri="{FF2B5EF4-FFF2-40B4-BE49-F238E27FC236}">
                <a16:creationId xmlns:a16="http://schemas.microsoft.com/office/drawing/2014/main" id="{650DFDAE-2409-3A42-4F81-05073BC1CAE7}"/>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31" name="Footer Placeholder 129">
            <a:extLst>
              <a:ext uri="{FF2B5EF4-FFF2-40B4-BE49-F238E27FC236}">
                <a16:creationId xmlns:a16="http://schemas.microsoft.com/office/drawing/2014/main" id="{3C94DBA1-BBF8-FD2E-CD67-8AF6C73C1065}"/>
              </a:ext>
            </a:extLst>
          </p:cNvPr>
          <p:cNvSpPr>
            <a:spLocks noGrp="1"/>
          </p:cNvSpPr>
          <p:nvPr>
            <p:ph type="ftr" sz="quarter" idx="22"/>
          </p:nvPr>
        </p:nvSpPr>
        <p:spPr>
          <a:xfrm>
            <a:off x="515938" y="6396926"/>
            <a:ext cx="10512425" cy="118174"/>
          </a:xfrm>
        </p:spPr>
        <p:txBody>
          <a:bodyPr/>
          <a:lstStyle>
            <a:lvl1pPr>
              <a:defRPr>
                <a:solidFill>
                  <a:schemeClr val="accent6">
                    <a:lumMod val="90000"/>
                  </a:schemeClr>
                </a:solidFill>
              </a:defRPr>
            </a:lvl1pPr>
          </a:lstStyle>
          <a:p>
            <a:endParaRPr lang="en-CA"/>
          </a:p>
        </p:txBody>
      </p:sp>
      <p:sp>
        <p:nvSpPr>
          <p:cNvPr id="2" name="TextBox 1">
            <a:extLst>
              <a:ext uri="{FF2B5EF4-FFF2-40B4-BE49-F238E27FC236}">
                <a16:creationId xmlns:a16="http://schemas.microsoft.com/office/drawing/2014/main" id="{BDBEE89A-B45C-7D54-BFA0-559F4BC62BC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42" name="Rechteck 1" descr="{&quot;templafy&quot;:{&quot;id&quot;:&quot;54a443fd-612d-4ff4-8d51-71bd3f5b3484&quot;}}">
            <a:extLst>
              <a:ext uri="{FF2B5EF4-FFF2-40B4-BE49-F238E27FC236}">
                <a16:creationId xmlns:a16="http://schemas.microsoft.com/office/drawing/2014/main" id="{505936EB-ED9C-5435-776B-30A77BD96ACB}"/>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3208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257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3665414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679248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Column_Dark Blue">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132811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3">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1887794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1631740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Column_Dark Blue (No Icon)">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595150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Quote_Dark Blue">
    <p:bg>
      <p:bgPr>
        <a:solidFill>
          <a:schemeClr val="accent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sz="2800" spc="-50" baseline="0">
                <a:latin typeface="+mj-lt"/>
              </a:defRPr>
            </a:lvl1pPr>
          </a:lstStyle>
          <a:p>
            <a:pPr lvl="0"/>
            <a:r>
              <a:rPr lang="en-US"/>
              <a:t>Quote attribution</a:t>
            </a:r>
          </a:p>
        </p:txBody>
      </p:sp>
      <p:sp>
        <p:nvSpPr>
          <p:cNvPr id="4" name="Footer Placeholder 129">
            <a:extLst>
              <a:ext uri="{FF2B5EF4-FFF2-40B4-BE49-F238E27FC236}">
                <a16:creationId xmlns:a16="http://schemas.microsoft.com/office/drawing/2014/main" id="{617E79DC-602E-6FE0-3635-18254AB652A2}"/>
              </a:ext>
            </a:extLst>
          </p:cNvPr>
          <p:cNvSpPr>
            <a:spLocks noGrp="1"/>
          </p:cNvSpPr>
          <p:nvPr>
            <p:ph type="ftr" sz="quarter" idx="22"/>
          </p:nvPr>
        </p:nvSpPr>
        <p:spPr>
          <a:xfrm>
            <a:off x="531812" y="6396926"/>
            <a:ext cx="10512425" cy="118174"/>
          </a:xfrm>
        </p:spPr>
        <p:txBody>
          <a:bodyPr/>
          <a:lstStyle>
            <a:lvl1pPr>
              <a:defRPr>
                <a:solidFill>
                  <a:schemeClr val="accent6">
                    <a:lumMod val="90000"/>
                  </a:schemeClr>
                </a:solidFill>
              </a:defRPr>
            </a:lvl1pPr>
          </a:lstStyle>
          <a:p>
            <a:endParaRPr lang="en-CA"/>
          </a:p>
        </p:txBody>
      </p:sp>
      <p:sp>
        <p:nvSpPr>
          <p:cNvPr id="6" name="TextBox 5">
            <a:extLst>
              <a:ext uri="{FF2B5EF4-FFF2-40B4-BE49-F238E27FC236}">
                <a16:creationId xmlns:a16="http://schemas.microsoft.com/office/drawing/2014/main" id="{84739A76-C8B6-CADD-ACBA-17389E4E17CB}"/>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Rechteck 1" descr="{&quot;templafy&quot;:{&quot;id&quot;:&quot;5f80d0c1-ed5d-4270-aed7-4529caf71848&quot;}}">
            <a:extLst>
              <a:ext uri="{FF2B5EF4-FFF2-40B4-BE49-F238E27FC236}">
                <a16:creationId xmlns:a16="http://schemas.microsoft.com/office/drawing/2014/main" id="{0AD20DD9-D5BE-4C8A-0BC4-808610A87CE0}"/>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892449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Content_Dark Blue">
    <p:bg>
      <p:bgPr>
        <a:solidFill>
          <a:schemeClr val="accent2"/>
        </a:solidFill>
        <a:effectLst/>
      </p:bgPr>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5B3F0F97-6EDE-A0BF-5C97-6FE1C0348AE2}"/>
              </a:ext>
            </a:extLst>
          </p:cNvPr>
          <p:cNvSpPr>
            <a:spLocks noGrp="1"/>
          </p:cNvSpPr>
          <p:nvPr>
            <p:ph idx="1" hasCustomPrompt="1"/>
          </p:nvPr>
        </p:nvSpPr>
        <p:spPr>
          <a:xfrm>
            <a:off x="515938" y="1493520"/>
            <a:ext cx="11160126" cy="4672330"/>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CA"/>
          </a:p>
        </p:txBody>
      </p:sp>
      <p:sp>
        <p:nvSpPr>
          <p:cNvPr id="4" name="Title 3">
            <a:extLst>
              <a:ext uri="{FF2B5EF4-FFF2-40B4-BE49-F238E27FC236}">
                <a16:creationId xmlns:a16="http://schemas.microsoft.com/office/drawing/2014/main" id="{27F8DD13-BEA9-2C60-4EDB-8044D82F4225}"/>
              </a:ext>
            </a:extLst>
          </p:cNvPr>
          <p:cNvSpPr>
            <a:spLocks noGrp="1"/>
          </p:cNvSpPr>
          <p:nvPr>
            <p:ph type="title" hasCustomPrompt="1"/>
          </p:nvPr>
        </p:nvSpPr>
        <p:spPr/>
        <p:txBody>
          <a:bodyPr/>
          <a:lstStyle/>
          <a:p>
            <a:r>
              <a:rPr lang="en-US"/>
              <a:t>Title + Content layout</a:t>
            </a:r>
            <a:br>
              <a:rPr lang="en-US"/>
            </a:br>
            <a:r>
              <a:rPr lang="en-US"/>
              <a:t>Title 2 lines maximum</a:t>
            </a:r>
            <a:endParaRPr lang="en-CA"/>
          </a:p>
        </p:txBody>
      </p:sp>
    </p:spTree>
    <p:extLst>
      <p:ext uri="{BB962C8B-B14F-4D97-AF65-F5344CB8AC3E}">
        <p14:creationId xmlns:p14="http://schemas.microsoft.com/office/powerpoint/2010/main" val="3809937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50/50 Title+Content_Dark Blue">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tx1"/>
                </a:solidFill>
              </a:defRPr>
            </a:lvl1pPr>
          </a:lstStyle>
          <a:p>
            <a:r>
              <a:rPr lang="en-US"/>
              <a:t>50/50 Title + Content</a:t>
            </a:r>
            <a:br>
              <a:rPr lang="en-US"/>
            </a:br>
            <a:r>
              <a:rPr lang="en-US"/>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a:defRPr>
                <a:solidFill>
                  <a:schemeClr val="tx1"/>
                </a:solidFill>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50/50 Title + Content</a:t>
            </a:r>
            <a:br>
              <a:rPr lang="en-US"/>
            </a:br>
            <a:r>
              <a:rPr lang="en-US"/>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7" name="Rechteck 1" descr="{&quot;templafy&quot;:{&quot;id&quot;:&quot;14eada8b-65a4-4f10-9420-be3849d99d9f&quot;}}">
            <a:extLst>
              <a:ext uri="{FF2B5EF4-FFF2-40B4-BE49-F238E27FC236}">
                <a16:creationId xmlns:a16="http://schemas.microsoft.com/office/drawing/2014/main" id="{F8A6D0DA-AFE5-2678-A012-84C5121AEDEA}"/>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3665595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4165">
          <p15:clr>
            <a:srgbClr val="FBAE40"/>
          </p15:clr>
        </p15:guide>
        <p15:guide id="3" pos="3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2/1 Title+Content_Dark Blue">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tx1"/>
                </a:solidFill>
              </a:defRPr>
            </a:lvl1pPr>
          </a:lstStyle>
          <a:p>
            <a:r>
              <a:rPr lang="en-US"/>
              <a:t>2/1 Title + Content</a:t>
            </a:r>
            <a:br>
              <a:rPr lang="en-US"/>
            </a:br>
            <a:r>
              <a:rPr lang="en-US"/>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a:defRPr>
                <a:solidFill>
                  <a:schemeClr val="tx1"/>
                </a:solidFill>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7" name="Rechteck 1" descr="{&quot;templafy&quot;:{&quot;id&quot;:&quot;d6e9ae55-f599-4458-ae44-a6f9a2756ce6&quot;}}">
            <a:extLst>
              <a:ext uri="{FF2B5EF4-FFF2-40B4-BE49-F238E27FC236}">
                <a16:creationId xmlns:a16="http://schemas.microsoft.com/office/drawing/2014/main" id="{E37B7B05-9285-973B-FD7D-5DA552BB8E6F}"/>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2115556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p15:clr>
            <a:srgbClr val="FBAE40"/>
          </p15:clr>
        </p15:guide>
        <p15:guide id="2" pos="5443">
          <p15:clr>
            <a:srgbClr val="FBAE40"/>
          </p15:clr>
        </p15:guide>
        <p15:guide id="3" pos="512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_Dark Blue">
    <p:bg>
      <p:bgPr>
        <a:solidFill>
          <a:schemeClr val="accent2"/>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CA"/>
          </a:p>
        </p:txBody>
      </p:sp>
    </p:spTree>
    <p:extLst>
      <p:ext uri="{BB962C8B-B14F-4D97-AF65-F5344CB8AC3E}">
        <p14:creationId xmlns:p14="http://schemas.microsoft.com/office/powerpoint/2010/main" val="4243232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Photo+Content_Black">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B69D9101-5103-BD0B-DC2D-41CB0A78D249}"/>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4" name="Title 13">
            <a:extLst>
              <a:ext uri="{FF2B5EF4-FFF2-40B4-BE49-F238E27FC236}">
                <a16:creationId xmlns:a16="http://schemas.microsoft.com/office/drawing/2014/main" id="{9C2E6A67-498D-55F2-44A0-AEB73181C1F5}"/>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r>
              <a:rPr lang="en-US"/>
              <a:t>2:1 Content &amp; Photo layout </a:t>
            </a:r>
            <a:br>
              <a:rPr lang="en-US"/>
            </a:br>
            <a:r>
              <a:rPr lang="en-US"/>
              <a:t>Title 2 lines maximum</a:t>
            </a:r>
          </a:p>
        </p:txBody>
      </p:sp>
      <p:sp>
        <p:nvSpPr>
          <p:cNvPr id="5" name="Text Placeholder 16">
            <a:extLst>
              <a:ext uri="{FF2B5EF4-FFF2-40B4-BE49-F238E27FC236}">
                <a16:creationId xmlns:a16="http://schemas.microsoft.com/office/drawing/2014/main" id="{567A0B54-1429-39DB-5A18-7783AC1134DD}"/>
              </a:ext>
            </a:extLst>
          </p:cNvPr>
          <p:cNvSpPr>
            <a:spLocks noGrp="1"/>
          </p:cNvSpPr>
          <p:nvPr>
            <p:ph type="body" sz="quarter" idx="15" hasCustomPrompt="1"/>
          </p:nvPr>
        </p:nvSpPr>
        <p:spPr>
          <a:xfrm>
            <a:off x="515938" y="3581401"/>
            <a:ext cx="5327650" cy="2584450"/>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 name="Picture Placeholder 1">
            <a:extLst>
              <a:ext uri="{FF2B5EF4-FFF2-40B4-BE49-F238E27FC236}">
                <a16:creationId xmlns:a16="http://schemas.microsoft.com/office/drawing/2014/main" id="{68EEC9EC-FC4A-92E3-C233-D049AA444FB1}"/>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3000"/>
            </a:lvl1pPr>
          </a:lstStyle>
          <a:p>
            <a:r>
              <a:rPr lang="en-US"/>
              <a:t>Click the icon to insert photo</a:t>
            </a:r>
          </a:p>
        </p:txBody>
      </p:sp>
      <p:sp>
        <p:nvSpPr>
          <p:cNvPr id="7" name="Rechteck 1" descr="{&quot;templafy&quot;:{&quot;id&quot;:&quot;1f90a8b2-35df-425c-b851-dded746019bc&quot;}}">
            <a:extLst>
              <a:ext uri="{FF2B5EF4-FFF2-40B4-BE49-F238E27FC236}">
                <a16:creationId xmlns:a16="http://schemas.microsoft.com/office/drawing/2014/main" id="{C1D34F1C-3A46-277C-D16A-8F131223A30F}"/>
              </a:ext>
            </a:extLst>
          </p:cNvPr>
          <p:cNvSpPr>
            <a:spLocks/>
          </p:cNvSpPr>
          <p:nvPr userDrawn="1"/>
        </p:nvSpPr>
        <p:spPr>
          <a:xfrm>
            <a:off x="515938" y="6396526"/>
            <a:ext cx="4753929"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141993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userDrawn="1">
          <p15:clr>
            <a:srgbClr val="FBAE40"/>
          </p15:clr>
        </p15:guide>
        <p15:guide id="6" orient="horz" pos="1502" userDrawn="1">
          <p15:clr>
            <a:srgbClr val="FBAE40"/>
          </p15:clr>
        </p15:guide>
        <p15:guide id="7" orient="horz" pos="2432" userDrawn="1">
          <p15:clr>
            <a:srgbClr val="FBAE40"/>
          </p15:clr>
        </p15:guide>
        <p15:guide id="10" pos="3681"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4Contents_Black">
    <p:spTree>
      <p:nvGrpSpPr>
        <p:cNvPr id="1" name=""/>
        <p:cNvGrpSpPr/>
        <p:nvPr/>
      </p:nvGrpSpPr>
      <p:grpSpPr>
        <a:xfrm>
          <a:off x="0" y="0"/>
          <a:ext cx="0" cy="0"/>
          <a:chOff x="0" y="0"/>
          <a:chExt cx="0" cy="0"/>
        </a:xfrm>
      </p:grpSpPr>
      <p:sp>
        <p:nvSpPr>
          <p:cNvPr id="6" name="Title 120">
            <a:extLst>
              <a:ext uri="{FF2B5EF4-FFF2-40B4-BE49-F238E27FC236}">
                <a16:creationId xmlns:a16="http://schemas.microsoft.com/office/drawing/2014/main" id="{3276C3D4-8D41-C551-27C2-6A5602A09853}"/>
              </a:ext>
            </a:extLst>
          </p:cNvPr>
          <p:cNvSpPr>
            <a:spLocks noGrp="1"/>
          </p:cNvSpPr>
          <p:nvPr>
            <p:ph type="title" hasCustomPrompt="1"/>
          </p:nvPr>
        </p:nvSpPr>
        <p:spPr>
          <a:xfrm>
            <a:off x="515938" y="2795081"/>
            <a:ext cx="3556709" cy="1294408"/>
          </a:xfrm>
        </p:spPr>
        <p:txBody>
          <a:bodyPr anchor="ctr"/>
          <a:lstStyle>
            <a:lvl1pPr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0" name="Picture Placeholder 2">
            <a:extLst>
              <a:ext uri="{FF2B5EF4-FFF2-40B4-BE49-F238E27FC236}">
                <a16:creationId xmlns:a16="http://schemas.microsoft.com/office/drawing/2014/main" id="{F553BB1F-5F28-5D3B-A5A8-60721AE4DD2D}"/>
              </a:ext>
            </a:extLst>
          </p:cNvPr>
          <p:cNvSpPr>
            <a:spLocks noGrp="1"/>
          </p:cNvSpPr>
          <p:nvPr>
            <p:ph type="pic" sz="quarter" idx="23" hasCustomPrompt="1"/>
          </p:nvPr>
        </p:nvSpPr>
        <p:spPr>
          <a:xfrm>
            <a:off x="4629921" y="691208"/>
            <a:ext cx="759113" cy="759113"/>
          </a:xfrm>
        </p:spPr>
        <p:txBody>
          <a:bodyPr lIns="144000"/>
          <a:lstStyle>
            <a:lvl1pPr marL="0" indent="0">
              <a:buNone/>
              <a:defRPr sz="1400"/>
            </a:lvl1pPr>
          </a:lstStyle>
          <a:p>
            <a:r>
              <a:rPr lang="en-US"/>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2" name="Text Placeholder 16">
            <a:extLst>
              <a:ext uri="{FF2B5EF4-FFF2-40B4-BE49-F238E27FC236}">
                <a16:creationId xmlns:a16="http://schemas.microsoft.com/office/drawing/2014/main" id="{3F0EB458-EDD6-6AD3-B1AB-24A4EA15A9FC}"/>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1" name="Picture Placeholder 2">
            <a:extLst>
              <a:ext uri="{FF2B5EF4-FFF2-40B4-BE49-F238E27FC236}">
                <a16:creationId xmlns:a16="http://schemas.microsoft.com/office/drawing/2014/main" id="{A5166B55-3C52-CF01-705A-E2BE18679F21}"/>
              </a:ext>
            </a:extLst>
          </p:cNvPr>
          <p:cNvSpPr>
            <a:spLocks noGrp="1"/>
          </p:cNvSpPr>
          <p:nvPr>
            <p:ph type="pic" sz="quarter" idx="24" hasCustomPrompt="1"/>
          </p:nvPr>
        </p:nvSpPr>
        <p:spPr>
          <a:xfrm>
            <a:off x="4629921" y="2138783"/>
            <a:ext cx="759113" cy="759113"/>
          </a:xfrm>
        </p:spPr>
        <p:txBody>
          <a:bodyPr lIns="144000"/>
          <a:lstStyle>
            <a:lvl1pPr marL="0" indent="0">
              <a:buNone/>
              <a:defRPr sz="140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3" name="Text Placeholder 16">
            <a:extLst>
              <a:ext uri="{FF2B5EF4-FFF2-40B4-BE49-F238E27FC236}">
                <a16:creationId xmlns:a16="http://schemas.microsoft.com/office/drawing/2014/main" id="{FC2D4270-2921-E9A2-9D7C-4ECAF4952D88}"/>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2" name="Picture Placeholder 2">
            <a:extLst>
              <a:ext uri="{FF2B5EF4-FFF2-40B4-BE49-F238E27FC236}">
                <a16:creationId xmlns:a16="http://schemas.microsoft.com/office/drawing/2014/main" id="{D45478F2-FA52-8705-D73C-3B5C90BEA1CE}"/>
              </a:ext>
            </a:extLst>
          </p:cNvPr>
          <p:cNvSpPr>
            <a:spLocks noGrp="1"/>
          </p:cNvSpPr>
          <p:nvPr>
            <p:ph type="pic" sz="quarter" idx="25" hasCustomPrompt="1"/>
          </p:nvPr>
        </p:nvSpPr>
        <p:spPr>
          <a:xfrm>
            <a:off x="4629921" y="3586358"/>
            <a:ext cx="759113" cy="759113"/>
          </a:xfrm>
        </p:spPr>
        <p:txBody>
          <a:bodyPr lIns="144000"/>
          <a:lstStyle>
            <a:lvl1pPr marL="0" indent="0">
              <a:buNone/>
              <a:defRPr sz="140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4" name="Text Placeholder 16">
            <a:extLst>
              <a:ext uri="{FF2B5EF4-FFF2-40B4-BE49-F238E27FC236}">
                <a16:creationId xmlns:a16="http://schemas.microsoft.com/office/drawing/2014/main" id="{43953901-F943-9352-2352-77D74F5FD39F}"/>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3" name="Picture Placeholder 2">
            <a:extLst>
              <a:ext uri="{FF2B5EF4-FFF2-40B4-BE49-F238E27FC236}">
                <a16:creationId xmlns:a16="http://schemas.microsoft.com/office/drawing/2014/main" id="{1BD308BA-E994-8363-C02C-E51BC3E1FF56}"/>
              </a:ext>
            </a:extLst>
          </p:cNvPr>
          <p:cNvSpPr>
            <a:spLocks noGrp="1"/>
          </p:cNvSpPr>
          <p:nvPr>
            <p:ph type="pic" sz="quarter" idx="26" hasCustomPrompt="1"/>
          </p:nvPr>
        </p:nvSpPr>
        <p:spPr>
          <a:xfrm>
            <a:off x="4629921" y="5033933"/>
            <a:ext cx="759113" cy="759113"/>
          </a:xfrm>
        </p:spPr>
        <p:txBody>
          <a:bodyPr lIns="144000"/>
          <a:lstStyle>
            <a:lvl1pPr marL="0" indent="0">
              <a:buNone/>
              <a:defRPr sz="140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40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79788385-4F41-23CE-C80D-DBA35A324839}"/>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5" name="Footer Placeholder 129">
            <a:extLst>
              <a:ext uri="{FF2B5EF4-FFF2-40B4-BE49-F238E27FC236}">
                <a16:creationId xmlns:a16="http://schemas.microsoft.com/office/drawing/2014/main" id="{E24A49C2-93D8-0335-093C-4873E82E1C69}"/>
              </a:ext>
            </a:extLst>
          </p:cNvPr>
          <p:cNvSpPr>
            <a:spLocks noGrp="1"/>
          </p:cNvSpPr>
          <p:nvPr>
            <p:ph type="ftr" sz="quarter" idx="22"/>
          </p:nvPr>
        </p:nvSpPr>
        <p:spPr>
          <a:xfrm>
            <a:off x="515938" y="6396926"/>
            <a:ext cx="10512425" cy="118174"/>
          </a:xfrm>
        </p:spPr>
        <p:txBody>
          <a:bodyPr/>
          <a:lstStyle>
            <a:lvl1pPr>
              <a:defRPr>
                <a:solidFill>
                  <a:schemeClr val="accent6">
                    <a:lumMod val="90000"/>
                  </a:schemeClr>
                </a:solidFill>
              </a:defRPr>
            </a:lvl1pPr>
          </a:lstStyle>
          <a:p>
            <a:endParaRPr lang="en-CA"/>
          </a:p>
        </p:txBody>
      </p:sp>
      <p:sp>
        <p:nvSpPr>
          <p:cNvPr id="9" name="TextBox 8">
            <a:extLst>
              <a:ext uri="{FF2B5EF4-FFF2-40B4-BE49-F238E27FC236}">
                <a16:creationId xmlns:a16="http://schemas.microsoft.com/office/drawing/2014/main" id="{2B352B48-B98A-418B-8943-940ABA2B2152}"/>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7" name="Rechteck 1" descr="{&quot;templafy&quot;:{&quot;id&quot;:&quot;dcdf7509-274f-4220-9eb6-b97870367ed9&quot;}}">
            <a:extLst>
              <a:ext uri="{FF2B5EF4-FFF2-40B4-BE49-F238E27FC236}">
                <a16:creationId xmlns:a16="http://schemas.microsoft.com/office/drawing/2014/main" id="{7130F970-7B3F-8DCA-2126-771CDCDF5ED0}"/>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371297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8" pos="257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301790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hree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2638697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Column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97564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3">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A85A980C-84E3-2D1C-3C83-37EF671921AD}"/>
              </a:ext>
            </a:extLst>
          </p:cNvPr>
          <p:cNvSpPr>
            <a:spLocks noGrp="1"/>
          </p:cNvSpPr>
          <p:nvPr>
            <p:ph type="ftr" sz="quarter" idx="32"/>
          </p:nvPr>
        </p:nvSpPr>
        <p:spPr/>
        <p:txBody>
          <a:bodyPr/>
          <a:lstStyle/>
          <a:p>
            <a:endParaRPr lang="en-CA"/>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Tree>
    <p:extLst>
      <p:ext uri="{BB962C8B-B14F-4D97-AF65-F5344CB8AC3E}">
        <p14:creationId xmlns:p14="http://schemas.microsoft.com/office/powerpoint/2010/main" val="1912069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Three column layout</a:t>
            </a:r>
            <a:br>
              <a:rPr lang="en-US"/>
            </a:br>
            <a:r>
              <a:rPr lang="en-US"/>
              <a:t>Title 2 lines maximum</a:t>
            </a:r>
            <a:endParaRPr lang="en-CA"/>
          </a:p>
        </p:txBody>
      </p:sp>
      <p:sp>
        <p:nvSpPr>
          <p:cNvPr id="23" name="TextBox 22">
            <a:extLst>
              <a:ext uri="{FF2B5EF4-FFF2-40B4-BE49-F238E27FC236}">
                <a16:creationId xmlns:a16="http://schemas.microsoft.com/office/drawing/2014/main" id="{EDE40922-B18A-2DF9-C121-EF497B173DA5}"/>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CFAF4676-0FE4-0EEA-B97D-EF0D71148385}"/>
              </a:ext>
            </a:extLst>
          </p:cNvPr>
          <p:cNvSpPr>
            <a:spLocks noGrp="1"/>
          </p:cNvSpPr>
          <p:nvPr>
            <p:ph type="ftr" sz="quarter" idx="38"/>
          </p:nvPr>
        </p:nvSpPr>
        <p:spPr/>
        <p:txBody>
          <a:bodyPr/>
          <a:lstStyle/>
          <a:p>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1234018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Column_Black (No Ic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tx2"/>
                </a:solidFill>
                <a:latin typeface="+mj-lt"/>
                <a:ea typeface="+mj-ea"/>
                <a:cs typeface="+mj-cs"/>
              </a:defRPr>
            </a:lvl1pPr>
          </a:lstStyle>
          <a:p>
            <a:r>
              <a:rPr lang="en-US"/>
              <a:t>Four column layout</a:t>
            </a:r>
            <a:br>
              <a:rPr lang="en-US"/>
            </a:br>
            <a:r>
              <a:rPr lang="en-US"/>
              <a:t>Title 2 lines maximum</a:t>
            </a:r>
            <a:endParaRPr lang="en-CA"/>
          </a:p>
        </p:txBody>
      </p:sp>
      <p:sp>
        <p:nvSpPr>
          <p:cNvPr id="6" name="TextBox 5">
            <a:extLst>
              <a:ext uri="{FF2B5EF4-FFF2-40B4-BE49-F238E27FC236}">
                <a16:creationId xmlns:a16="http://schemas.microsoft.com/office/drawing/2014/main" id="{CD417586-D17D-B05D-5384-E37636F2EE2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Footer Placeholder 1">
            <a:extLst>
              <a:ext uri="{FF2B5EF4-FFF2-40B4-BE49-F238E27FC236}">
                <a16:creationId xmlns:a16="http://schemas.microsoft.com/office/drawing/2014/main" id="{355FFA2C-5431-4B39-1E12-AB136674DCB9}"/>
              </a:ext>
            </a:extLst>
          </p:cNvPr>
          <p:cNvSpPr>
            <a:spLocks noGrp="1"/>
          </p:cNvSpPr>
          <p:nvPr>
            <p:ph type="ftr" sz="quarter" idx="49"/>
          </p:nvPr>
        </p:nvSpPr>
        <p:spPr/>
        <p:txBody>
          <a:bodyPr/>
          <a:lstStyle/>
          <a:p>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5"/>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tx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2815025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Quote_Black">
    <p:bg>
      <p:bgRef idx="1001">
        <a:schemeClr val="bg1"/>
      </p:bgRef>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lang="en-US" sz="2800" kern="1200" spc="-50" baseline="0">
                <a:solidFill>
                  <a:schemeClr val="tx2"/>
                </a:solidFill>
                <a:latin typeface="+mj-lt"/>
                <a:ea typeface="+mn-ea"/>
                <a:cs typeface="+mn-cs"/>
              </a:defRPr>
            </a:lvl1pPr>
          </a:lstStyle>
          <a:p>
            <a:pPr marL="0" lvl="0" indent="0" algn="ctr" defTabSz="914400" rtl="0" eaLnBrk="1" latinLnBrk="0" hangingPunct="1">
              <a:lnSpc>
                <a:spcPct val="95000"/>
              </a:lnSpc>
              <a:spcBef>
                <a:spcPts val="900"/>
              </a:spcBef>
              <a:spcAft>
                <a:spcPts val="300"/>
              </a:spcAft>
              <a:buClrTx/>
              <a:buFont typeface="Arial" panose="020B0604020202020204" pitchFamily="34" charset="0"/>
              <a:buNone/>
            </a:pPr>
            <a:r>
              <a:rPr lang="en-US"/>
              <a:t>Quote attribution</a:t>
            </a:r>
          </a:p>
        </p:txBody>
      </p:sp>
      <p:sp>
        <p:nvSpPr>
          <p:cNvPr id="4" name="Footer Placeholder 129">
            <a:extLst>
              <a:ext uri="{FF2B5EF4-FFF2-40B4-BE49-F238E27FC236}">
                <a16:creationId xmlns:a16="http://schemas.microsoft.com/office/drawing/2014/main" id="{617E79DC-602E-6FE0-3635-18254AB652A2}"/>
              </a:ext>
            </a:extLst>
          </p:cNvPr>
          <p:cNvSpPr>
            <a:spLocks noGrp="1"/>
          </p:cNvSpPr>
          <p:nvPr>
            <p:ph type="ftr" sz="quarter" idx="22"/>
          </p:nvPr>
        </p:nvSpPr>
        <p:spPr>
          <a:xfrm>
            <a:off x="531812" y="6396926"/>
            <a:ext cx="10512425" cy="118174"/>
          </a:xfrm>
        </p:spPr>
        <p:txBody>
          <a:bodyPr/>
          <a:lstStyle>
            <a:lvl1pPr>
              <a:defRPr>
                <a:solidFill>
                  <a:schemeClr val="accent6">
                    <a:lumMod val="90000"/>
                  </a:schemeClr>
                </a:solidFill>
              </a:defRPr>
            </a:lvl1pPr>
          </a:lstStyle>
          <a:p>
            <a:endParaRPr lang="en-CA"/>
          </a:p>
        </p:txBody>
      </p:sp>
      <p:sp>
        <p:nvSpPr>
          <p:cNvPr id="6" name="TextBox 5">
            <a:extLst>
              <a:ext uri="{FF2B5EF4-FFF2-40B4-BE49-F238E27FC236}">
                <a16:creationId xmlns:a16="http://schemas.microsoft.com/office/drawing/2014/main" id="{84739A76-C8B6-CADD-ACBA-17389E4E17CB}"/>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2" name="Rechteck 1" descr="{&quot;templafy&quot;:{&quot;id&quot;:&quot;f00233ae-8979-4865-a072-ee582e2d059b&quot;}}">
            <a:extLst>
              <a:ext uri="{FF2B5EF4-FFF2-40B4-BE49-F238E27FC236}">
                <a16:creationId xmlns:a16="http://schemas.microsoft.com/office/drawing/2014/main" id="{6617069C-9241-D0FA-28F5-B260D161373D}"/>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5759811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Content_Blac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F2A7B7-7C67-00A2-4D04-4DC5AFBFB433}"/>
              </a:ext>
            </a:extLst>
          </p:cNvPr>
          <p:cNvSpPr>
            <a:spLocks noGrp="1"/>
          </p:cNvSpPr>
          <p:nvPr>
            <p:ph type="title" hasCustomPrompt="1"/>
          </p:nvPr>
        </p:nvSpPr>
        <p:spPr/>
        <p:txBody>
          <a:bodyPr/>
          <a:lstStyle/>
          <a:p>
            <a:r>
              <a:rPr lang="en-US"/>
              <a:t>Title + Content layout</a:t>
            </a:r>
            <a:br>
              <a:rPr lang="en-US"/>
            </a:br>
            <a:r>
              <a:rPr lang="en-US"/>
              <a:t>Title 2 lines maximum</a:t>
            </a:r>
            <a:endParaRPr lang="en-CA"/>
          </a:p>
        </p:txBody>
      </p:sp>
      <p:sp>
        <p:nvSpPr>
          <p:cNvPr id="6" name="Text Placeholder 3">
            <a:extLst>
              <a:ext uri="{FF2B5EF4-FFF2-40B4-BE49-F238E27FC236}">
                <a16:creationId xmlns:a16="http://schemas.microsoft.com/office/drawing/2014/main" id="{48787576-727E-0D7E-9B9E-4C6C5BCD08C7}"/>
              </a:ext>
            </a:extLst>
          </p:cNvPr>
          <p:cNvSpPr>
            <a:spLocks noGrp="1"/>
          </p:cNvSpPr>
          <p:nvPr>
            <p:ph idx="1" hasCustomPrompt="1"/>
          </p:nvPr>
        </p:nvSpPr>
        <p:spPr>
          <a:xfrm>
            <a:off x="515938" y="1493520"/>
            <a:ext cx="11160126" cy="4672330"/>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CA"/>
          </a:p>
        </p:txBody>
      </p:sp>
    </p:spTree>
    <p:extLst>
      <p:ext uri="{BB962C8B-B14F-4D97-AF65-F5344CB8AC3E}">
        <p14:creationId xmlns:p14="http://schemas.microsoft.com/office/powerpoint/2010/main" val="3523695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50/50 Title+Content_Black">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tx1"/>
                </a:solidFill>
              </a:defRPr>
            </a:lvl1pPr>
          </a:lstStyle>
          <a:p>
            <a:r>
              <a:rPr lang="en-US"/>
              <a:t>50/50 Title + Content</a:t>
            </a:r>
            <a:br>
              <a:rPr lang="en-US"/>
            </a:br>
            <a:r>
              <a:rPr lang="en-US"/>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a:defRPr>
                <a:solidFill>
                  <a:schemeClr val="tx1"/>
                </a:solidFill>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50/50 Title + Content</a:t>
            </a:r>
            <a:br>
              <a:rPr lang="en-US"/>
            </a:br>
            <a:r>
              <a:rPr lang="en-US"/>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7" name="Rechteck 1" descr="{&quot;templafy&quot;:{&quot;id&quot;:&quot;f27f4604-8e22-43e0-910f-c93e9a0704d2&quot;}}">
            <a:extLst>
              <a:ext uri="{FF2B5EF4-FFF2-40B4-BE49-F238E27FC236}">
                <a16:creationId xmlns:a16="http://schemas.microsoft.com/office/drawing/2014/main" id="{7DDC7F27-A09D-51FC-97AA-55881631D9D9}"/>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969155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4165">
          <p15:clr>
            <a:srgbClr val="FBAE40"/>
          </p15:clr>
        </p15:guide>
        <p15:guide id="3" pos="351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2/1 Title+Content_Black">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tx1"/>
                </a:solidFill>
              </a:defRPr>
            </a:lvl1pPr>
          </a:lstStyle>
          <a:p>
            <a:r>
              <a:rPr lang="en-US"/>
              <a:t>2/1 Title + Content</a:t>
            </a:r>
            <a:br>
              <a:rPr lang="en-US"/>
            </a:br>
            <a:r>
              <a:rPr lang="en-US"/>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a:defRPr>
                <a:solidFill>
                  <a:schemeClr val="tx1"/>
                </a:solidFill>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tx1"/>
                </a:solidFill>
                <a:latin typeface="+mn-lt"/>
                <a:ea typeface="+mn-ea"/>
                <a:cs typeface="+mn-cs"/>
              </a:rPr>
              <a:pPr marL="0" lvl="0" algn="l" defTabSz="914400" rtl="0" eaLnBrk="1" latinLnBrk="0" hangingPunct="1">
                <a:lnSpc>
                  <a:spcPct val="125000"/>
                </a:lnSpc>
              </a:pPr>
              <a:t>‹#›</a:t>
            </a:fld>
            <a:endParaRPr lang="en-US" sz="800" kern="1200">
              <a:solidFill>
                <a:schemeClr val="tx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solidFill>
                <a:schemeClr val="tx1"/>
              </a:solidFill>
            </a:endParaRPr>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solidFill>
                <a:schemeClr val="tx1"/>
              </a:solidFill>
            </a:endParaRPr>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tx1"/>
                </a:solidFill>
                <a:latin typeface="+mj-lt"/>
                <a:ea typeface="+mj-ea"/>
                <a:cs typeface="+mj-cs"/>
              </a:defRPr>
            </a:lvl1pPr>
          </a:lstStyle>
          <a:p>
            <a:pPr lvl="0"/>
            <a:r>
              <a:rPr lang="en-US"/>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tx1"/>
                </a:solidFill>
                <a:latin typeface="+mn-lt"/>
                <a:ea typeface="+mn-ea"/>
                <a:cs typeface="+mn-cs"/>
              </a:defRPr>
            </a:lvl1pPr>
          </a:lstStyle>
          <a:p>
            <a:pPr lvl="0"/>
            <a:r>
              <a:rPr lang="en-US" err="1"/>
              <a:t>Subheader</a:t>
            </a:r>
            <a:endParaRPr lang="en-US"/>
          </a:p>
        </p:txBody>
      </p:sp>
      <p:sp>
        <p:nvSpPr>
          <p:cNvPr id="7" name="Rechteck 1" descr="{&quot;templafy&quot;:{&quot;id&quot;:&quot;cc28a41e-6027-4a4f-be20-a4f6a08b7793&quot;}}">
            <a:extLst>
              <a:ext uri="{FF2B5EF4-FFF2-40B4-BE49-F238E27FC236}">
                <a16:creationId xmlns:a16="http://schemas.microsoft.com/office/drawing/2014/main" id="{D760279E-B605-C049-98E9-6D5ABE856C0B}"/>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6151815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p15:clr>
            <a:srgbClr val="FBAE40"/>
          </p15:clr>
        </p15:guide>
        <p15:guide id="2" pos="5443">
          <p15:clr>
            <a:srgbClr val="FBAE40"/>
          </p15:clr>
        </p15:guide>
        <p15:guide id="3" pos="512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_Blac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FF81AE-215B-5FF1-AB1E-62DF1D393541}"/>
              </a:ext>
            </a:extLst>
          </p:cNvPr>
          <p:cNvSpPr>
            <a:spLocks noGrp="1"/>
          </p:cNvSpPr>
          <p:nvPr>
            <p:ph type="ftr" sz="quarter" idx="10"/>
          </p:nvPr>
        </p:nvSpPr>
        <p:spPr/>
        <p:txBody>
          <a:bodyPr/>
          <a:lstStyle>
            <a:lvl1pPr>
              <a:defRPr>
                <a:solidFill>
                  <a:schemeClr val="accent6">
                    <a:lumMod val="90000"/>
                  </a:schemeClr>
                </a:solidFill>
              </a:defRPr>
            </a:lvl1pPr>
          </a:lstStyle>
          <a:p>
            <a:endParaRPr lang="en-CA"/>
          </a:p>
        </p:txBody>
      </p:sp>
    </p:spTree>
    <p:extLst>
      <p:ext uri="{BB962C8B-B14F-4D97-AF65-F5344CB8AC3E}">
        <p14:creationId xmlns:p14="http://schemas.microsoft.com/office/powerpoint/2010/main" val="4048370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Photo+Content_Grey">
    <p:bg>
      <p:bgPr>
        <a:solidFill>
          <a:srgbClr val="EFF1F5"/>
        </a:solidFill>
        <a:effectLst/>
      </p:bgPr>
    </p:bg>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1EF4F402-80EC-EAD4-D6B0-92C2479FFEFA}"/>
              </a:ext>
            </a:extLst>
          </p:cNvPr>
          <p:cNvSpPr>
            <a:spLocks noGrp="1"/>
          </p:cNvSpPr>
          <p:nvPr>
            <p:ph type="body" sz="quarter" idx="14" hasCustomPrompt="1"/>
          </p:nvPr>
        </p:nvSpPr>
        <p:spPr>
          <a:xfrm>
            <a:off x="515937" y="1196975"/>
            <a:ext cx="5327651" cy="1198115"/>
          </a:xfrm>
        </p:spPr>
        <p:txBody>
          <a:bodyPr wrap="square" anchor="b">
            <a:noAutofit/>
          </a:bodyPr>
          <a:lstStyle>
            <a:lvl1pPr marL="0" indent="0">
              <a:buNone/>
              <a:defRPr sz="1300" cap="all" spc="150" baseline="0">
                <a:solidFill>
                  <a:schemeClr val="tx1"/>
                </a:solidFill>
              </a:defRPr>
            </a:lvl1pPr>
          </a:lstStyle>
          <a:p>
            <a:pPr lvl="0"/>
            <a:r>
              <a:rPr lang="en-US"/>
              <a:t>EYEBROW HEADER</a:t>
            </a:r>
          </a:p>
        </p:txBody>
      </p:sp>
      <p:sp>
        <p:nvSpPr>
          <p:cNvPr id="8" name="Title 13">
            <a:extLst>
              <a:ext uri="{FF2B5EF4-FFF2-40B4-BE49-F238E27FC236}">
                <a16:creationId xmlns:a16="http://schemas.microsoft.com/office/drawing/2014/main" id="{916C630D-BED9-DA86-9AE9-767BC6DB8DF6}"/>
              </a:ext>
            </a:extLst>
          </p:cNvPr>
          <p:cNvSpPr>
            <a:spLocks noGrp="1"/>
          </p:cNvSpPr>
          <p:nvPr>
            <p:ph type="title" hasCustomPrompt="1"/>
          </p:nvPr>
        </p:nvSpPr>
        <p:spPr>
          <a:xfrm>
            <a:off x="515937" y="2711631"/>
            <a:ext cx="5327651" cy="730069"/>
          </a:xfrm>
        </p:spPr>
        <p:txBody>
          <a:bodyPr anchor="t"/>
          <a:lstStyle>
            <a:lvl1pPr algn="l" defTabSz="914400" rtl="0" eaLnBrk="1" latinLnBrk="0" hangingPunct="1">
              <a:lnSpc>
                <a:spcPct val="85000"/>
              </a:lnSpc>
              <a:spcBef>
                <a:spcPct val="0"/>
              </a:spcBef>
              <a:buNone/>
              <a:defRPr lang="en-US" sz="2800" kern="2000" spc="-50" baseline="0" dirty="0">
                <a:solidFill>
                  <a:schemeClr val="accent1"/>
                </a:solidFill>
                <a:latin typeface="+mj-lt"/>
                <a:ea typeface="+mj-ea"/>
                <a:cs typeface="+mj-cs"/>
              </a:defRPr>
            </a:lvl1pPr>
          </a:lstStyle>
          <a:p>
            <a:r>
              <a:rPr lang="en-US"/>
              <a:t>2:1 Content &amp; Photo layout </a:t>
            </a:r>
            <a:br>
              <a:rPr lang="en-US"/>
            </a:br>
            <a:r>
              <a:rPr lang="en-US"/>
              <a:t>Title 2 lines maximum</a:t>
            </a:r>
          </a:p>
        </p:txBody>
      </p:sp>
      <p:sp>
        <p:nvSpPr>
          <p:cNvPr id="9" name="Text Placeholder 16">
            <a:extLst>
              <a:ext uri="{FF2B5EF4-FFF2-40B4-BE49-F238E27FC236}">
                <a16:creationId xmlns:a16="http://schemas.microsoft.com/office/drawing/2014/main" id="{8F93D30F-F047-B6FD-F8F3-2B0086F8F283}"/>
              </a:ext>
            </a:extLst>
          </p:cNvPr>
          <p:cNvSpPr>
            <a:spLocks noGrp="1"/>
          </p:cNvSpPr>
          <p:nvPr>
            <p:ph type="body" sz="quarter" idx="15" hasCustomPrompt="1"/>
          </p:nvPr>
        </p:nvSpPr>
        <p:spPr>
          <a:xfrm>
            <a:off x="515938" y="3581401"/>
            <a:ext cx="5327650" cy="2584450"/>
          </a:xfrm>
        </p:spPr>
        <p:txBody>
          <a:bodyPr vert="horz" wrap="square" lIns="0" tIns="0" rIns="0" bIns="0" rtlCol="0">
            <a:noAutofit/>
          </a:bodyPr>
          <a:lstStyle>
            <a:lvl1pPr marL="0" indent="0">
              <a:lnSpc>
                <a:spcPct val="100000"/>
              </a:lnSpc>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Picture Placeholder 5">
            <a:extLst>
              <a:ext uri="{FF2B5EF4-FFF2-40B4-BE49-F238E27FC236}">
                <a16:creationId xmlns:a16="http://schemas.microsoft.com/office/drawing/2014/main" id="{DA15A8F4-EB1B-C6FB-9726-07ED95F48A6D}"/>
              </a:ext>
            </a:extLst>
          </p:cNvPr>
          <p:cNvSpPr>
            <a:spLocks noGrp="1" noChangeAspect="1"/>
          </p:cNvSpPr>
          <p:nvPr>
            <p:ph type="pic" sz="quarter" idx="12" hasCustomPrompt="1"/>
          </p:nvPr>
        </p:nvSpPr>
        <p:spPr>
          <a:xfrm>
            <a:off x="7150937" y="0"/>
            <a:ext cx="5041063" cy="6858000"/>
          </a:xfrm>
          <a:custGeom>
            <a:avLst/>
            <a:gdLst>
              <a:gd name="connsiteX0" fmla="*/ 1341684 w 5041063"/>
              <a:gd name="connsiteY0" fmla="*/ 0 h 6858000"/>
              <a:gd name="connsiteX1" fmla="*/ 5041063 w 5041063"/>
              <a:gd name="connsiteY1" fmla="*/ 0 h 6858000"/>
              <a:gd name="connsiteX2" fmla="*/ 5041063 w 5041063"/>
              <a:gd name="connsiteY2" fmla="*/ 6858000 h 6858000"/>
              <a:gd name="connsiteX3" fmla="*/ 1681589 w 5041063"/>
              <a:gd name="connsiteY3" fmla="*/ 6858000 h 6858000"/>
              <a:gd name="connsiteX4" fmla="*/ 1527585 w 5041063"/>
              <a:gd name="connsiteY4" fmla="*/ 6724571 h 6858000"/>
              <a:gd name="connsiteX5" fmla="*/ 0 w 5041063"/>
              <a:gd name="connsiteY5" fmla="*/ 3272503 h 6858000"/>
              <a:gd name="connsiteX6" fmla="*/ 1211269 w 5041063"/>
              <a:gd name="connsiteY6" fmla="*/ 136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1063" h="6858000">
                <a:moveTo>
                  <a:pt x="1341684" y="0"/>
                </a:moveTo>
                <a:lnTo>
                  <a:pt x="5041063" y="0"/>
                </a:lnTo>
                <a:lnTo>
                  <a:pt x="5041063" y="6858000"/>
                </a:lnTo>
                <a:lnTo>
                  <a:pt x="1681589" y="6858000"/>
                </a:lnTo>
                <a:lnTo>
                  <a:pt x="1527585" y="6724571"/>
                </a:lnTo>
                <a:cubicBezTo>
                  <a:pt x="589158" y="5871472"/>
                  <a:pt x="0" y="4640804"/>
                  <a:pt x="0" y="3272503"/>
                </a:cubicBezTo>
                <a:cubicBezTo>
                  <a:pt x="0" y="2065179"/>
                  <a:pt x="458687" y="965008"/>
                  <a:pt x="1211269" y="136816"/>
                </a:cubicBezTo>
                <a:close/>
              </a:path>
            </a:pathLst>
          </a:custGeom>
          <a:noFill/>
        </p:spPr>
        <p:txBody>
          <a:bodyPr wrap="square" lIns="540000" rIns="0" anchor="ctr">
            <a:noAutofit/>
          </a:bodyPr>
          <a:lstStyle>
            <a:lvl1pPr marL="0" indent="0">
              <a:buNone/>
              <a:defRPr sz="3000">
                <a:solidFill>
                  <a:schemeClr val="accent1"/>
                </a:solidFill>
              </a:defRPr>
            </a:lvl1pPr>
          </a:lstStyle>
          <a:p>
            <a:r>
              <a:rPr lang="en-US"/>
              <a:t>Click the icon to insert photo</a:t>
            </a:r>
          </a:p>
        </p:txBody>
      </p:sp>
      <p:sp>
        <p:nvSpPr>
          <p:cNvPr id="2" name="Rechteck 1" descr="{&quot;templafy&quot;:{&quot;id&quot;:&quot;e684436e-44cd-43ad-87ab-6f771ab910ce&quot;}}">
            <a:extLst>
              <a:ext uri="{FF2B5EF4-FFF2-40B4-BE49-F238E27FC236}">
                <a16:creationId xmlns:a16="http://schemas.microsoft.com/office/drawing/2014/main" id="{8EAF9ACB-01FE-1819-B0C5-640FC54EDF5E}"/>
              </a:ext>
            </a:extLst>
          </p:cNvPr>
          <p:cNvSpPr>
            <a:spLocks/>
          </p:cNvSpPr>
          <p:nvPr userDrawn="1"/>
        </p:nvSpPr>
        <p:spPr>
          <a:xfrm>
            <a:off x="515938" y="6396526"/>
            <a:ext cx="4753929"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7198135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orient="horz" pos="2319" userDrawn="1">
          <p15:clr>
            <a:srgbClr val="FBAE40"/>
          </p15:clr>
        </p15:guide>
        <p15:guide id="6" orient="horz" pos="1502" userDrawn="1">
          <p15:clr>
            <a:srgbClr val="FBAE40"/>
          </p15:clr>
        </p15:guide>
        <p15:guide id="7" orient="horz" pos="2432" userDrawn="1">
          <p15:clr>
            <a:srgbClr val="FBAE40"/>
          </p15:clr>
        </p15:guide>
        <p15:guide id="10" pos="3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4Contents_Third Grey">
    <p:bg>
      <p:bgPr>
        <a:solidFill>
          <a:srgbClr val="EFF1F5"/>
        </a:solidFill>
        <a:effectLst/>
      </p:bgPr>
    </p:bg>
    <p:spTree>
      <p:nvGrpSpPr>
        <p:cNvPr id="1" name=""/>
        <p:cNvGrpSpPr/>
        <p:nvPr/>
      </p:nvGrpSpPr>
      <p:grpSpPr>
        <a:xfrm>
          <a:off x="0" y="0"/>
          <a:ext cx="0" cy="0"/>
          <a:chOff x="0" y="0"/>
          <a:chExt cx="0" cy="0"/>
        </a:xfrm>
      </p:grpSpPr>
      <p:sp>
        <p:nvSpPr>
          <p:cNvPr id="9" name="Title 120">
            <a:extLst>
              <a:ext uri="{FF2B5EF4-FFF2-40B4-BE49-F238E27FC236}">
                <a16:creationId xmlns:a16="http://schemas.microsoft.com/office/drawing/2014/main" id="{7A1F75E5-8E3D-DF45-926F-E6E5FD4D70FC}"/>
              </a:ext>
            </a:extLst>
          </p:cNvPr>
          <p:cNvSpPr>
            <a:spLocks noGrp="1"/>
          </p:cNvSpPr>
          <p:nvPr>
            <p:ph type="title" hasCustomPrompt="1"/>
          </p:nvPr>
        </p:nvSpPr>
        <p:spPr>
          <a:xfrm>
            <a:off x="515937" y="2795081"/>
            <a:ext cx="3556800" cy="1294408"/>
          </a:xfrm>
        </p:spPr>
        <p:txBody>
          <a:bodyPr anchor="ctr"/>
          <a:lstStyle>
            <a:lvl1pPr algn="l" defTabSz="914400" rtl="0" eaLnBrk="1" latinLnBrk="0" hangingPunct="1">
              <a:lnSpc>
                <a:spcPct val="85000"/>
              </a:lnSpc>
              <a:spcBef>
                <a:spcPct val="0"/>
              </a:spcBef>
              <a:buNone/>
              <a:defRPr lang="en-US" sz="2800" kern="2000" spc="-50" baseline="0" dirty="0">
                <a:solidFill>
                  <a:schemeClr val="accent1"/>
                </a:solidFill>
                <a:latin typeface="+mj-lt"/>
                <a:ea typeface="+mj-ea"/>
                <a:cs typeface="+mj-cs"/>
              </a:defRPr>
            </a:lvl1pPr>
          </a:lstStyle>
          <a:p>
            <a:r>
              <a:rPr lang="en-US"/>
              <a:t>Title+4 Contents layout </a:t>
            </a:r>
            <a:br>
              <a:rPr lang="en-US"/>
            </a:br>
            <a:r>
              <a:rPr lang="en-US"/>
              <a:t>Title up to </a:t>
            </a:r>
            <a:br>
              <a:rPr lang="en-US"/>
            </a:br>
            <a:r>
              <a:rPr lang="en-US"/>
              <a:t>3 lines maximum</a:t>
            </a:r>
          </a:p>
        </p:txBody>
      </p:sp>
      <p:sp>
        <p:nvSpPr>
          <p:cNvPr id="16" name="Picture Placeholder 2">
            <a:extLst>
              <a:ext uri="{FF2B5EF4-FFF2-40B4-BE49-F238E27FC236}">
                <a16:creationId xmlns:a16="http://schemas.microsoft.com/office/drawing/2014/main" id="{803614D6-B3A1-6731-7DA2-2F082C0110CD}"/>
              </a:ext>
            </a:extLst>
          </p:cNvPr>
          <p:cNvSpPr>
            <a:spLocks noGrp="1"/>
          </p:cNvSpPr>
          <p:nvPr>
            <p:ph type="pic" sz="quarter" idx="24" hasCustomPrompt="1"/>
          </p:nvPr>
        </p:nvSpPr>
        <p:spPr>
          <a:xfrm>
            <a:off x="4629921" y="677141"/>
            <a:ext cx="759113" cy="759113"/>
          </a:xfrm>
        </p:spPr>
        <p:txBody>
          <a:bodyPr lIns="144000"/>
          <a:lstStyle>
            <a:lvl1pPr marL="0" indent="0">
              <a:buNone/>
              <a:defRPr sz="1400"/>
            </a:lvl1pPr>
          </a:lstStyle>
          <a:p>
            <a:r>
              <a:rPr lang="en-US"/>
              <a:t>Icon</a:t>
            </a:r>
          </a:p>
        </p:txBody>
      </p:sp>
      <p:sp>
        <p:nvSpPr>
          <p:cNvPr id="122" name="Text Placeholder 22">
            <a:extLst>
              <a:ext uri="{FF2B5EF4-FFF2-40B4-BE49-F238E27FC236}">
                <a16:creationId xmlns:a16="http://schemas.microsoft.com/office/drawing/2014/main" id="{693B5A4C-7FB3-2918-A773-0EE6FED3D209}"/>
              </a:ext>
            </a:extLst>
          </p:cNvPr>
          <p:cNvSpPr>
            <a:spLocks noGrp="1"/>
          </p:cNvSpPr>
          <p:nvPr>
            <p:ph type="body" sz="quarter" idx="13" hasCustomPrompt="1"/>
          </p:nvPr>
        </p:nvSpPr>
        <p:spPr>
          <a:xfrm>
            <a:off x="5704822" y="699924"/>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5" name="Text Placeholder 16">
            <a:extLst>
              <a:ext uri="{FF2B5EF4-FFF2-40B4-BE49-F238E27FC236}">
                <a16:creationId xmlns:a16="http://schemas.microsoft.com/office/drawing/2014/main" id="{C38DCFD6-5A0E-E9F5-0958-4B8735F209AC}"/>
              </a:ext>
            </a:extLst>
          </p:cNvPr>
          <p:cNvSpPr>
            <a:spLocks noGrp="1"/>
          </p:cNvSpPr>
          <p:nvPr>
            <p:ph type="body" sz="quarter" idx="15" hasCustomPrompt="1"/>
          </p:nvPr>
        </p:nvSpPr>
        <p:spPr>
          <a:xfrm>
            <a:off x="5704821" y="101917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158234DD-C86A-C0A3-F309-C819BEF18C2A}"/>
              </a:ext>
            </a:extLst>
          </p:cNvPr>
          <p:cNvSpPr>
            <a:spLocks noGrp="1"/>
          </p:cNvSpPr>
          <p:nvPr>
            <p:ph type="pic" sz="quarter" idx="25" hasCustomPrompt="1"/>
          </p:nvPr>
        </p:nvSpPr>
        <p:spPr>
          <a:xfrm>
            <a:off x="4629921" y="2124716"/>
            <a:ext cx="759113" cy="759113"/>
          </a:xfrm>
        </p:spPr>
        <p:txBody>
          <a:bodyPr lIns="144000"/>
          <a:lstStyle>
            <a:lvl1pPr marL="0" indent="0">
              <a:buNone/>
              <a:defRPr sz="1400"/>
            </a:lvl1pPr>
          </a:lstStyle>
          <a:p>
            <a:r>
              <a:rPr lang="en-US"/>
              <a:t>Icon</a:t>
            </a:r>
          </a:p>
        </p:txBody>
      </p:sp>
      <p:sp>
        <p:nvSpPr>
          <p:cNvPr id="124" name="Text Placeholder 22">
            <a:extLst>
              <a:ext uri="{FF2B5EF4-FFF2-40B4-BE49-F238E27FC236}">
                <a16:creationId xmlns:a16="http://schemas.microsoft.com/office/drawing/2014/main" id="{A14F4D35-AD24-5E3E-8E8D-CD803A85CDBB}"/>
              </a:ext>
            </a:extLst>
          </p:cNvPr>
          <p:cNvSpPr>
            <a:spLocks noGrp="1"/>
          </p:cNvSpPr>
          <p:nvPr>
            <p:ph type="body" sz="quarter" idx="16" hasCustomPrompt="1"/>
          </p:nvPr>
        </p:nvSpPr>
        <p:spPr>
          <a:xfrm>
            <a:off x="5704822" y="2143614"/>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6" name="Text Placeholder 16">
            <a:extLst>
              <a:ext uri="{FF2B5EF4-FFF2-40B4-BE49-F238E27FC236}">
                <a16:creationId xmlns:a16="http://schemas.microsoft.com/office/drawing/2014/main" id="{752D1B24-3191-2FDC-5F67-93401195900D}"/>
              </a:ext>
            </a:extLst>
          </p:cNvPr>
          <p:cNvSpPr>
            <a:spLocks noGrp="1"/>
          </p:cNvSpPr>
          <p:nvPr>
            <p:ph type="body" sz="quarter" idx="17" hasCustomPrompt="1"/>
          </p:nvPr>
        </p:nvSpPr>
        <p:spPr>
          <a:xfrm>
            <a:off x="5704821" y="2462865"/>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Picture Placeholder 2">
            <a:extLst>
              <a:ext uri="{FF2B5EF4-FFF2-40B4-BE49-F238E27FC236}">
                <a16:creationId xmlns:a16="http://schemas.microsoft.com/office/drawing/2014/main" id="{F5047FAA-2D67-8C54-D972-5689E483F426}"/>
              </a:ext>
            </a:extLst>
          </p:cNvPr>
          <p:cNvSpPr>
            <a:spLocks noGrp="1"/>
          </p:cNvSpPr>
          <p:nvPr>
            <p:ph type="pic" sz="quarter" idx="26" hasCustomPrompt="1"/>
          </p:nvPr>
        </p:nvSpPr>
        <p:spPr>
          <a:xfrm>
            <a:off x="4629921" y="3572291"/>
            <a:ext cx="759113" cy="759113"/>
          </a:xfrm>
        </p:spPr>
        <p:txBody>
          <a:bodyPr lIns="144000"/>
          <a:lstStyle>
            <a:lvl1pPr marL="0" indent="0">
              <a:buNone/>
              <a:defRPr sz="1400"/>
            </a:lvl1pPr>
          </a:lstStyle>
          <a:p>
            <a:r>
              <a:rPr lang="en-US"/>
              <a:t>Icon</a:t>
            </a:r>
          </a:p>
        </p:txBody>
      </p:sp>
      <p:sp>
        <p:nvSpPr>
          <p:cNvPr id="126" name="Text Placeholder 22">
            <a:extLst>
              <a:ext uri="{FF2B5EF4-FFF2-40B4-BE49-F238E27FC236}">
                <a16:creationId xmlns:a16="http://schemas.microsoft.com/office/drawing/2014/main" id="{FCEBECB8-7041-9BA8-933B-3C0F5FF02831}"/>
              </a:ext>
            </a:extLst>
          </p:cNvPr>
          <p:cNvSpPr>
            <a:spLocks noGrp="1"/>
          </p:cNvSpPr>
          <p:nvPr>
            <p:ph type="body" sz="quarter" idx="18" hasCustomPrompt="1"/>
          </p:nvPr>
        </p:nvSpPr>
        <p:spPr>
          <a:xfrm>
            <a:off x="5704822" y="3587071"/>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7" name="Text Placeholder 16">
            <a:extLst>
              <a:ext uri="{FF2B5EF4-FFF2-40B4-BE49-F238E27FC236}">
                <a16:creationId xmlns:a16="http://schemas.microsoft.com/office/drawing/2014/main" id="{DBD55430-B9A6-6E76-5A88-93B8CBAFCF32}"/>
              </a:ext>
            </a:extLst>
          </p:cNvPr>
          <p:cNvSpPr>
            <a:spLocks noGrp="1"/>
          </p:cNvSpPr>
          <p:nvPr>
            <p:ph type="body" sz="quarter" idx="19" hasCustomPrompt="1"/>
          </p:nvPr>
        </p:nvSpPr>
        <p:spPr>
          <a:xfrm>
            <a:off x="5704821" y="3906322"/>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9" name="Picture Placeholder 2">
            <a:extLst>
              <a:ext uri="{FF2B5EF4-FFF2-40B4-BE49-F238E27FC236}">
                <a16:creationId xmlns:a16="http://schemas.microsoft.com/office/drawing/2014/main" id="{155B8295-23B1-4FAB-6989-040F56EEACDD}"/>
              </a:ext>
            </a:extLst>
          </p:cNvPr>
          <p:cNvSpPr>
            <a:spLocks noGrp="1"/>
          </p:cNvSpPr>
          <p:nvPr>
            <p:ph type="pic" sz="quarter" idx="27" hasCustomPrompt="1"/>
          </p:nvPr>
        </p:nvSpPr>
        <p:spPr>
          <a:xfrm>
            <a:off x="4629921" y="5019866"/>
            <a:ext cx="759113" cy="759113"/>
          </a:xfrm>
        </p:spPr>
        <p:txBody>
          <a:bodyPr lIns="144000"/>
          <a:lstStyle>
            <a:lvl1pPr marL="0" indent="0">
              <a:buNone/>
              <a:defRPr sz="1400"/>
            </a:lvl1pPr>
          </a:lstStyle>
          <a:p>
            <a:r>
              <a:rPr lang="en-US"/>
              <a:t>Icon</a:t>
            </a:r>
          </a:p>
        </p:txBody>
      </p:sp>
      <p:sp>
        <p:nvSpPr>
          <p:cNvPr id="128" name="Text Placeholder 22">
            <a:extLst>
              <a:ext uri="{FF2B5EF4-FFF2-40B4-BE49-F238E27FC236}">
                <a16:creationId xmlns:a16="http://schemas.microsoft.com/office/drawing/2014/main" id="{928EC958-013B-F8B1-324A-396A688B6278}"/>
              </a:ext>
            </a:extLst>
          </p:cNvPr>
          <p:cNvSpPr>
            <a:spLocks noGrp="1"/>
          </p:cNvSpPr>
          <p:nvPr>
            <p:ph type="body" sz="quarter" idx="20" hasCustomPrompt="1"/>
          </p:nvPr>
        </p:nvSpPr>
        <p:spPr>
          <a:xfrm>
            <a:off x="5704822" y="5021236"/>
            <a:ext cx="5360054" cy="263149"/>
          </a:xfrm>
        </p:spPr>
        <p:txBody>
          <a:bodyPr wrap="square" anchor="b">
            <a:noAutofit/>
          </a:bodyPr>
          <a:lstStyle>
            <a:lvl1pPr marL="0" indent="0">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p>
        </p:txBody>
      </p:sp>
      <p:sp>
        <p:nvSpPr>
          <p:cNvPr id="8" name="Text Placeholder 16">
            <a:extLst>
              <a:ext uri="{FF2B5EF4-FFF2-40B4-BE49-F238E27FC236}">
                <a16:creationId xmlns:a16="http://schemas.microsoft.com/office/drawing/2014/main" id="{A305BFC7-1DCB-DA0D-B9D5-073230BAC218}"/>
              </a:ext>
            </a:extLst>
          </p:cNvPr>
          <p:cNvSpPr>
            <a:spLocks noGrp="1"/>
          </p:cNvSpPr>
          <p:nvPr>
            <p:ph type="body" sz="quarter" idx="21" hasCustomPrompt="1"/>
          </p:nvPr>
        </p:nvSpPr>
        <p:spPr>
          <a:xfrm>
            <a:off x="5704821" y="5340487"/>
            <a:ext cx="5360055" cy="600164"/>
          </a:xfrm>
        </p:spPr>
        <p:txBody>
          <a:bodyPr wrap="square">
            <a:noAutofit/>
          </a:bodyPr>
          <a:lstStyle>
            <a:lvl1pPr marL="0" indent="0">
              <a:lnSpc>
                <a:spcPct val="100000"/>
              </a:lnSpc>
              <a:spcBef>
                <a:spcPts val="0"/>
              </a:spcBef>
              <a:buNone/>
              <a:defRPr sz="12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5" name="TextBox 14">
            <a:extLst>
              <a:ext uri="{FF2B5EF4-FFF2-40B4-BE49-F238E27FC236}">
                <a16:creationId xmlns:a16="http://schemas.microsoft.com/office/drawing/2014/main" id="{DA40CD1A-60BD-05D8-7970-B07C826C1D80}"/>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2" name="Footer Placeholder 129">
            <a:extLst>
              <a:ext uri="{FF2B5EF4-FFF2-40B4-BE49-F238E27FC236}">
                <a16:creationId xmlns:a16="http://schemas.microsoft.com/office/drawing/2014/main" id="{9EDA61B2-0A7E-5D71-435C-81C7E432E597}"/>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
        <p:nvSpPr>
          <p:cNvPr id="4" name="Rechteck 1" descr="{&quot;templafy&quot;:{&quot;id&quot;:&quot;4716efc1-f760-447c-be50-6f305aaa34dd&quot;}}">
            <a:extLst>
              <a:ext uri="{FF2B5EF4-FFF2-40B4-BE49-F238E27FC236}">
                <a16:creationId xmlns:a16="http://schemas.microsoft.com/office/drawing/2014/main" id="{6E112B2B-576D-FA2E-08CF-9FC0128B1D17}"/>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kumimoji="0" lang="en-GB" sz="800" b="0" i="0" u="none" strike="noStrike" kern="0" cap="none" spc="0" normalizeH="0" baseline="0" noProof="0">
                <a:ln>
                  <a:noFill/>
                </a:ln>
                <a:solidFill>
                  <a:schemeClr val="accent6">
                    <a:lumMod val="50000"/>
                  </a:schemeClr>
                </a:solidFill>
                <a:effectLst/>
                <a:uLnTx/>
                <a:uFillTx/>
              </a:rPr>
              <a:t>Confidential - Qualcomm Technologies, Inc. and/or its affiliated companies - May Contain Trade Secrets</a:t>
            </a:r>
          </a:p>
        </p:txBody>
      </p:sp>
    </p:spTree>
    <p:extLst>
      <p:ext uri="{BB962C8B-B14F-4D97-AF65-F5344CB8AC3E}">
        <p14:creationId xmlns:p14="http://schemas.microsoft.com/office/powerpoint/2010/main" val="21534888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4" pos="2320" userDrawn="1">
          <p15:clr>
            <a:srgbClr val="FBAE40"/>
          </p15:clr>
        </p15:guide>
        <p15:guide id="15" pos="2094"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Content_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p:txBody>
          <a:bodyPr/>
          <a:lstStyle>
            <a:lvl1pPr>
              <a:lnSpc>
                <a:spcPct val="85000"/>
              </a:lnSpc>
              <a:defRPr>
                <a:solidFill>
                  <a:schemeClr val="accent1"/>
                </a:solidFill>
              </a:defRPr>
            </a:lvl1pPr>
          </a:lstStyle>
          <a:p>
            <a:r>
              <a:rPr lang="en-US"/>
              <a:t>Title + Content layout</a:t>
            </a:r>
            <a:br>
              <a:rPr lang="en-US"/>
            </a:br>
            <a:r>
              <a:rPr lang="en-US"/>
              <a:t>Title 2 lines maximum</a:t>
            </a:r>
            <a:endParaRPr lang="en-CA"/>
          </a:p>
        </p:txBody>
      </p:sp>
      <p:sp>
        <p:nvSpPr>
          <p:cNvPr id="6" name="Text Placeholder 3">
            <a:extLst>
              <a:ext uri="{FF2B5EF4-FFF2-40B4-BE49-F238E27FC236}">
                <a16:creationId xmlns:a16="http://schemas.microsoft.com/office/drawing/2014/main" id="{AE4C813B-A433-591F-839C-9B64B4F16FD6}"/>
              </a:ext>
            </a:extLst>
          </p:cNvPr>
          <p:cNvSpPr>
            <a:spLocks noGrp="1"/>
          </p:cNvSpPr>
          <p:nvPr>
            <p:ph idx="1" hasCustomPrompt="1"/>
          </p:nvPr>
        </p:nvSpPr>
        <p:spPr>
          <a:xfrm>
            <a:off x="515938" y="1493520"/>
            <a:ext cx="11160126" cy="4672330"/>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9" name="Footer Placeholder 129">
            <a:extLst>
              <a:ext uri="{FF2B5EF4-FFF2-40B4-BE49-F238E27FC236}">
                <a16:creationId xmlns:a16="http://schemas.microsoft.com/office/drawing/2014/main" id="{D585EFB5-2F8E-437A-EA74-C2343580392D}"/>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2981386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Two column layout</a:t>
            </a:r>
            <a:br>
              <a:rPr lang="en-US"/>
            </a:br>
            <a:r>
              <a:rPr lang="en-US"/>
              <a:t>Title 2 lines maximum</a:t>
            </a:r>
            <a:endParaRPr lang="en-CA"/>
          </a:p>
        </p:txBody>
      </p:sp>
      <p:sp>
        <p:nvSpPr>
          <p:cNvPr id="8" name="Picture Placeholder 2">
            <a:extLst>
              <a:ext uri="{FF2B5EF4-FFF2-40B4-BE49-F238E27FC236}">
                <a16:creationId xmlns:a16="http://schemas.microsoft.com/office/drawing/2014/main" id="{BDA827D7-28EB-4441-6CCA-2B0C03B56D27}"/>
              </a:ext>
            </a:extLst>
          </p:cNvPr>
          <p:cNvSpPr>
            <a:spLocks noGrp="1" noChangeAspect="1"/>
          </p:cNvSpPr>
          <p:nvPr>
            <p:ph type="pic" sz="quarter" idx="25" hasCustomPrompt="1"/>
          </p:nvPr>
        </p:nvSpPr>
        <p:spPr>
          <a:xfrm>
            <a:off x="531812" y="1601038"/>
            <a:ext cx="835024" cy="835024"/>
          </a:xfrm>
        </p:spPr>
        <p:txBody>
          <a:bodyPr lIns="144000"/>
          <a:lstStyle>
            <a:lvl1pPr marL="0" indent="0">
              <a:buNone/>
              <a:defRPr sz="1400"/>
            </a:lvl1pPr>
          </a:lstStyle>
          <a:p>
            <a:r>
              <a:rPr lang="en-US"/>
              <a:t>Icon</a:t>
            </a:r>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9" name="Picture Placeholder 2">
            <a:extLst>
              <a:ext uri="{FF2B5EF4-FFF2-40B4-BE49-F238E27FC236}">
                <a16:creationId xmlns:a16="http://schemas.microsoft.com/office/drawing/2014/main" id="{549703AA-9655-8130-40CE-159745CE956D}"/>
              </a:ext>
            </a:extLst>
          </p:cNvPr>
          <p:cNvSpPr>
            <a:spLocks noGrp="1" noChangeAspect="1"/>
          </p:cNvSpPr>
          <p:nvPr>
            <p:ph type="pic" sz="quarter" idx="33" hasCustomPrompt="1"/>
          </p:nvPr>
        </p:nvSpPr>
        <p:spPr>
          <a:xfrm>
            <a:off x="6240018" y="1601038"/>
            <a:ext cx="835024" cy="835024"/>
          </a:xfrm>
        </p:spPr>
        <p:txBody>
          <a:bodyPr lIns="144000"/>
          <a:lstStyle>
            <a:lvl1pPr marL="0" indent="0">
              <a:buNone/>
              <a:defRPr sz="1400"/>
            </a:lvl1pPr>
          </a:lstStyle>
          <a:p>
            <a:r>
              <a:rPr lang="en-US"/>
              <a:t>Icon</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2489200"/>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3651121"/>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37" name="TextBox 36">
            <a:extLst>
              <a:ext uri="{FF2B5EF4-FFF2-40B4-BE49-F238E27FC236}">
                <a16:creationId xmlns:a16="http://schemas.microsoft.com/office/drawing/2014/main" id="{ABB5A499-ED11-C92E-A57B-466171995834}"/>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38" name="Footer Placeholder 129">
            <a:extLst>
              <a:ext uri="{FF2B5EF4-FFF2-40B4-BE49-F238E27FC236}">
                <a16:creationId xmlns:a16="http://schemas.microsoft.com/office/drawing/2014/main" id="{8AB6CA01-5453-A297-ACE1-A21DA12BCFFB}"/>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29060871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ree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Three column layout</a:t>
            </a:r>
            <a:br>
              <a:rPr lang="en-US"/>
            </a:br>
            <a:r>
              <a:rPr lang="en-US"/>
              <a:t>Title 2 lines maximum</a:t>
            </a:r>
            <a:endParaRPr lang="en-CA"/>
          </a:p>
        </p:txBody>
      </p:sp>
      <p:sp>
        <p:nvSpPr>
          <p:cNvPr id="6" name="Picture Placeholder 2">
            <a:extLst>
              <a:ext uri="{FF2B5EF4-FFF2-40B4-BE49-F238E27FC236}">
                <a16:creationId xmlns:a16="http://schemas.microsoft.com/office/drawing/2014/main" id="{029115E3-9D47-7E7E-69DC-D8DCC36D5A95}"/>
              </a:ext>
            </a:extLst>
          </p:cNvPr>
          <p:cNvSpPr>
            <a:spLocks noGrp="1" noChangeAspect="1"/>
          </p:cNvSpPr>
          <p:nvPr>
            <p:ph type="pic" sz="quarter" idx="29" hasCustomPrompt="1"/>
          </p:nvPr>
        </p:nvSpPr>
        <p:spPr>
          <a:xfrm>
            <a:off x="531811" y="1601038"/>
            <a:ext cx="835024" cy="835024"/>
          </a:xfrm>
        </p:spPr>
        <p:txBody>
          <a:bodyPr lIns="144000"/>
          <a:lstStyle>
            <a:lvl1pPr marL="0" indent="0">
              <a:buNone/>
              <a:defRPr sz="1400"/>
            </a:lvl1pPr>
          </a:lstStyle>
          <a:p>
            <a:r>
              <a:rPr lang="en-US"/>
              <a:t>Icon</a:t>
            </a:r>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139D0396-5251-18D3-6D1D-FB672FB44CDE}"/>
              </a:ext>
            </a:extLst>
          </p:cNvPr>
          <p:cNvSpPr>
            <a:spLocks noGrp="1" noChangeAspect="1"/>
          </p:cNvSpPr>
          <p:nvPr>
            <p:ph type="pic" sz="quarter" idx="45" hasCustomPrompt="1"/>
          </p:nvPr>
        </p:nvSpPr>
        <p:spPr>
          <a:xfrm>
            <a:off x="4340711"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9" name="Picture Placeholder 2">
            <a:extLst>
              <a:ext uri="{FF2B5EF4-FFF2-40B4-BE49-F238E27FC236}">
                <a16:creationId xmlns:a16="http://schemas.microsoft.com/office/drawing/2014/main" id="{EB49F5C6-BE22-7E23-F398-419AF46EA9C3}"/>
              </a:ext>
            </a:extLst>
          </p:cNvPr>
          <p:cNvSpPr>
            <a:spLocks noGrp="1" noChangeAspect="1"/>
          </p:cNvSpPr>
          <p:nvPr>
            <p:ph type="pic" sz="quarter" idx="48" hasCustomPrompt="1"/>
          </p:nvPr>
        </p:nvSpPr>
        <p:spPr>
          <a:xfrm>
            <a:off x="8149611" y="1601038"/>
            <a:ext cx="835024" cy="835024"/>
          </a:xfrm>
        </p:spPr>
        <p:txBody>
          <a:bodyPr lIns="144000"/>
          <a:lstStyle>
            <a:lvl1pPr marL="0" indent="0">
              <a:buNone/>
              <a:defRPr sz="1400"/>
            </a:lvl1pPr>
          </a:lstStyle>
          <a:p>
            <a:r>
              <a:rPr lang="en-US"/>
              <a:t>Icon</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2489200"/>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3651121"/>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0" name="TextBox 39">
            <a:extLst>
              <a:ext uri="{FF2B5EF4-FFF2-40B4-BE49-F238E27FC236}">
                <a16:creationId xmlns:a16="http://schemas.microsoft.com/office/drawing/2014/main" id="{0392E8CF-4EBA-5B77-36C9-13FE73A480D8}"/>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1" name="Footer Placeholder 129">
            <a:extLst>
              <a:ext uri="{FF2B5EF4-FFF2-40B4-BE49-F238E27FC236}">
                <a16:creationId xmlns:a16="http://schemas.microsoft.com/office/drawing/2014/main" id="{4F2DD299-A903-7828-25FE-74D2BE487FB1}"/>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2729165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our Column_Light Grey">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Four column layout</a:t>
            </a:r>
            <a:br>
              <a:rPr lang="en-US"/>
            </a:br>
            <a:r>
              <a:rPr lang="en-US"/>
              <a:t>Title 2 lines maximum</a:t>
            </a:r>
            <a:endParaRPr lang="en-CA"/>
          </a:p>
        </p:txBody>
      </p:sp>
      <p:sp>
        <p:nvSpPr>
          <p:cNvPr id="4" name="Picture Placeholder 2">
            <a:extLst>
              <a:ext uri="{FF2B5EF4-FFF2-40B4-BE49-F238E27FC236}">
                <a16:creationId xmlns:a16="http://schemas.microsoft.com/office/drawing/2014/main" id="{0AAFB50F-094B-2881-F919-B1EE84ACE5D7}"/>
              </a:ext>
            </a:extLst>
          </p:cNvPr>
          <p:cNvSpPr>
            <a:spLocks noGrp="1" noChangeAspect="1"/>
          </p:cNvSpPr>
          <p:nvPr>
            <p:ph type="pic" sz="quarter" idx="31" hasCustomPrompt="1"/>
          </p:nvPr>
        </p:nvSpPr>
        <p:spPr>
          <a:xfrm>
            <a:off x="531812" y="1601038"/>
            <a:ext cx="835024" cy="835024"/>
          </a:xfrm>
        </p:spPr>
        <p:txBody>
          <a:bodyPr lIns="144000"/>
          <a:lstStyle>
            <a:lvl1pPr marL="0" indent="0">
              <a:buNone/>
              <a:defRPr sz="1400"/>
            </a:lvl1pPr>
          </a:lstStyle>
          <a:p>
            <a:r>
              <a:rPr lang="en-US"/>
              <a:t>Icon</a:t>
            </a:r>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7" name="Picture Placeholder 2">
            <a:extLst>
              <a:ext uri="{FF2B5EF4-FFF2-40B4-BE49-F238E27FC236}">
                <a16:creationId xmlns:a16="http://schemas.microsoft.com/office/drawing/2014/main" id="{7742E333-DAE8-AADC-AB85-E09272B827B3}"/>
              </a:ext>
            </a:extLst>
          </p:cNvPr>
          <p:cNvSpPr>
            <a:spLocks noGrp="1" noChangeAspect="1"/>
          </p:cNvSpPr>
          <p:nvPr>
            <p:ph type="pic" sz="quarter" idx="50" hasCustomPrompt="1"/>
          </p:nvPr>
        </p:nvSpPr>
        <p:spPr>
          <a:xfrm>
            <a:off x="3380247" y="1601038"/>
            <a:ext cx="835024" cy="835024"/>
          </a:xfrm>
        </p:spPr>
        <p:txBody>
          <a:bodyPr lIns="144000"/>
          <a:lstStyle>
            <a:lvl1pPr marL="0" indent="0">
              <a:buNone/>
              <a:defRPr sz="1400"/>
            </a:lvl1pPr>
          </a:lstStyle>
          <a:p>
            <a:r>
              <a:rPr lang="en-US"/>
              <a:t>Icon</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3" name="Picture Placeholder 2">
            <a:extLst>
              <a:ext uri="{FF2B5EF4-FFF2-40B4-BE49-F238E27FC236}">
                <a16:creationId xmlns:a16="http://schemas.microsoft.com/office/drawing/2014/main" id="{49D03249-A3CA-5A91-C717-27E68D6F7831}"/>
              </a:ext>
            </a:extLst>
          </p:cNvPr>
          <p:cNvSpPr>
            <a:spLocks noGrp="1" noChangeAspect="1"/>
          </p:cNvSpPr>
          <p:nvPr>
            <p:ph type="pic" sz="quarter" idx="53" hasCustomPrompt="1"/>
          </p:nvPr>
        </p:nvSpPr>
        <p:spPr>
          <a:xfrm>
            <a:off x="6228682" y="1601038"/>
            <a:ext cx="835024" cy="835024"/>
          </a:xfrm>
        </p:spPr>
        <p:txBody>
          <a:bodyPr lIns="144000"/>
          <a:lstStyle>
            <a:lvl1pPr marL="0" indent="0">
              <a:buNone/>
              <a:defRPr sz="1400"/>
            </a:lvl1pPr>
          </a:lstStyle>
          <a:p>
            <a:r>
              <a:rPr lang="en-US"/>
              <a:t>Icon</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6" name="Picture Placeholder 2">
            <a:extLst>
              <a:ext uri="{FF2B5EF4-FFF2-40B4-BE49-F238E27FC236}">
                <a16:creationId xmlns:a16="http://schemas.microsoft.com/office/drawing/2014/main" id="{63A76360-B909-3A81-788A-127C2E0DCFCA}"/>
              </a:ext>
            </a:extLst>
          </p:cNvPr>
          <p:cNvSpPr>
            <a:spLocks noGrp="1" noChangeAspect="1"/>
          </p:cNvSpPr>
          <p:nvPr>
            <p:ph type="pic" sz="quarter" idx="56" hasCustomPrompt="1"/>
          </p:nvPr>
        </p:nvSpPr>
        <p:spPr>
          <a:xfrm>
            <a:off x="9077116" y="1601038"/>
            <a:ext cx="835024" cy="835024"/>
          </a:xfrm>
        </p:spPr>
        <p:txBody>
          <a:bodyPr lIns="144000"/>
          <a:lstStyle>
            <a:lvl1pPr marL="0" indent="0">
              <a:buNone/>
              <a:defRPr sz="1400"/>
            </a:lvl1pPr>
          </a:lstStyle>
          <a:p>
            <a:r>
              <a:rPr lang="en-US"/>
              <a:t>Icon</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2489200"/>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3651121"/>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43" name="TextBox 42">
            <a:extLst>
              <a:ext uri="{FF2B5EF4-FFF2-40B4-BE49-F238E27FC236}">
                <a16:creationId xmlns:a16="http://schemas.microsoft.com/office/drawing/2014/main" id="{8DD74316-A844-569C-270B-D1474492F701}"/>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4" name="Footer Placeholder 129">
            <a:extLst>
              <a:ext uri="{FF2B5EF4-FFF2-40B4-BE49-F238E27FC236}">
                <a16:creationId xmlns:a16="http://schemas.microsoft.com/office/drawing/2014/main" id="{2A766D73-91B7-8864-E5AB-5143C9F52493}"/>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40073257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13">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DF7D16-FB5B-A236-3D0F-5BF142E7C0B8}"/>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Two column layout</a:t>
            </a:r>
            <a:br>
              <a:rPr lang="en-US"/>
            </a:br>
            <a:r>
              <a:rPr lang="en-US"/>
              <a:t>Title 2 lines maximum</a:t>
            </a:r>
            <a:endParaRPr lang="en-CA"/>
          </a:p>
        </p:txBody>
      </p:sp>
      <p:sp>
        <p:nvSpPr>
          <p:cNvPr id="11" name="Text Placeholder 22">
            <a:extLst>
              <a:ext uri="{FF2B5EF4-FFF2-40B4-BE49-F238E27FC236}">
                <a16:creationId xmlns:a16="http://schemas.microsoft.com/office/drawing/2014/main" id="{702446A2-99D5-4B8F-3663-6D6D7C0900E3}"/>
              </a:ext>
            </a:extLst>
          </p:cNvPr>
          <p:cNvSpPr>
            <a:spLocks noGrp="1"/>
          </p:cNvSpPr>
          <p:nvPr>
            <p:ph type="body" sz="quarter" idx="27" hasCustomPrompt="1"/>
          </p:nvPr>
        </p:nvSpPr>
        <p:spPr>
          <a:xfrm>
            <a:off x="531810"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7" name="Text Placeholder 16">
            <a:extLst>
              <a:ext uri="{FF2B5EF4-FFF2-40B4-BE49-F238E27FC236}">
                <a16:creationId xmlns:a16="http://schemas.microsoft.com/office/drawing/2014/main" id="{3A1602AA-A8D3-DBB9-03DE-82B0711162CD}"/>
              </a:ext>
            </a:extLst>
          </p:cNvPr>
          <p:cNvSpPr>
            <a:spLocks noGrp="1"/>
          </p:cNvSpPr>
          <p:nvPr>
            <p:ph type="body" sz="quarter" idx="15" hasCustomPrompt="1"/>
          </p:nvPr>
        </p:nvSpPr>
        <p:spPr>
          <a:xfrm>
            <a:off x="531812"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10" name="Text Placeholder 22">
            <a:extLst>
              <a:ext uri="{FF2B5EF4-FFF2-40B4-BE49-F238E27FC236}">
                <a16:creationId xmlns:a16="http://schemas.microsoft.com/office/drawing/2014/main" id="{5DE8ED68-428F-47DF-6FEA-AE7FB9D8D15D}"/>
              </a:ext>
            </a:extLst>
          </p:cNvPr>
          <p:cNvSpPr>
            <a:spLocks noGrp="1"/>
          </p:cNvSpPr>
          <p:nvPr>
            <p:ph type="body" sz="quarter" idx="34" hasCustomPrompt="1"/>
          </p:nvPr>
        </p:nvSpPr>
        <p:spPr>
          <a:xfrm>
            <a:off x="6240018" y="1706497"/>
            <a:ext cx="5419727" cy="905188"/>
          </a:xfrm>
          <a:prstGeom prst="callout1">
            <a:avLst>
              <a:gd name="adj1" fmla="val 93708"/>
              <a:gd name="adj2" fmla="val -69"/>
              <a:gd name="adj3" fmla="val 93686"/>
              <a:gd name="adj4" fmla="val 11746"/>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2" name="Text Placeholder 16">
            <a:extLst>
              <a:ext uri="{FF2B5EF4-FFF2-40B4-BE49-F238E27FC236}">
                <a16:creationId xmlns:a16="http://schemas.microsoft.com/office/drawing/2014/main" id="{324B9E31-F60C-0248-1D39-D3565D40F967}"/>
              </a:ext>
            </a:extLst>
          </p:cNvPr>
          <p:cNvSpPr>
            <a:spLocks noGrp="1"/>
          </p:cNvSpPr>
          <p:nvPr>
            <p:ph type="body" sz="quarter" idx="35" hasCustomPrompt="1"/>
          </p:nvPr>
        </p:nvSpPr>
        <p:spPr>
          <a:xfrm>
            <a:off x="6240018" y="2868418"/>
            <a:ext cx="5429386" cy="2508379"/>
          </a:xfrm>
        </p:spPr>
        <p:txBody>
          <a:bodyPr wrap="square">
            <a:noAutofit/>
          </a:bodyPr>
          <a:lstStyle>
            <a:lvl1pPr marL="0" indent="0">
              <a:lnSpc>
                <a:spcPct val="100000"/>
              </a:lnSpc>
              <a:spcBef>
                <a:spcPts val="0"/>
              </a:spcBef>
              <a:spcAft>
                <a:spcPts val="400"/>
              </a:spcAft>
              <a:buNone/>
              <a:defRPr lang="en-US" sz="1600" kern="1200" baseline="0" dirty="0">
                <a:solidFill>
                  <a:schemeClr val="tx1"/>
                </a:solidFill>
                <a:latin typeface="+mn-lt"/>
                <a:ea typeface="+mn-ea"/>
                <a:cs typeface="+mn-cs"/>
              </a:defRPr>
            </a:lvl1pPr>
          </a:lstStyle>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endParaRPr lang="en-US"/>
          </a:p>
          <a:p>
            <a:pPr marL="0" lvl="0" indent="0" algn="l" defTabSz="914400" rtl="0" eaLnBrk="1" latinLnBrk="0" hangingPunct="1">
              <a:lnSpc>
                <a:spcPct val="100000"/>
              </a:lnSpc>
              <a:spcBef>
                <a:spcPts val="0"/>
              </a:spcBef>
              <a:spcAft>
                <a:spcPts val="400"/>
              </a:spcAft>
              <a:buClrTx/>
              <a:buFont typeface="Arial" panose="020B0604020202020204" pitchFamily="34" charset="0"/>
              <a:buNone/>
            </a:pPr>
            <a:r>
              <a:rPr lang="en-US" err="1"/>
              <a:t>Pellentesque</a:t>
            </a:r>
            <a:r>
              <a:rPr lang="en-US"/>
              <a:t> habitant </a:t>
            </a:r>
            <a:r>
              <a:rPr lang="en-US" err="1"/>
              <a:t>morbi</a:t>
            </a:r>
            <a:r>
              <a:rPr lang="en-US"/>
              <a:t> </a:t>
            </a:r>
            <a:r>
              <a:rPr lang="en-US" err="1"/>
              <a:t>tristique</a:t>
            </a:r>
            <a:r>
              <a:rPr lang="en-US"/>
              <a:t> </a:t>
            </a:r>
            <a:r>
              <a:rPr lang="en-US" err="1"/>
              <a:t>senectus</a:t>
            </a:r>
            <a:r>
              <a:rPr lang="en-US"/>
              <a:t> et </a:t>
            </a:r>
            <a:r>
              <a:rPr lang="en-US" err="1"/>
              <a:t>netus</a:t>
            </a:r>
            <a:r>
              <a:rPr lang="en-US"/>
              <a:t> et </a:t>
            </a:r>
            <a:r>
              <a:rPr lang="en-US" err="1"/>
              <a:t>malesuada</a:t>
            </a:r>
            <a:r>
              <a:rPr lang="en-US"/>
              <a:t> fames ac </a:t>
            </a:r>
            <a:r>
              <a:rPr lang="en-US" err="1"/>
              <a:t>turpis</a:t>
            </a:r>
            <a:r>
              <a:rPr lang="en-US"/>
              <a:t> </a:t>
            </a:r>
            <a:r>
              <a:rPr lang="en-US" err="1"/>
              <a:t>egestas</a:t>
            </a:r>
            <a:r>
              <a:rPr lang="en-US"/>
              <a:t>. Proin pharetra </a:t>
            </a:r>
            <a:r>
              <a:rPr lang="en-US" err="1"/>
              <a:t>nonummy</a:t>
            </a:r>
            <a:r>
              <a:rPr lang="en-US"/>
              <a:t> </a:t>
            </a:r>
            <a:r>
              <a:rPr lang="en-US" err="1"/>
              <a:t>pede</a:t>
            </a:r>
            <a:r>
              <a:rPr lang="en-US"/>
              <a:t>. </a:t>
            </a:r>
            <a:r>
              <a:rPr lang="en-US" err="1"/>
              <a:t>Mauris</a:t>
            </a:r>
            <a:r>
              <a:rPr lang="en-US"/>
              <a:t> et </a:t>
            </a:r>
            <a:r>
              <a:rPr lang="en-US" err="1"/>
              <a:t>orci</a:t>
            </a:r>
            <a:r>
              <a:rPr lang="en-US"/>
              <a:t>.</a:t>
            </a:r>
          </a:p>
        </p:txBody>
      </p:sp>
      <p:sp>
        <p:nvSpPr>
          <p:cNvPr id="8" name="TextBox 7">
            <a:extLst>
              <a:ext uri="{FF2B5EF4-FFF2-40B4-BE49-F238E27FC236}">
                <a16:creationId xmlns:a16="http://schemas.microsoft.com/office/drawing/2014/main" id="{CF7EAD4E-C8E6-AFF6-8449-D420EB1E00F4}"/>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9" name="Footer Placeholder 129">
            <a:extLst>
              <a:ext uri="{FF2B5EF4-FFF2-40B4-BE49-F238E27FC236}">
                <a16:creationId xmlns:a16="http://schemas.microsoft.com/office/drawing/2014/main" id="{4A18661E-3D1B-7B88-6D7C-8629F6FA3573}"/>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9920376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ree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2588C0-C7B7-463F-660E-0A4A3FD24785}"/>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Three column layout</a:t>
            </a:r>
            <a:br>
              <a:rPr lang="en-US"/>
            </a:br>
            <a:r>
              <a:rPr lang="en-US"/>
              <a:t>Title 2 lines maximum</a:t>
            </a:r>
            <a:endParaRPr lang="en-CA"/>
          </a:p>
        </p:txBody>
      </p:sp>
      <p:sp>
        <p:nvSpPr>
          <p:cNvPr id="4" name="Text Placeholder 22">
            <a:extLst>
              <a:ext uri="{FF2B5EF4-FFF2-40B4-BE49-F238E27FC236}">
                <a16:creationId xmlns:a16="http://schemas.microsoft.com/office/drawing/2014/main" id="{2FEE1995-5EE6-B782-1270-FC8C30634C1A}"/>
              </a:ext>
            </a:extLst>
          </p:cNvPr>
          <p:cNvSpPr>
            <a:spLocks noGrp="1"/>
          </p:cNvSpPr>
          <p:nvPr>
            <p:ph type="body" sz="quarter" idx="27" hasCustomPrompt="1"/>
          </p:nvPr>
        </p:nvSpPr>
        <p:spPr>
          <a:xfrm>
            <a:off x="5318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9" name="Text Placeholder 16">
            <a:extLst>
              <a:ext uri="{FF2B5EF4-FFF2-40B4-BE49-F238E27FC236}">
                <a16:creationId xmlns:a16="http://schemas.microsoft.com/office/drawing/2014/main" id="{8BF3CDFB-3035-1906-627F-169A0AFF5852}"/>
              </a:ext>
            </a:extLst>
          </p:cNvPr>
          <p:cNvSpPr>
            <a:spLocks noGrp="1"/>
          </p:cNvSpPr>
          <p:nvPr>
            <p:ph type="body" sz="quarter" idx="15" hasCustomPrompt="1"/>
          </p:nvPr>
        </p:nvSpPr>
        <p:spPr>
          <a:xfrm>
            <a:off x="531810"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C049CEBE-00B0-C726-8F2E-0374ECA4E1F3}"/>
              </a:ext>
            </a:extLst>
          </p:cNvPr>
          <p:cNvSpPr>
            <a:spLocks noGrp="1"/>
          </p:cNvSpPr>
          <p:nvPr>
            <p:ph type="body" sz="quarter" idx="46" hasCustomPrompt="1"/>
          </p:nvPr>
        </p:nvSpPr>
        <p:spPr>
          <a:xfrm>
            <a:off x="43407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E84FC6FD-2A43-99CF-82C5-D98E826A76B7}"/>
              </a:ext>
            </a:extLst>
          </p:cNvPr>
          <p:cNvSpPr>
            <a:spLocks noGrp="1"/>
          </p:cNvSpPr>
          <p:nvPr>
            <p:ph type="body" sz="quarter" idx="47" hasCustomPrompt="1"/>
          </p:nvPr>
        </p:nvSpPr>
        <p:spPr>
          <a:xfrm>
            <a:off x="43407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30" name="Text Placeholder 22">
            <a:extLst>
              <a:ext uri="{FF2B5EF4-FFF2-40B4-BE49-F238E27FC236}">
                <a16:creationId xmlns:a16="http://schemas.microsoft.com/office/drawing/2014/main" id="{6EC19D9F-705A-74B6-9EBB-9D9565620413}"/>
              </a:ext>
            </a:extLst>
          </p:cNvPr>
          <p:cNvSpPr>
            <a:spLocks noGrp="1"/>
          </p:cNvSpPr>
          <p:nvPr>
            <p:ph type="body" sz="quarter" idx="49" hasCustomPrompt="1"/>
          </p:nvPr>
        </p:nvSpPr>
        <p:spPr>
          <a:xfrm>
            <a:off x="8149611" y="1706497"/>
            <a:ext cx="3526452" cy="905188"/>
          </a:xfrm>
          <a:prstGeom prst="callout1">
            <a:avLst>
              <a:gd name="adj1" fmla="val 93708"/>
              <a:gd name="adj2" fmla="val -69"/>
              <a:gd name="adj3" fmla="val 93686"/>
              <a:gd name="adj4" fmla="val 18048"/>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31" name="Text Placeholder 16">
            <a:extLst>
              <a:ext uri="{FF2B5EF4-FFF2-40B4-BE49-F238E27FC236}">
                <a16:creationId xmlns:a16="http://schemas.microsoft.com/office/drawing/2014/main" id="{AA3A1BDB-11C1-E45D-35EC-D8FEC9CEDC61}"/>
              </a:ext>
            </a:extLst>
          </p:cNvPr>
          <p:cNvSpPr>
            <a:spLocks noGrp="1"/>
          </p:cNvSpPr>
          <p:nvPr>
            <p:ph type="body" sz="quarter" idx="50" hasCustomPrompt="1"/>
          </p:nvPr>
        </p:nvSpPr>
        <p:spPr>
          <a:xfrm>
            <a:off x="8149611" y="2868418"/>
            <a:ext cx="3526452" cy="2508379"/>
          </a:xfrm>
        </p:spPr>
        <p:txBody>
          <a:bodyPr wrap="square" rIns="0">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6" name="TextBox 5">
            <a:extLst>
              <a:ext uri="{FF2B5EF4-FFF2-40B4-BE49-F238E27FC236}">
                <a16:creationId xmlns:a16="http://schemas.microsoft.com/office/drawing/2014/main" id="{82DCB28E-68DE-17ED-C9B8-E6FF6EACCE7A}"/>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26" name="Footer Placeholder 129">
            <a:extLst>
              <a:ext uri="{FF2B5EF4-FFF2-40B4-BE49-F238E27FC236}">
                <a16:creationId xmlns:a16="http://schemas.microsoft.com/office/drawing/2014/main" id="{9180D2B5-B1C4-633A-A68E-3649813F0AA4}"/>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Tree>
    <p:extLst>
      <p:ext uri="{BB962C8B-B14F-4D97-AF65-F5344CB8AC3E}">
        <p14:creationId xmlns:p14="http://schemas.microsoft.com/office/powerpoint/2010/main" val="29040149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Four Column_Light Grey (No Icon)">
    <p:bg>
      <p:bgPr>
        <a:solidFill>
          <a:srgbClr val="EFF1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38272A-C799-49AB-5578-B5089BEC1D22}"/>
              </a:ext>
            </a:extLst>
          </p:cNvPr>
          <p:cNvSpPr>
            <a:spLocks noGrp="1"/>
          </p:cNvSpPr>
          <p:nvPr>
            <p:ph type="title" hasCustomPrompt="1"/>
          </p:nvPr>
        </p:nvSpPr>
        <p:spPr>
          <a:xfrm>
            <a:off x="515938" y="628016"/>
            <a:ext cx="11160126" cy="647700"/>
          </a:xfrm>
        </p:spPr>
        <p:txBody>
          <a:bodyPr/>
          <a:lstStyle>
            <a:lvl1pPr algn="l" defTabSz="914400" rtl="0" eaLnBrk="1" latinLnBrk="0" hangingPunct="1">
              <a:lnSpc>
                <a:spcPct val="85000"/>
              </a:lnSpc>
              <a:spcBef>
                <a:spcPct val="0"/>
              </a:spcBef>
              <a:buNone/>
              <a:defRPr lang="en-CA" sz="2800" kern="2000" spc="-50" baseline="0" dirty="0">
                <a:solidFill>
                  <a:schemeClr val="accent1"/>
                </a:solidFill>
                <a:latin typeface="+mj-lt"/>
                <a:ea typeface="+mj-ea"/>
                <a:cs typeface="+mj-cs"/>
              </a:defRPr>
            </a:lvl1pPr>
          </a:lstStyle>
          <a:p>
            <a:r>
              <a:rPr lang="en-US"/>
              <a:t>Four column layout</a:t>
            </a:r>
            <a:br>
              <a:rPr lang="en-US"/>
            </a:br>
            <a:r>
              <a:rPr lang="en-US"/>
              <a:t>Title 2 lines maximum</a:t>
            </a:r>
            <a:endParaRPr lang="en-CA"/>
          </a:p>
        </p:txBody>
      </p:sp>
      <p:sp>
        <p:nvSpPr>
          <p:cNvPr id="15" name="Text Placeholder 22">
            <a:extLst>
              <a:ext uri="{FF2B5EF4-FFF2-40B4-BE49-F238E27FC236}">
                <a16:creationId xmlns:a16="http://schemas.microsoft.com/office/drawing/2014/main" id="{AEE4CF8C-958F-1DA4-CCF7-D6B890C89A2E}"/>
              </a:ext>
            </a:extLst>
          </p:cNvPr>
          <p:cNvSpPr>
            <a:spLocks noGrp="1"/>
          </p:cNvSpPr>
          <p:nvPr>
            <p:ph type="body" sz="quarter" idx="27" hasCustomPrompt="1"/>
          </p:nvPr>
        </p:nvSpPr>
        <p:spPr>
          <a:xfrm>
            <a:off x="531811"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6" name="Text Placeholder 16">
            <a:extLst>
              <a:ext uri="{FF2B5EF4-FFF2-40B4-BE49-F238E27FC236}">
                <a16:creationId xmlns:a16="http://schemas.microsoft.com/office/drawing/2014/main" id="{C89C7762-ACFA-1003-9A99-7D48D68F547F}"/>
              </a:ext>
            </a:extLst>
          </p:cNvPr>
          <p:cNvSpPr>
            <a:spLocks noGrp="1"/>
          </p:cNvSpPr>
          <p:nvPr>
            <p:ph type="body" sz="quarter" idx="15" hasCustomPrompt="1"/>
          </p:nvPr>
        </p:nvSpPr>
        <p:spPr>
          <a:xfrm>
            <a:off x="53181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18" name="Text Placeholder 22">
            <a:extLst>
              <a:ext uri="{FF2B5EF4-FFF2-40B4-BE49-F238E27FC236}">
                <a16:creationId xmlns:a16="http://schemas.microsoft.com/office/drawing/2014/main" id="{DE030996-68A3-8AC0-F998-9C4EF4AE6C2B}"/>
              </a:ext>
            </a:extLst>
          </p:cNvPr>
          <p:cNvSpPr>
            <a:spLocks noGrp="1"/>
          </p:cNvSpPr>
          <p:nvPr>
            <p:ph type="body" sz="quarter" idx="51" hasCustomPrompt="1"/>
          </p:nvPr>
        </p:nvSpPr>
        <p:spPr>
          <a:xfrm>
            <a:off x="3380247"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19" name="Text Placeholder 16">
            <a:extLst>
              <a:ext uri="{FF2B5EF4-FFF2-40B4-BE49-F238E27FC236}">
                <a16:creationId xmlns:a16="http://schemas.microsoft.com/office/drawing/2014/main" id="{5C7E2214-9452-F487-B334-F6CDE12C5733}"/>
              </a:ext>
            </a:extLst>
          </p:cNvPr>
          <p:cNvSpPr>
            <a:spLocks noGrp="1"/>
          </p:cNvSpPr>
          <p:nvPr>
            <p:ph type="body" sz="quarter" idx="52" hasCustomPrompt="1"/>
          </p:nvPr>
        </p:nvSpPr>
        <p:spPr>
          <a:xfrm>
            <a:off x="3380247"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4" name="Text Placeholder 22">
            <a:extLst>
              <a:ext uri="{FF2B5EF4-FFF2-40B4-BE49-F238E27FC236}">
                <a16:creationId xmlns:a16="http://schemas.microsoft.com/office/drawing/2014/main" id="{31B9C0A0-95B0-2824-2407-CDDC04E197D9}"/>
              </a:ext>
            </a:extLst>
          </p:cNvPr>
          <p:cNvSpPr>
            <a:spLocks noGrp="1"/>
          </p:cNvSpPr>
          <p:nvPr>
            <p:ph type="body" sz="quarter" idx="54" hasCustomPrompt="1"/>
          </p:nvPr>
        </p:nvSpPr>
        <p:spPr>
          <a:xfrm>
            <a:off x="6228682"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5" name="Text Placeholder 16">
            <a:extLst>
              <a:ext uri="{FF2B5EF4-FFF2-40B4-BE49-F238E27FC236}">
                <a16:creationId xmlns:a16="http://schemas.microsoft.com/office/drawing/2014/main" id="{06A24B55-C38A-D8B1-E30C-791BAA94A209}"/>
              </a:ext>
            </a:extLst>
          </p:cNvPr>
          <p:cNvSpPr>
            <a:spLocks noGrp="1"/>
          </p:cNvSpPr>
          <p:nvPr>
            <p:ph type="body" sz="quarter" idx="55" hasCustomPrompt="1"/>
          </p:nvPr>
        </p:nvSpPr>
        <p:spPr>
          <a:xfrm>
            <a:off x="6228682"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7" name="Text Placeholder 22">
            <a:extLst>
              <a:ext uri="{FF2B5EF4-FFF2-40B4-BE49-F238E27FC236}">
                <a16:creationId xmlns:a16="http://schemas.microsoft.com/office/drawing/2014/main" id="{F9D38BEA-1CE5-A003-B905-BF200D6A8C57}"/>
              </a:ext>
            </a:extLst>
          </p:cNvPr>
          <p:cNvSpPr>
            <a:spLocks noGrp="1"/>
          </p:cNvSpPr>
          <p:nvPr>
            <p:ph type="body" sz="quarter" idx="57" hasCustomPrompt="1"/>
          </p:nvPr>
        </p:nvSpPr>
        <p:spPr>
          <a:xfrm>
            <a:off x="9077115" y="1706497"/>
            <a:ext cx="2595589" cy="905188"/>
          </a:xfrm>
          <a:prstGeom prst="callout1">
            <a:avLst>
              <a:gd name="adj1" fmla="val 93708"/>
              <a:gd name="adj2" fmla="val -69"/>
              <a:gd name="adj3" fmla="val 93686"/>
              <a:gd name="adj4" fmla="val 24531"/>
            </a:avLst>
          </a:prstGeom>
          <a:ln w="31750">
            <a:solidFill>
              <a:schemeClr val="accent1"/>
            </a:solidFill>
          </a:ln>
        </p:spPr>
        <p:txBody>
          <a:bodyPr wrap="square" bIns="180000" anchor="b">
            <a:noAutofit/>
          </a:bodyPr>
          <a:lstStyle>
            <a:lvl1pPr marL="0" indent="0">
              <a:lnSpc>
                <a:spcPct val="85000"/>
              </a:lnSpc>
              <a:spcBef>
                <a:spcPts val="0"/>
              </a:spcBef>
              <a:spcAft>
                <a:spcPts val="0"/>
              </a:spcAft>
              <a:buNone/>
              <a:defRPr lang="en-US" sz="2200" kern="1200" spc="-20" baseline="0" dirty="0">
                <a:solidFill>
                  <a:schemeClr val="accent1"/>
                </a:solidFill>
                <a:latin typeface="+mj-lt"/>
                <a:ea typeface="+mn-ea"/>
                <a:cs typeface="+mn-cs"/>
              </a:defRPr>
            </a:lvl1pPr>
          </a:lstStyle>
          <a:p>
            <a:pPr marL="0" lvl="0" indent="0" algn="l" defTabSz="914400" rtl="0" eaLnBrk="1" latinLnBrk="0" hangingPunct="1">
              <a:lnSpc>
                <a:spcPct val="85000"/>
              </a:lnSpc>
              <a:spcBef>
                <a:spcPts val="0"/>
              </a:spcBef>
              <a:spcAft>
                <a:spcPts val="0"/>
              </a:spcAft>
              <a:buClrTx/>
              <a:buFont typeface="Arial" panose="020B0604020202020204" pitchFamily="34" charset="0"/>
              <a:buNone/>
            </a:pPr>
            <a:r>
              <a:rPr lang="en-US"/>
              <a:t>Column header</a:t>
            </a:r>
            <a:br>
              <a:rPr lang="en-US"/>
            </a:br>
            <a:r>
              <a:rPr lang="en-US"/>
              <a:t>2 lines maximum</a:t>
            </a:r>
          </a:p>
        </p:txBody>
      </p:sp>
      <p:sp>
        <p:nvSpPr>
          <p:cNvPr id="28" name="Text Placeholder 16">
            <a:extLst>
              <a:ext uri="{FF2B5EF4-FFF2-40B4-BE49-F238E27FC236}">
                <a16:creationId xmlns:a16="http://schemas.microsoft.com/office/drawing/2014/main" id="{90607619-F41E-DC0E-B3A9-CD8AF2A58A9E}"/>
              </a:ext>
            </a:extLst>
          </p:cNvPr>
          <p:cNvSpPr>
            <a:spLocks noGrp="1"/>
          </p:cNvSpPr>
          <p:nvPr>
            <p:ph type="body" sz="quarter" idx="58" hasCustomPrompt="1"/>
          </p:nvPr>
        </p:nvSpPr>
        <p:spPr>
          <a:xfrm>
            <a:off x="9077116" y="2868418"/>
            <a:ext cx="2595589" cy="2514729"/>
          </a:xfrm>
        </p:spPr>
        <p:txBody>
          <a:bodyPr wrap="square">
            <a:noAutofit/>
          </a:bodyPr>
          <a:lstStyle>
            <a:lvl1pPr marL="0" indent="0">
              <a:lnSpc>
                <a:spcPct val="100000"/>
              </a:lnSpc>
              <a:spcBef>
                <a:spcPts val="0"/>
              </a:spcBef>
              <a:spcAft>
                <a:spcPts val="400"/>
              </a:spcAft>
              <a:buNone/>
              <a:defRPr sz="1600">
                <a:solidFill>
                  <a:schemeClr val="tx1"/>
                </a:solidFill>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
        <p:nvSpPr>
          <p:cNvPr id="23" name="TextBox 22">
            <a:extLst>
              <a:ext uri="{FF2B5EF4-FFF2-40B4-BE49-F238E27FC236}">
                <a16:creationId xmlns:a16="http://schemas.microsoft.com/office/drawing/2014/main" id="{3F502AA4-E810-807B-C0C9-7B66B0741DC4}"/>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26" name="Footer Placeholder 129">
            <a:extLst>
              <a:ext uri="{FF2B5EF4-FFF2-40B4-BE49-F238E27FC236}">
                <a16:creationId xmlns:a16="http://schemas.microsoft.com/office/drawing/2014/main" id="{BF7FD379-F06A-A011-040E-358109DA4B98}"/>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
        <p:nvSpPr>
          <p:cNvPr id="2" name="Rechteck 1" descr="{&quot;templafy&quot;:{&quot;id&quot;:&quot;d5969d2b-1709-4577-b20f-4f16a0fb7b41&quot;}}">
            <a:extLst>
              <a:ext uri="{FF2B5EF4-FFF2-40B4-BE49-F238E27FC236}">
                <a16:creationId xmlns:a16="http://schemas.microsoft.com/office/drawing/2014/main" id="{696D1BDF-AA1A-D340-CC1B-1AC1A096D00F}"/>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kumimoji="0" lang="en-GB" sz="800" b="0" i="0" u="none" strike="noStrike" kern="0" cap="none" spc="0" normalizeH="0" baseline="0" noProof="0">
                <a:ln>
                  <a:noFill/>
                </a:ln>
                <a:solidFill>
                  <a:schemeClr val="accent6">
                    <a:lumMod val="50000"/>
                  </a:schemeClr>
                </a:solidFill>
                <a:effectLst/>
                <a:uLnTx/>
                <a:uFillTx/>
              </a:rPr>
              <a:t>Confidential - Qualcomm Technologies, Inc. and/or its affiliated companies - May Contain Trade Secrets</a:t>
            </a:r>
          </a:p>
        </p:txBody>
      </p:sp>
    </p:spTree>
    <p:extLst>
      <p:ext uri="{BB962C8B-B14F-4D97-AF65-F5344CB8AC3E}">
        <p14:creationId xmlns:p14="http://schemas.microsoft.com/office/powerpoint/2010/main" val="23815010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Quote_Grey">
    <p:bg>
      <p:bgPr>
        <a:solidFill>
          <a:srgbClr val="EFF1F5"/>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0B91DB79-E2AC-CE2B-5FAE-BEC630409992}"/>
              </a:ext>
            </a:extLst>
          </p:cNvPr>
          <p:cNvSpPr>
            <a:spLocks noGrp="1"/>
          </p:cNvSpPr>
          <p:nvPr>
            <p:ph type="title" hasCustomPrompt="1"/>
          </p:nvPr>
        </p:nvSpPr>
        <p:spPr>
          <a:xfrm>
            <a:off x="531812" y="1196975"/>
            <a:ext cx="11144251" cy="3616325"/>
          </a:xfrm>
        </p:spPr>
        <p:txBody>
          <a:bodyPr anchor="ctr"/>
          <a:lstStyle>
            <a:lvl1pPr marL="0" marR="0" indent="0" algn="ctr" defTabSz="914400" rtl="0" eaLnBrk="1" fontAlgn="auto" latinLnBrk="0" hangingPunct="1">
              <a:lnSpc>
                <a:spcPct val="84000"/>
              </a:lnSpc>
              <a:spcBef>
                <a:spcPct val="0"/>
              </a:spcBef>
              <a:spcAft>
                <a:spcPts val="0"/>
              </a:spcAft>
              <a:buClrTx/>
              <a:buSzTx/>
              <a:buFontTx/>
              <a:buNone/>
              <a:tabLst/>
              <a:defRPr sz="5500">
                <a:solidFill>
                  <a:schemeClr val="accent1"/>
                </a:solidFill>
              </a:defRPr>
            </a:lvl1pPr>
          </a:lstStyle>
          <a:p>
            <a:r>
              <a:rPr lang="en-US"/>
              <a:t>Quote 4 lines maximum. </a:t>
            </a:r>
            <a:br>
              <a:rPr lang="en-US"/>
            </a:b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laoreet</a:t>
            </a:r>
            <a:r>
              <a:rPr lang="en-US"/>
              <a:t> </a:t>
            </a:r>
            <a:r>
              <a:rPr lang="en-US" err="1"/>
              <a:t>venenatis</a:t>
            </a:r>
            <a:r>
              <a:rPr lang="en-US"/>
              <a:t> </a:t>
            </a:r>
            <a:r>
              <a:rPr lang="en-US" err="1"/>
              <a:t>urna</a:t>
            </a:r>
            <a:r>
              <a:rPr lang="en-US"/>
              <a:t>, in </a:t>
            </a:r>
            <a:r>
              <a:rPr lang="en-US" err="1"/>
              <a:t>vehicula</a:t>
            </a:r>
            <a:r>
              <a:rPr lang="en-US"/>
              <a:t> mi.</a:t>
            </a:r>
          </a:p>
        </p:txBody>
      </p:sp>
      <p:sp>
        <p:nvSpPr>
          <p:cNvPr id="13" name="Text Placeholder 22">
            <a:extLst>
              <a:ext uri="{FF2B5EF4-FFF2-40B4-BE49-F238E27FC236}">
                <a16:creationId xmlns:a16="http://schemas.microsoft.com/office/drawing/2014/main" id="{84EB628F-8E06-31E6-5105-B798681A887F}"/>
              </a:ext>
            </a:extLst>
          </p:cNvPr>
          <p:cNvSpPr>
            <a:spLocks noGrp="1"/>
          </p:cNvSpPr>
          <p:nvPr>
            <p:ph type="body" sz="quarter" idx="13" hasCustomPrompt="1"/>
          </p:nvPr>
        </p:nvSpPr>
        <p:spPr>
          <a:xfrm>
            <a:off x="531811" y="5053746"/>
            <a:ext cx="11144252" cy="1112104"/>
          </a:xfrm>
        </p:spPr>
        <p:txBody>
          <a:bodyPr wrap="square" anchor="b">
            <a:noAutofit/>
          </a:bodyPr>
          <a:lstStyle>
            <a:lvl1pPr marL="0" indent="0" algn="ctr">
              <a:buNone/>
              <a:defRPr lang="en-US" sz="2800" kern="1200" spc="-50" baseline="0" dirty="0">
                <a:solidFill>
                  <a:schemeClr val="tx2"/>
                </a:solidFill>
                <a:latin typeface="+mj-lt"/>
                <a:ea typeface="+mn-ea"/>
                <a:cs typeface="+mn-cs"/>
              </a:defRPr>
            </a:lvl1pPr>
          </a:lstStyle>
          <a:p>
            <a:pPr lvl="0"/>
            <a:r>
              <a:rPr lang="en-US"/>
              <a:t>Quote attribution</a:t>
            </a:r>
          </a:p>
        </p:txBody>
      </p:sp>
      <p:sp>
        <p:nvSpPr>
          <p:cNvPr id="2" name="TextBox 1">
            <a:extLst>
              <a:ext uri="{FF2B5EF4-FFF2-40B4-BE49-F238E27FC236}">
                <a16:creationId xmlns:a16="http://schemas.microsoft.com/office/drawing/2014/main" id="{522BFCA1-F246-C9AB-5FE8-80EB376996F6}"/>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5" name="Footer Placeholder 129">
            <a:extLst>
              <a:ext uri="{FF2B5EF4-FFF2-40B4-BE49-F238E27FC236}">
                <a16:creationId xmlns:a16="http://schemas.microsoft.com/office/drawing/2014/main" id="{5845E94C-821C-71B5-4ADB-28CFB5B21B55}"/>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
        <p:nvSpPr>
          <p:cNvPr id="3" name="Rechteck 1" descr="{&quot;templafy&quot;:{&quot;id&quot;:&quot;46c0b4fa-d44a-4b58-9168-911c17df5c40&quot;}}">
            <a:extLst>
              <a:ext uri="{FF2B5EF4-FFF2-40B4-BE49-F238E27FC236}">
                <a16:creationId xmlns:a16="http://schemas.microsoft.com/office/drawing/2014/main" id="{C376557E-A94C-C9DE-2FAA-B06AA633504F}"/>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595074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Content_Grey">
    <p:bg>
      <p:bgPr>
        <a:solidFill>
          <a:srgbClr val="EFF1F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9A068E-DD81-79DA-7D48-B71CE54F76C6}"/>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 name="Footer Placeholder 129">
            <a:extLst>
              <a:ext uri="{FF2B5EF4-FFF2-40B4-BE49-F238E27FC236}">
                <a16:creationId xmlns:a16="http://schemas.microsoft.com/office/drawing/2014/main" id="{30FFA0C4-2C24-DFED-6088-5A8448100AAF}"/>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
        <p:nvSpPr>
          <p:cNvPr id="5" name="Title 2">
            <a:extLst>
              <a:ext uri="{FF2B5EF4-FFF2-40B4-BE49-F238E27FC236}">
                <a16:creationId xmlns:a16="http://schemas.microsoft.com/office/drawing/2014/main" id="{68B7F7FF-CA46-87CD-8D25-85A71A724A8E}"/>
              </a:ext>
            </a:extLst>
          </p:cNvPr>
          <p:cNvSpPr>
            <a:spLocks noGrp="1"/>
          </p:cNvSpPr>
          <p:nvPr>
            <p:ph type="title" hasCustomPrompt="1"/>
          </p:nvPr>
        </p:nvSpPr>
        <p:spPr>
          <a:xfrm>
            <a:off x="515938" y="628016"/>
            <a:ext cx="11160126" cy="647700"/>
          </a:xfrm>
        </p:spPr>
        <p:txBody>
          <a:bodyPr/>
          <a:lstStyle>
            <a:lvl1pPr>
              <a:lnSpc>
                <a:spcPct val="85000"/>
              </a:lnSpc>
              <a:defRPr>
                <a:solidFill>
                  <a:schemeClr val="accent1"/>
                </a:solidFill>
              </a:defRPr>
            </a:lvl1pPr>
          </a:lstStyle>
          <a:p>
            <a:r>
              <a:rPr lang="en-US"/>
              <a:t>Title + Content layout</a:t>
            </a:r>
            <a:br>
              <a:rPr lang="en-US"/>
            </a:br>
            <a:r>
              <a:rPr lang="en-US"/>
              <a:t>Title 2 lines maximum</a:t>
            </a:r>
            <a:endParaRPr lang="en-CA"/>
          </a:p>
        </p:txBody>
      </p:sp>
      <p:sp>
        <p:nvSpPr>
          <p:cNvPr id="7" name="Text Placeholder 3">
            <a:extLst>
              <a:ext uri="{FF2B5EF4-FFF2-40B4-BE49-F238E27FC236}">
                <a16:creationId xmlns:a16="http://schemas.microsoft.com/office/drawing/2014/main" id="{1EE7ADE6-ED64-BBC9-C962-023B1C89DB66}"/>
              </a:ext>
            </a:extLst>
          </p:cNvPr>
          <p:cNvSpPr>
            <a:spLocks noGrp="1"/>
          </p:cNvSpPr>
          <p:nvPr>
            <p:ph idx="1" hasCustomPrompt="1"/>
          </p:nvPr>
        </p:nvSpPr>
        <p:spPr>
          <a:xfrm>
            <a:off x="515938" y="1820860"/>
            <a:ext cx="11160126"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8" name="Text Placeholder 4">
            <a:extLst>
              <a:ext uri="{FF2B5EF4-FFF2-40B4-BE49-F238E27FC236}">
                <a16:creationId xmlns:a16="http://schemas.microsoft.com/office/drawing/2014/main" id="{AB79ACF9-696E-7CB7-114E-4D6447E904CC}"/>
              </a:ext>
            </a:extLst>
          </p:cNvPr>
          <p:cNvSpPr>
            <a:spLocks noGrp="1"/>
          </p:cNvSpPr>
          <p:nvPr>
            <p:ph type="body" sz="quarter" idx="11" hasCustomPrompt="1"/>
          </p:nvPr>
        </p:nvSpPr>
        <p:spPr>
          <a:xfrm>
            <a:off x="515938" y="1387475"/>
            <a:ext cx="11160125" cy="233910"/>
          </a:xfrm>
        </p:spPr>
        <p:txBody>
          <a:bodyPr>
            <a:spAutoFit/>
          </a:bodyPr>
          <a:lstStyle>
            <a:lvl1pPr marL="0" indent="0">
              <a:buNone/>
              <a:defRPr lang="en-US" sz="1600" kern="1200" dirty="0">
                <a:solidFill>
                  <a:schemeClr val="dk1"/>
                </a:solidFill>
                <a:latin typeface="+mn-lt"/>
                <a:ea typeface="+mn-ea"/>
                <a:cs typeface="+mn-cs"/>
              </a:defRPr>
            </a:lvl1pPr>
          </a:lstStyle>
          <a:p>
            <a:pPr lvl="0"/>
            <a:r>
              <a:rPr lang="en-US" err="1"/>
              <a:t>Subheader</a:t>
            </a:r>
            <a:endParaRPr lang="en-US"/>
          </a:p>
        </p:txBody>
      </p:sp>
      <p:sp>
        <p:nvSpPr>
          <p:cNvPr id="3" name="Rechteck 1" descr="{&quot;templafy&quot;:{&quot;id&quot;:&quot;dcc50247-6bc3-431d-b2c6-aef6448a62ac&quot;}}">
            <a:extLst>
              <a:ext uri="{FF2B5EF4-FFF2-40B4-BE49-F238E27FC236}">
                <a16:creationId xmlns:a16="http://schemas.microsoft.com/office/drawing/2014/main" id="{F865F162-131D-B755-0CD0-7EAEE3F59E2C}"/>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42500220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50/50 Title+Content_Grey">
    <p:bg>
      <p:bgPr>
        <a:solidFill>
          <a:srgbClr val="EFF1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bg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5065712" cy="647700"/>
          </a:xfrm>
        </p:spPr>
        <p:txBody>
          <a:bodyPr/>
          <a:lstStyle>
            <a:lvl1pPr>
              <a:lnSpc>
                <a:spcPct val="85000"/>
              </a:lnSpc>
              <a:defRPr>
                <a:solidFill>
                  <a:schemeClr val="accent1"/>
                </a:solidFill>
              </a:defRPr>
            </a:lvl1pPr>
          </a:lstStyle>
          <a:p>
            <a:r>
              <a:rPr lang="en-US"/>
              <a:t>50/50 Title + Content</a:t>
            </a:r>
            <a:br>
              <a:rPr lang="en-US"/>
            </a:br>
            <a:r>
              <a:rPr lang="en-US"/>
              <a:t>Title 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5065711" cy="118174"/>
          </a:xfrm>
        </p:spPr>
        <p:txBody>
          <a:bodyPr/>
          <a:lstStyle>
            <a:lvl1pPr>
              <a:defRPr>
                <a:solidFill>
                  <a:schemeClr val="accent6">
                    <a:lumMod val="50000"/>
                  </a:schemeClr>
                </a:solidFill>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5065712"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5065712" cy="233910"/>
          </a:xfrm>
        </p:spPr>
        <p:txBody>
          <a:bodyPr wrap="square">
            <a:spAutoFit/>
          </a:bodyPr>
          <a:lstStyle>
            <a:lvl1pPr marL="0" indent="0">
              <a:buNone/>
              <a:defRPr lang="en-US" sz="1600" kern="1200" dirty="0">
                <a:solidFill>
                  <a:schemeClr val="dk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bg1"/>
                </a:solidFill>
                <a:latin typeface="+mn-lt"/>
                <a:ea typeface="+mn-ea"/>
                <a:cs typeface="+mn-cs"/>
              </a:rPr>
              <a:pPr marL="0" lvl="0" algn="l" defTabSz="914400" rtl="0" eaLnBrk="1" latinLnBrk="0" hangingPunct="1">
                <a:lnSpc>
                  <a:spcPct val="125000"/>
                </a:lnSpc>
              </a:pPr>
              <a:t>‹#›</a:t>
            </a:fld>
            <a:endParaRPr lang="en-US" sz="800" kern="1200">
              <a:solidFill>
                <a:schemeClr val="bg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6611936" y="628017"/>
            <a:ext cx="5065200"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bg1"/>
                </a:solidFill>
                <a:latin typeface="+mj-lt"/>
                <a:ea typeface="+mj-ea"/>
                <a:cs typeface="+mj-cs"/>
              </a:defRPr>
            </a:lvl1pPr>
          </a:lstStyle>
          <a:p>
            <a:pPr lvl="0"/>
            <a:r>
              <a:rPr lang="en-US"/>
              <a:t>50/50 Title + Content</a:t>
            </a:r>
            <a:br>
              <a:rPr lang="en-US"/>
            </a:br>
            <a:r>
              <a:rPr lang="en-US"/>
              <a:t>Title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6611937" y="1820860"/>
            <a:ext cx="5065200" cy="4344989"/>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6611937" y="1387475"/>
            <a:ext cx="5065200" cy="233910"/>
          </a:xfrm>
        </p:spPr>
        <p:txBody>
          <a:bodyPr wrap="square">
            <a:spAutoFit/>
          </a:bodyPr>
          <a:lstStyle>
            <a:lvl1pPr marL="0" indent="0">
              <a:buNone/>
              <a:defRPr lang="en-US" sz="1600" kern="1200" dirty="0">
                <a:solidFill>
                  <a:schemeClr val="bg1"/>
                </a:solidFill>
                <a:latin typeface="+mn-lt"/>
                <a:ea typeface="+mn-ea"/>
                <a:cs typeface="+mn-cs"/>
              </a:defRPr>
            </a:lvl1pPr>
          </a:lstStyle>
          <a:p>
            <a:pPr lvl="0"/>
            <a:r>
              <a:rPr lang="en-US" err="1"/>
              <a:t>Subheader</a:t>
            </a:r>
            <a:endParaRPr lang="en-US"/>
          </a:p>
        </p:txBody>
      </p:sp>
      <p:sp>
        <p:nvSpPr>
          <p:cNvPr id="7" name="Rechteck 1" descr="{&quot;templafy&quot;:{&quot;id&quot;:&quot;814aa0f6-11f7-4da6-b507-4650165d3e95&quot;}}">
            <a:extLst>
              <a:ext uri="{FF2B5EF4-FFF2-40B4-BE49-F238E27FC236}">
                <a16:creationId xmlns:a16="http://schemas.microsoft.com/office/drawing/2014/main" id="{6F1114B3-2AD7-F5CA-345C-652163272065}"/>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EFF1F5"/>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8975118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840">
          <p15:clr>
            <a:srgbClr val="FBAE40"/>
          </p15:clr>
        </p15:guide>
        <p15:guide id="2" pos="4165">
          <p15:clr>
            <a:srgbClr val="FBAE40"/>
          </p15:clr>
        </p15:guide>
        <p15:guide id="3" pos="351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2/1 Title+Content_Grey">
    <p:bg>
      <p:bgPr>
        <a:solidFill>
          <a:srgbClr val="EFF1F5"/>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CC7DB58-AE4B-237F-9A89-82A8C6785EA1}"/>
              </a:ext>
            </a:extLst>
          </p:cNvPr>
          <p:cNvSpPr/>
          <p:nvPr userDrawn="1"/>
        </p:nvSpPr>
        <p:spPr>
          <a:xfrm>
            <a:off x="8127602" y="0"/>
            <a:ext cx="40643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bg1"/>
              </a:solidFill>
              <a:latin typeface="Microsoft Sans Serif"/>
              <a:cs typeface="Microsoft Sans Serif" panose="020B0604020202020204" pitchFamily="34" charset="0"/>
            </a:endParaRPr>
          </a:p>
        </p:txBody>
      </p:sp>
      <p:sp>
        <p:nvSpPr>
          <p:cNvPr id="3" name="Title 2">
            <a:extLst>
              <a:ext uri="{FF2B5EF4-FFF2-40B4-BE49-F238E27FC236}">
                <a16:creationId xmlns:a16="http://schemas.microsoft.com/office/drawing/2014/main" id="{C22F3776-3D2C-A222-540D-0903BB38AA94}"/>
              </a:ext>
            </a:extLst>
          </p:cNvPr>
          <p:cNvSpPr>
            <a:spLocks noGrp="1"/>
          </p:cNvSpPr>
          <p:nvPr>
            <p:ph type="title" hasCustomPrompt="1"/>
          </p:nvPr>
        </p:nvSpPr>
        <p:spPr>
          <a:xfrm>
            <a:off x="515938" y="628016"/>
            <a:ext cx="7097314" cy="647700"/>
          </a:xfrm>
        </p:spPr>
        <p:txBody>
          <a:bodyPr/>
          <a:lstStyle>
            <a:lvl1pPr>
              <a:lnSpc>
                <a:spcPct val="85000"/>
              </a:lnSpc>
              <a:defRPr>
                <a:solidFill>
                  <a:schemeClr val="accent1"/>
                </a:solidFill>
              </a:defRPr>
            </a:lvl1pPr>
          </a:lstStyle>
          <a:p>
            <a:r>
              <a:rPr lang="en-US"/>
              <a:t>2/1 Title + Content</a:t>
            </a:r>
            <a:br>
              <a:rPr lang="en-US"/>
            </a:br>
            <a:r>
              <a:rPr lang="en-US"/>
              <a:t>2 lines maximum</a:t>
            </a:r>
          </a:p>
        </p:txBody>
      </p:sp>
      <p:sp>
        <p:nvSpPr>
          <p:cNvPr id="2" name="Footer Placeholder 1">
            <a:extLst>
              <a:ext uri="{FF2B5EF4-FFF2-40B4-BE49-F238E27FC236}">
                <a16:creationId xmlns:a16="http://schemas.microsoft.com/office/drawing/2014/main" id="{C1603945-6AF6-41EC-96CD-6345DBC93FB5}"/>
              </a:ext>
            </a:extLst>
          </p:cNvPr>
          <p:cNvSpPr>
            <a:spLocks noGrp="1"/>
          </p:cNvSpPr>
          <p:nvPr>
            <p:ph type="ftr" sz="quarter" idx="10"/>
          </p:nvPr>
        </p:nvSpPr>
        <p:spPr>
          <a:xfrm>
            <a:off x="515938" y="6396925"/>
            <a:ext cx="7097313" cy="118174"/>
          </a:xfrm>
        </p:spPr>
        <p:txBody>
          <a:bodyPr/>
          <a:lstStyle>
            <a:lvl1pPr>
              <a:defRPr>
                <a:solidFill>
                  <a:schemeClr val="accent6">
                    <a:lumMod val="50000"/>
                  </a:schemeClr>
                </a:solidFill>
              </a:defRPr>
            </a:lvl1pPr>
          </a:lstStyle>
          <a:p>
            <a:endParaRPr lang="en-CA"/>
          </a:p>
        </p:txBody>
      </p:sp>
      <p:sp>
        <p:nvSpPr>
          <p:cNvPr id="4" name="Text Placeholder 3">
            <a:extLst>
              <a:ext uri="{FF2B5EF4-FFF2-40B4-BE49-F238E27FC236}">
                <a16:creationId xmlns:a16="http://schemas.microsoft.com/office/drawing/2014/main" id="{8C4674D7-0943-3D3A-3399-801B35B01C98}"/>
              </a:ext>
            </a:extLst>
          </p:cNvPr>
          <p:cNvSpPr>
            <a:spLocks noGrp="1"/>
          </p:cNvSpPr>
          <p:nvPr>
            <p:ph idx="1" hasCustomPrompt="1"/>
          </p:nvPr>
        </p:nvSpPr>
        <p:spPr>
          <a:xfrm>
            <a:off x="515937" y="1820860"/>
            <a:ext cx="7097314" cy="4344989"/>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Text Placeholder 4">
            <a:extLst>
              <a:ext uri="{FF2B5EF4-FFF2-40B4-BE49-F238E27FC236}">
                <a16:creationId xmlns:a16="http://schemas.microsoft.com/office/drawing/2014/main" id="{7E0D4A21-1870-2B85-04F6-859526FE4179}"/>
              </a:ext>
            </a:extLst>
          </p:cNvPr>
          <p:cNvSpPr>
            <a:spLocks noGrp="1"/>
          </p:cNvSpPr>
          <p:nvPr>
            <p:ph type="body" sz="quarter" idx="11" hasCustomPrompt="1"/>
          </p:nvPr>
        </p:nvSpPr>
        <p:spPr>
          <a:xfrm>
            <a:off x="515937" y="1387475"/>
            <a:ext cx="7097314" cy="233910"/>
          </a:xfrm>
        </p:spPr>
        <p:txBody>
          <a:bodyPr wrap="square">
            <a:spAutoFit/>
          </a:bodyPr>
          <a:lstStyle>
            <a:lvl1pPr marL="0" indent="0">
              <a:buNone/>
              <a:defRPr lang="en-US" sz="1600" kern="1200" dirty="0">
                <a:solidFill>
                  <a:schemeClr val="dk1"/>
                </a:solidFill>
                <a:latin typeface="+mn-lt"/>
                <a:ea typeface="+mn-ea"/>
                <a:cs typeface="+mn-cs"/>
              </a:defRPr>
            </a:lvl1pPr>
          </a:lstStyle>
          <a:p>
            <a:pPr lvl="0"/>
            <a:r>
              <a:rPr lang="en-US" err="1"/>
              <a:t>Subheader</a:t>
            </a:r>
            <a:endParaRPr lang="en-US"/>
          </a:p>
        </p:txBody>
      </p:sp>
      <p:sp>
        <p:nvSpPr>
          <p:cNvPr id="6" name="TextBox 5">
            <a:extLst>
              <a:ext uri="{FF2B5EF4-FFF2-40B4-BE49-F238E27FC236}">
                <a16:creationId xmlns:a16="http://schemas.microsoft.com/office/drawing/2014/main" id="{453F3C8D-5FC0-8926-D525-14F58F1CD347}"/>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bg1"/>
                </a:solidFill>
                <a:latin typeface="+mn-lt"/>
                <a:ea typeface="+mn-ea"/>
                <a:cs typeface="+mn-cs"/>
              </a:rPr>
              <a:pPr marL="0" lvl="0" algn="l" defTabSz="914400" rtl="0" eaLnBrk="1" latinLnBrk="0" hangingPunct="1">
                <a:lnSpc>
                  <a:spcPct val="125000"/>
                </a:lnSpc>
              </a:pPr>
              <a:t>‹#›</a:t>
            </a:fld>
            <a:endParaRPr lang="en-US" sz="800" kern="1200">
              <a:solidFill>
                <a:schemeClr val="bg1"/>
              </a:solidFill>
              <a:latin typeface="+mn-lt"/>
              <a:ea typeface="+mn-ea"/>
              <a:cs typeface="+mn-cs"/>
            </a:endParaRPr>
          </a:p>
        </p:txBody>
      </p:sp>
      <p:sp>
        <p:nvSpPr>
          <p:cNvPr id="12" name="Content Placeholder 5">
            <a:extLst>
              <a:ext uri="{FF2B5EF4-FFF2-40B4-BE49-F238E27FC236}">
                <a16:creationId xmlns:a16="http://schemas.microsoft.com/office/drawing/2014/main" id="{6ED21770-A267-5772-4EFF-0944DDD34920}"/>
              </a:ext>
            </a:extLst>
          </p:cNvPr>
          <p:cNvSpPr txBox="1">
            <a:spLocks/>
          </p:cNvSpPr>
          <p:nvPr userDrawn="1"/>
        </p:nvSpPr>
        <p:spPr>
          <a:xfrm>
            <a:off x="6611938" y="1820860"/>
            <a:ext cx="5065712" cy="4344989"/>
          </a:xfrm>
          <a:prstGeom prst="rect">
            <a:avLst/>
          </a:prstGeom>
        </p:spPr>
        <p:txBody>
          <a:bodyPr vert="horz" lIns="0" tIns="0" rIns="0" bIns="0" rtlCol="0">
            <a:noAutofit/>
          </a:bodyPr>
          <a:lst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tx2"/>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US"/>
          </a:p>
        </p:txBody>
      </p:sp>
      <p:sp>
        <p:nvSpPr>
          <p:cNvPr id="13" name="Text Placeholder 6">
            <a:extLst>
              <a:ext uri="{FF2B5EF4-FFF2-40B4-BE49-F238E27FC236}">
                <a16:creationId xmlns:a16="http://schemas.microsoft.com/office/drawing/2014/main" id="{76E4617A-E4E0-90D8-EBDE-4EE5196FA4F2}"/>
              </a:ext>
            </a:extLst>
          </p:cNvPr>
          <p:cNvSpPr txBox="1">
            <a:spLocks/>
          </p:cNvSpPr>
          <p:nvPr userDrawn="1"/>
        </p:nvSpPr>
        <p:spPr>
          <a:xfrm>
            <a:off x="6611939" y="1387475"/>
            <a:ext cx="5065712" cy="233910"/>
          </a:xfrm>
          <a:prstGeom prst="rect">
            <a:avLst/>
          </a:prstGeom>
        </p:spPr>
        <p:txBody>
          <a:bodyPr vert="horz" lIns="0" tIns="0" rIns="0" bIns="0" rtlCol="0">
            <a:sp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1600" kern="1200" baseline="0" dirty="0">
                <a:solidFill>
                  <a:schemeClr val="dk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tx2"/>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tx2"/>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tx2"/>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tx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tx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tx1"/>
                </a:solidFill>
                <a:latin typeface="+mn-lt"/>
                <a:ea typeface="+mn-ea"/>
                <a:cs typeface="+mn-cs"/>
              </a:defRPr>
            </a:lvl9pPr>
          </a:lstStyle>
          <a:p>
            <a:endParaRPr lang="en-CA"/>
          </a:p>
        </p:txBody>
      </p:sp>
      <p:sp>
        <p:nvSpPr>
          <p:cNvPr id="16" name="Text Placeholder 15">
            <a:extLst>
              <a:ext uri="{FF2B5EF4-FFF2-40B4-BE49-F238E27FC236}">
                <a16:creationId xmlns:a16="http://schemas.microsoft.com/office/drawing/2014/main" id="{29ED1B69-998A-60D1-325D-1412D1F5E143}"/>
              </a:ext>
            </a:extLst>
          </p:cNvPr>
          <p:cNvSpPr>
            <a:spLocks noGrp="1"/>
          </p:cNvSpPr>
          <p:nvPr>
            <p:ph type="body" sz="quarter" idx="12" hasCustomPrompt="1"/>
          </p:nvPr>
        </p:nvSpPr>
        <p:spPr>
          <a:xfrm>
            <a:off x="8640762" y="628017"/>
            <a:ext cx="3036373" cy="647699"/>
          </a:xfrm>
        </p:spPr>
        <p:txBody>
          <a:bodyPr>
            <a:noAutofit/>
          </a:bodyPr>
          <a:lstStyle>
            <a:lvl1pPr marL="0" indent="0" algn="l" defTabSz="914400" rtl="0" eaLnBrk="1" latinLnBrk="0" hangingPunct="1">
              <a:lnSpc>
                <a:spcPct val="85000"/>
              </a:lnSpc>
              <a:spcBef>
                <a:spcPct val="0"/>
              </a:spcBef>
              <a:buNone/>
              <a:defRPr lang="en-US" sz="2800" kern="2000" spc="-50" baseline="0" dirty="0">
                <a:solidFill>
                  <a:schemeClr val="bg1"/>
                </a:solidFill>
                <a:latin typeface="+mj-lt"/>
                <a:ea typeface="+mj-ea"/>
                <a:cs typeface="+mj-cs"/>
              </a:defRPr>
            </a:lvl1pPr>
          </a:lstStyle>
          <a:p>
            <a:pPr lvl="0"/>
            <a:r>
              <a:rPr lang="en-US"/>
              <a:t>2/1 Title + Content 2 lines maximum</a:t>
            </a:r>
          </a:p>
        </p:txBody>
      </p:sp>
      <p:sp>
        <p:nvSpPr>
          <p:cNvPr id="17" name="Text Placeholder 3">
            <a:extLst>
              <a:ext uri="{FF2B5EF4-FFF2-40B4-BE49-F238E27FC236}">
                <a16:creationId xmlns:a16="http://schemas.microsoft.com/office/drawing/2014/main" id="{FF4B56A6-904F-8642-543E-EAFA3FD79532}"/>
              </a:ext>
            </a:extLst>
          </p:cNvPr>
          <p:cNvSpPr>
            <a:spLocks noGrp="1"/>
          </p:cNvSpPr>
          <p:nvPr>
            <p:ph idx="13" hasCustomPrompt="1"/>
          </p:nvPr>
        </p:nvSpPr>
        <p:spPr>
          <a:xfrm>
            <a:off x="8640763" y="1820860"/>
            <a:ext cx="3036373" cy="4344989"/>
          </a:xfrm>
          <a:prstGeom prst="rect">
            <a:avLst/>
          </a:prstGeom>
        </p:spPr>
        <p:txBody>
          <a:bodyPr vert="horz" lIns="0" tIns="0" rIns="0" bIns="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18" name="Text Placeholder 4">
            <a:extLst>
              <a:ext uri="{FF2B5EF4-FFF2-40B4-BE49-F238E27FC236}">
                <a16:creationId xmlns:a16="http://schemas.microsoft.com/office/drawing/2014/main" id="{2579E407-0D27-083D-EA02-25085D9B7802}"/>
              </a:ext>
            </a:extLst>
          </p:cNvPr>
          <p:cNvSpPr>
            <a:spLocks noGrp="1"/>
          </p:cNvSpPr>
          <p:nvPr>
            <p:ph type="body" sz="quarter" idx="14" hasCustomPrompt="1"/>
          </p:nvPr>
        </p:nvSpPr>
        <p:spPr>
          <a:xfrm>
            <a:off x="8640763" y="1387475"/>
            <a:ext cx="3036373" cy="233910"/>
          </a:xfrm>
        </p:spPr>
        <p:txBody>
          <a:bodyPr wrap="square">
            <a:spAutoFit/>
          </a:bodyPr>
          <a:lstStyle>
            <a:lvl1pPr marL="0" indent="0">
              <a:buNone/>
              <a:defRPr lang="en-US" sz="1600" kern="1200" dirty="0">
                <a:solidFill>
                  <a:schemeClr val="bg1"/>
                </a:solidFill>
                <a:latin typeface="+mn-lt"/>
                <a:ea typeface="+mn-ea"/>
                <a:cs typeface="+mn-cs"/>
              </a:defRPr>
            </a:lvl1pPr>
          </a:lstStyle>
          <a:p>
            <a:pPr lvl="0"/>
            <a:r>
              <a:rPr lang="en-US" err="1"/>
              <a:t>Subheader</a:t>
            </a:r>
            <a:endParaRPr lang="en-US"/>
          </a:p>
        </p:txBody>
      </p:sp>
      <p:sp>
        <p:nvSpPr>
          <p:cNvPr id="7" name="Rechteck 1" descr="{&quot;templafy&quot;:{&quot;id&quot;:&quot;b81a7a75-0c51-4bb9-9af3-127513cf655f&quot;}}">
            <a:extLst>
              <a:ext uri="{FF2B5EF4-FFF2-40B4-BE49-F238E27FC236}">
                <a16:creationId xmlns:a16="http://schemas.microsoft.com/office/drawing/2014/main" id="{573299EE-DB8D-F3E1-147A-18AF5E172854}"/>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EFF1F5"/>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42652162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800">
          <p15:clr>
            <a:srgbClr val="FBAE40"/>
          </p15:clr>
        </p15:guide>
        <p15:guide id="2" pos="5443">
          <p15:clr>
            <a:srgbClr val="FBAE40"/>
          </p15:clr>
        </p15:guide>
        <p15:guide id="3" pos="512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Blank_Grey">
    <p:bg>
      <p:bgPr>
        <a:solidFill>
          <a:srgbClr val="EFF1F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2AADDE-C6E8-F1B8-1F28-4B94967DD572}"/>
              </a:ext>
            </a:extLst>
          </p:cNvPr>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5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50000"/>
                </a:schemeClr>
              </a:solidFill>
              <a:latin typeface="+mn-lt"/>
              <a:ea typeface="+mn-ea"/>
              <a:cs typeface="+mn-cs"/>
            </a:endParaRPr>
          </a:p>
        </p:txBody>
      </p:sp>
      <p:sp>
        <p:nvSpPr>
          <p:cNvPr id="4" name="Footer Placeholder 129">
            <a:extLst>
              <a:ext uri="{FF2B5EF4-FFF2-40B4-BE49-F238E27FC236}">
                <a16:creationId xmlns:a16="http://schemas.microsoft.com/office/drawing/2014/main" id="{4F27F3B1-F214-06D4-203E-6B4F06C026D1}"/>
              </a:ext>
            </a:extLst>
          </p:cNvPr>
          <p:cNvSpPr>
            <a:spLocks noGrp="1"/>
          </p:cNvSpPr>
          <p:nvPr>
            <p:ph type="ftr" sz="quarter" idx="22"/>
          </p:nvPr>
        </p:nvSpPr>
        <p:spPr>
          <a:xfrm>
            <a:off x="531812" y="6396926"/>
            <a:ext cx="10512425" cy="118174"/>
          </a:xfrm>
        </p:spPr>
        <p:txBody>
          <a:bodyPr/>
          <a:lstStyle>
            <a:lvl1pPr>
              <a:defRPr>
                <a:solidFill>
                  <a:schemeClr val="accent6">
                    <a:lumMod val="50000"/>
                  </a:schemeClr>
                </a:solidFill>
              </a:defRPr>
            </a:lvl1pPr>
          </a:lstStyle>
          <a:p>
            <a:endParaRPr lang="en-CA"/>
          </a:p>
        </p:txBody>
      </p:sp>
      <p:sp>
        <p:nvSpPr>
          <p:cNvPr id="3" name="Rechteck 1" descr="{&quot;templafy&quot;:{&quot;id&quot;:&quot;15201099-9d85-47eb-87ad-5aaecc4a9ac4&quot;}}">
            <a:extLst>
              <a:ext uri="{FF2B5EF4-FFF2-40B4-BE49-F238E27FC236}">
                <a16:creationId xmlns:a16="http://schemas.microsoft.com/office/drawing/2014/main" id="{D7515838-00A9-66B2-182C-34584EAB778B}"/>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0840043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Shelf Blue">
    <p:spTree>
      <p:nvGrpSpPr>
        <p:cNvPr id="1" name=""/>
        <p:cNvGrpSpPr/>
        <p:nvPr/>
      </p:nvGrpSpPr>
      <p:grpSpPr>
        <a:xfrm>
          <a:off x="0" y="0"/>
          <a:ext cx="0" cy="0"/>
          <a:chOff x="0" y="0"/>
          <a:chExt cx="0" cy="0"/>
        </a:xfrm>
      </p:grpSpPr>
      <p:sp>
        <p:nvSpPr>
          <p:cNvPr id="56" name="Rectangle: Rounded Corners 55">
            <a:extLst>
              <a:ext uri="{FF2B5EF4-FFF2-40B4-BE49-F238E27FC236}">
                <a16:creationId xmlns:a16="http://schemas.microsoft.com/office/drawing/2014/main" id="{9C54434D-FA64-4658-9BFD-21AB34B4189F}"/>
              </a:ext>
            </a:extLst>
          </p:cNvPr>
          <p:cNvSpPr/>
          <p:nvPr userDrawn="1"/>
        </p:nvSpPr>
        <p:spPr bwMode="gray">
          <a:xfrm>
            <a:off x="481013" y="5312740"/>
            <a:ext cx="11856130" cy="1697660"/>
          </a:xfrm>
          <a:prstGeom prst="roundRect">
            <a:avLst>
              <a:gd name="adj" fmla="val 4848"/>
            </a:avLst>
          </a:prstGeom>
          <a:solidFill>
            <a:schemeClr val="accent1"/>
          </a:solidFill>
          <a:ln w="10795" cap="flat" cmpd="sng" algn="ctr">
            <a:noFill/>
            <a:prstDash val="solid"/>
          </a:ln>
          <a:effectLst>
            <a:innerShdw blurRad="63500" dist="50800" dir="189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n-lt"/>
              <a:ea typeface="+mn-ea"/>
              <a:cs typeface="+mn-cs"/>
            </a:endParaRPr>
          </a:p>
        </p:txBody>
      </p:sp>
      <p:sp>
        <p:nvSpPr>
          <p:cNvPr id="11" name="Footer Placeholder 4">
            <a:extLst>
              <a:ext uri="{FF2B5EF4-FFF2-40B4-BE49-F238E27FC236}">
                <a16:creationId xmlns:a16="http://schemas.microsoft.com/office/drawing/2014/main" id="{30586D9F-6A23-4598-BD43-228B7C23E261}"/>
              </a:ext>
            </a:extLst>
          </p:cNvPr>
          <p:cNvSpPr>
            <a:spLocks noGrp="1"/>
          </p:cNvSpPr>
          <p:nvPr>
            <p:ph type="ftr" sz="quarter" idx="3"/>
          </p:nvPr>
        </p:nvSpPr>
        <p:spPr>
          <a:xfrm>
            <a:off x="494189" y="5120616"/>
            <a:ext cx="6418363" cy="121636"/>
          </a:xfrm>
          <a:prstGeom prst="rect">
            <a:avLst/>
          </a:prstGeom>
        </p:spPr>
        <p:txBody>
          <a:bodyPr vert="horz" wrap="square" lIns="0" tIns="0" rIns="0" bIns="0" rtlCol="0" anchor="b">
            <a:spAutoFit/>
          </a:bodyPr>
          <a:lstStyle>
            <a:lvl1pPr algn="l">
              <a:lnSpc>
                <a:spcPct val="96000"/>
              </a:lnSpc>
              <a:defRPr sz="800">
                <a:solidFill>
                  <a:schemeClr val="accent5">
                    <a:lumMod val="60000"/>
                    <a:lumOff val="40000"/>
                  </a:schemeClr>
                </a:solidFill>
              </a:defRPr>
            </a:lvl1pPr>
          </a:lstStyle>
          <a:p>
            <a:endParaRPr lang="en-US"/>
          </a:p>
        </p:txBody>
      </p:sp>
      <p:sp>
        <p:nvSpPr>
          <p:cNvPr id="3" name="Title 2">
            <a:extLst>
              <a:ext uri="{FF2B5EF4-FFF2-40B4-BE49-F238E27FC236}">
                <a16:creationId xmlns:a16="http://schemas.microsoft.com/office/drawing/2014/main" id="{6018C051-C8ED-490A-8420-0B33C7EBC95D}"/>
              </a:ext>
            </a:extLst>
          </p:cNvPr>
          <p:cNvSpPr>
            <a:spLocks noGrp="1"/>
          </p:cNvSpPr>
          <p:nvPr>
            <p:ph type="title"/>
          </p:nvPr>
        </p:nvSpPr>
        <p:spPr/>
        <p:txBody>
          <a:bodyPr/>
          <a:lstStyle/>
          <a:p>
            <a:r>
              <a:rPr lang="en-US"/>
              <a:t>Click to edit Master title style</a:t>
            </a:r>
          </a:p>
        </p:txBody>
      </p:sp>
      <p:sp>
        <p:nvSpPr>
          <p:cNvPr id="15" name="Content Placeholder 4">
            <a:extLst>
              <a:ext uri="{FF2B5EF4-FFF2-40B4-BE49-F238E27FC236}">
                <a16:creationId xmlns:a16="http://schemas.microsoft.com/office/drawing/2014/main" id="{79BAC33F-C2B1-4F90-8D6A-FE73B82B3A96}"/>
              </a:ext>
            </a:extLst>
          </p:cNvPr>
          <p:cNvSpPr>
            <a:spLocks noGrp="1"/>
          </p:cNvSpPr>
          <p:nvPr>
            <p:ph sz="quarter" idx="14"/>
          </p:nvPr>
        </p:nvSpPr>
        <p:spPr>
          <a:xfrm>
            <a:off x="495300" y="1719072"/>
            <a:ext cx="11187112" cy="3079655"/>
          </a:xfrm>
          <a:prstGeom prst="rect">
            <a:avLst/>
          </a:prstGeom>
        </p:spPr>
        <p:txBody>
          <a:bodyPr/>
          <a:lstStyle>
            <a:lvl1pPr>
              <a:buClrTx/>
              <a:defRPr/>
            </a:lvl1pPr>
            <a:lvl2pPr>
              <a:buClrTx/>
              <a:defRPr/>
            </a:lvl2pPr>
            <a:lvl3pPr>
              <a:buClrTx/>
              <a:defRPr/>
            </a:lvl3pPr>
            <a:lvl4pPr>
              <a:buClrTx/>
              <a:defRPr/>
            </a:lvl4pPr>
            <a:lvl5pPr>
              <a:buClrTx/>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Subtitle">
            <a:extLst>
              <a:ext uri="{FF2B5EF4-FFF2-40B4-BE49-F238E27FC236}">
                <a16:creationId xmlns:a16="http://schemas.microsoft.com/office/drawing/2014/main" id="{367C7EAB-A60F-4055-BBCB-DA0E8A0A79F2}"/>
              </a:ext>
            </a:extLst>
          </p:cNvPr>
          <p:cNvSpPr>
            <a:spLocks noGrp="1"/>
          </p:cNvSpPr>
          <p:nvPr>
            <p:ph type="subTitle" idx="1"/>
          </p:nvPr>
        </p:nvSpPr>
        <p:spPr>
          <a:xfrm>
            <a:off x="494189" y="1088136"/>
            <a:ext cx="11188223" cy="236347"/>
          </a:xfrm>
          <a:prstGeom prst="rect">
            <a:avLst/>
          </a:prstGeom>
        </p:spPr>
        <p:txBody>
          <a:bodyPr>
            <a:spAutoFit/>
          </a:bodyPr>
          <a:lstStyle>
            <a:lvl1pPr marL="0" indent="0" algn="l">
              <a:lnSpc>
                <a:spcPct val="96000"/>
              </a:lnSpc>
              <a:spcBef>
                <a:spcPts val="900"/>
              </a:spcBef>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0" name="Text Placeholder 29">
            <a:extLst>
              <a:ext uri="{FF2B5EF4-FFF2-40B4-BE49-F238E27FC236}">
                <a16:creationId xmlns:a16="http://schemas.microsoft.com/office/drawing/2014/main" id="{99CF0DFE-6BBE-4459-92F2-E7476695A890}"/>
              </a:ext>
            </a:extLst>
          </p:cNvPr>
          <p:cNvSpPr>
            <a:spLocks noGrp="1"/>
          </p:cNvSpPr>
          <p:nvPr>
            <p:ph type="body" sz="quarter" idx="15"/>
          </p:nvPr>
        </p:nvSpPr>
        <p:spPr bwMode="gray">
          <a:xfrm>
            <a:off x="754743" y="5607050"/>
            <a:ext cx="10926715" cy="929054"/>
          </a:xfrm>
          <a:prstGeom prst="rect">
            <a:avLst/>
          </a:prstGeom>
        </p:spPr>
        <p:txBody>
          <a:bodyPr anchor="ctr"/>
          <a:lstStyle>
            <a:lvl1pPr marL="0" indent="0">
              <a:lnSpc>
                <a:spcPct val="89000"/>
              </a:lnSpc>
              <a:spcBef>
                <a:spcPts val="0"/>
              </a:spcBef>
              <a:spcAft>
                <a:spcPts val="1200"/>
              </a:spcAft>
              <a:buNone/>
              <a:defRPr sz="2800">
                <a:solidFill>
                  <a:schemeClr val="bg1"/>
                </a:solidFill>
              </a:defRPr>
            </a:lvl1pPr>
            <a:lvl2pPr marL="0" indent="0">
              <a:lnSpc>
                <a:spcPct val="94000"/>
              </a:lnSpc>
              <a:spcAft>
                <a:spcPts val="1200"/>
              </a:spcAft>
              <a:buNone/>
              <a:defRPr sz="2400">
                <a:solidFill>
                  <a:schemeClr val="bg1"/>
                </a:solidFill>
              </a:defRPr>
            </a:lvl2pPr>
            <a:lvl3pPr marL="0" indent="0">
              <a:lnSpc>
                <a:spcPct val="95000"/>
              </a:lnSpc>
              <a:spcAft>
                <a:spcPts val="1200"/>
              </a:spcAft>
              <a:buNone/>
              <a:defRPr sz="2100">
                <a:solidFill>
                  <a:schemeClr val="bg1"/>
                </a:solidFill>
              </a:defRPr>
            </a:lvl3pPr>
            <a:lvl4pPr marL="0" indent="0">
              <a:lnSpc>
                <a:spcPct val="98000"/>
              </a:lnSpc>
              <a:spcAft>
                <a:spcPts val="900"/>
              </a:spcAft>
              <a:buNone/>
              <a:defRPr sz="1800">
                <a:solidFill>
                  <a:schemeClr val="bg1"/>
                </a:solidFill>
              </a:defRPr>
            </a:lvl4pPr>
            <a:lvl5pPr marL="0" indent="0">
              <a:lnSpc>
                <a:spcPct val="94000"/>
              </a:lnSpc>
              <a:spcBef>
                <a:spcPts val="0"/>
              </a:spcBef>
              <a:spcAft>
                <a:spcPts val="900"/>
              </a:spcAft>
              <a:buNone/>
              <a:defRPr sz="1600">
                <a:solidFill>
                  <a:schemeClr val="bg1"/>
                </a:solidFill>
              </a:defRPr>
            </a:lvl5pPr>
          </a:lstStyle>
          <a:p>
            <a:pPr lvl="0"/>
            <a:r>
              <a:rPr lang="en-US"/>
              <a:t>Click to edit Master text styles</a:t>
            </a:r>
          </a:p>
        </p:txBody>
      </p:sp>
      <p:sp>
        <p:nvSpPr>
          <p:cNvPr id="9" name="TextBox 8">
            <a:extLst>
              <a:ext uri="{FF2B5EF4-FFF2-40B4-BE49-F238E27FC236}">
                <a16:creationId xmlns:a16="http://schemas.microsoft.com/office/drawing/2014/main" id="{34032CCB-9D02-4DA9-9379-A73762F29F44}"/>
              </a:ext>
            </a:extLst>
          </p:cNvPr>
          <p:cNvSpPr txBox="1"/>
          <p:nvPr userDrawn="1"/>
        </p:nvSpPr>
        <p:spPr>
          <a:xfrm>
            <a:off x="11329988" y="6514122"/>
            <a:ext cx="376236" cy="147476"/>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r" defTabSz="914400" rtl="0" eaLnBrk="1" latinLnBrk="0" hangingPunct="1">
              <a:lnSpc>
                <a:spcPct val="125000"/>
              </a:lnSpc>
            </a:pPr>
            <a:fld id="{B01BFD70-D99E-427C-A01B-19B2BB56A3C8}" type="slidenum">
              <a:rPr lang="en-US" sz="800" kern="1200" smtClean="0">
                <a:solidFill>
                  <a:schemeClr val="accent2">
                    <a:lumMod val="40000"/>
                    <a:lumOff val="60000"/>
                  </a:schemeClr>
                </a:solidFill>
                <a:latin typeface="+mn-lt"/>
                <a:ea typeface="+mn-ea"/>
                <a:cs typeface="+mn-cs"/>
              </a:rPr>
              <a:pPr marL="0" lvl="0" algn="r" defTabSz="914400" rtl="0" eaLnBrk="1" latinLnBrk="0" hangingPunct="1">
                <a:lnSpc>
                  <a:spcPct val="125000"/>
                </a:lnSpc>
              </a:pPr>
              <a:t>‹#›</a:t>
            </a:fld>
            <a:endParaRPr lang="en-US" sz="800" kern="1200">
              <a:solidFill>
                <a:schemeClr val="accent2">
                  <a:lumMod val="40000"/>
                  <a:lumOff val="60000"/>
                </a:schemeClr>
              </a:solidFill>
              <a:latin typeface="+mn-lt"/>
              <a:ea typeface="+mn-ea"/>
              <a:cs typeface="+mn-cs"/>
            </a:endParaRPr>
          </a:p>
        </p:txBody>
      </p:sp>
      <p:sp>
        <p:nvSpPr>
          <p:cNvPr id="10" name="TextBox 9">
            <a:extLst>
              <a:ext uri="{FF2B5EF4-FFF2-40B4-BE49-F238E27FC236}">
                <a16:creationId xmlns:a16="http://schemas.microsoft.com/office/drawing/2014/main" id="{2675B83E-0BE5-D244-AA83-CABD189E8C63}"/>
              </a:ext>
            </a:extLst>
          </p:cNvPr>
          <p:cNvSpPr txBox="1"/>
          <p:nvPr userDrawn="1"/>
        </p:nvSpPr>
        <p:spPr>
          <a:xfrm>
            <a:off x="6576059" y="6534114"/>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a:solidFill>
                  <a:schemeClr val="accent2">
                    <a:lumMod val="40000"/>
                    <a:lumOff val="6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041077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Large Circle Blue">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10550D71-4DDC-433E-91D6-8DB10965057B}"/>
              </a:ext>
            </a:extLst>
          </p:cNvPr>
          <p:cNvSpPr>
            <a:spLocks/>
          </p:cNvSpPr>
          <p:nvPr userDrawn="1"/>
        </p:nvSpPr>
        <p:spPr bwMode="ltGray">
          <a:xfrm>
            <a:off x="7517108" y="-857339"/>
            <a:ext cx="8359183" cy="8572678"/>
          </a:xfrm>
          <a:prstGeom prst="ellipse">
            <a:avLst/>
          </a:prstGeom>
          <a:solidFill>
            <a:schemeClr val="bg2"/>
          </a:solidFill>
          <a:ln w="25400" cap="flat" cmpd="sng" algn="ctr">
            <a:noFill/>
            <a:prstDash val="solid"/>
          </a:ln>
          <a:effectLst>
            <a:innerShdw blurRad="63500" dist="50800" dir="13500000">
              <a:prstClr val="black">
                <a:alpha val="50000"/>
              </a:prstClr>
            </a:innerShdw>
            <a:softEdge rad="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a:ln>
                <a:noFill/>
              </a:ln>
              <a:solidFill>
                <a:prstClr val="white"/>
              </a:solidFill>
              <a:effectLst/>
              <a:uLnTx/>
              <a:uFillTx/>
              <a:latin typeface="Microsoft Sans Serif"/>
            </a:endParaRPr>
          </a:p>
        </p:txBody>
      </p:sp>
      <p:sp>
        <p:nvSpPr>
          <p:cNvPr id="8" name="Footer Placeholder 2">
            <a:extLst>
              <a:ext uri="{FF2B5EF4-FFF2-40B4-BE49-F238E27FC236}">
                <a16:creationId xmlns:a16="http://schemas.microsoft.com/office/drawing/2014/main" id="{9D5E8CCD-FCF9-4B0B-A62F-907B1C0EFCEC}"/>
              </a:ext>
            </a:extLst>
          </p:cNvPr>
          <p:cNvSpPr>
            <a:spLocks noGrp="1"/>
          </p:cNvSpPr>
          <p:nvPr>
            <p:ph type="ftr" sz="quarter" idx="10"/>
          </p:nvPr>
        </p:nvSpPr>
        <p:spPr>
          <a:xfrm>
            <a:off x="495299" y="6532895"/>
            <a:ext cx="5943600" cy="118174"/>
          </a:xfrm>
        </p:spPr>
        <p:txBody>
          <a:bodyPr/>
          <a:lstStyle>
            <a:lvl1pPr defTabSz="685800">
              <a:lnSpc>
                <a:spcPct val="96000"/>
              </a:lnSpc>
              <a:spcBef>
                <a:spcPts val="0"/>
              </a:spcBef>
              <a:buClr>
                <a:srgbClr val="3253DC"/>
              </a:buClr>
              <a:buFont typeface="Arial" panose="020B0604020202020204" pitchFamily="34" charset="0"/>
              <a:buNone/>
              <a:defRPr sz="800" baseline="0">
                <a:solidFill>
                  <a:schemeClr val="accent6">
                    <a:lumMod val="75000"/>
                  </a:schemeClr>
                </a:solidFill>
              </a:defRPr>
            </a:lvl1pPr>
          </a:lstStyle>
          <a:p>
            <a:endParaRPr lang="en-US"/>
          </a:p>
        </p:txBody>
      </p:sp>
      <p:sp>
        <p:nvSpPr>
          <p:cNvPr id="17" name="Title 2">
            <a:extLst>
              <a:ext uri="{FF2B5EF4-FFF2-40B4-BE49-F238E27FC236}">
                <a16:creationId xmlns:a16="http://schemas.microsoft.com/office/drawing/2014/main" id="{7B246259-76D6-B74C-A64A-CCBFC5D7D85B}"/>
              </a:ext>
            </a:extLst>
          </p:cNvPr>
          <p:cNvSpPr>
            <a:spLocks noGrp="1"/>
          </p:cNvSpPr>
          <p:nvPr>
            <p:ph type="title"/>
          </p:nvPr>
        </p:nvSpPr>
        <p:spPr>
          <a:xfrm>
            <a:off x="495300" y="642645"/>
            <a:ext cx="6423978" cy="361959"/>
          </a:xfrm>
        </p:spPr>
        <p:txBody>
          <a:bodyPr wrap="square">
            <a:spAutoFit/>
          </a:bodyPr>
          <a:lstStyle>
            <a:lvl1pPr>
              <a:defRPr>
                <a:solidFill>
                  <a:schemeClr val="tx2"/>
                </a:solidFill>
              </a:defRPr>
            </a:lvl1pPr>
          </a:lstStyle>
          <a:p>
            <a:r>
              <a:rPr lang="en-US"/>
              <a:t>Click to edit Master title style</a:t>
            </a:r>
          </a:p>
        </p:txBody>
      </p:sp>
      <p:sp>
        <p:nvSpPr>
          <p:cNvPr id="18" name="Subtitle">
            <a:extLst>
              <a:ext uri="{FF2B5EF4-FFF2-40B4-BE49-F238E27FC236}">
                <a16:creationId xmlns:a16="http://schemas.microsoft.com/office/drawing/2014/main" id="{0AB770EA-5649-754F-967C-C4716DA97A16}"/>
              </a:ext>
            </a:extLst>
          </p:cNvPr>
          <p:cNvSpPr>
            <a:spLocks noGrp="1"/>
          </p:cNvSpPr>
          <p:nvPr>
            <p:ph type="subTitle" idx="1"/>
          </p:nvPr>
        </p:nvSpPr>
        <p:spPr>
          <a:xfrm>
            <a:off x="494189" y="1088136"/>
            <a:ext cx="6425089" cy="236347"/>
          </a:xfrm>
          <a:prstGeom prst="rect">
            <a:avLst/>
          </a:prstGeom>
        </p:spPr>
        <p:txBody>
          <a:bodyPr wrap="square">
            <a:spAutoFit/>
          </a:bodyPr>
          <a:lstStyle>
            <a:lvl1pPr marL="0" indent="0" algn="l">
              <a:lnSpc>
                <a:spcPct val="96000"/>
              </a:lnSpc>
              <a:spcBef>
                <a:spcPts val="900"/>
              </a:spcBef>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Content Placeholder 4">
            <a:extLst>
              <a:ext uri="{FF2B5EF4-FFF2-40B4-BE49-F238E27FC236}">
                <a16:creationId xmlns:a16="http://schemas.microsoft.com/office/drawing/2014/main" id="{681C9D64-9B88-4044-9799-D79122BD3557}"/>
              </a:ext>
            </a:extLst>
          </p:cNvPr>
          <p:cNvSpPr>
            <a:spLocks noGrp="1"/>
          </p:cNvSpPr>
          <p:nvPr>
            <p:ph sz="quarter" idx="17"/>
          </p:nvPr>
        </p:nvSpPr>
        <p:spPr>
          <a:xfrm>
            <a:off x="495300" y="1719072"/>
            <a:ext cx="6425089" cy="4451541"/>
          </a:xfrm>
          <a:prstGeom prst="rect">
            <a:avLst/>
          </a:prstGeom>
        </p:spPr>
        <p:txBody>
          <a:bodyPr/>
          <a:lstStyle>
            <a:lvl1pPr>
              <a:buClrTx/>
              <a:defRPr/>
            </a:lvl1pPr>
            <a:lvl2pPr>
              <a:buClrTx/>
              <a:defRPr/>
            </a:lvl2pPr>
            <a:lvl3pPr>
              <a:buClrTx/>
              <a:defRPr/>
            </a:lvl3pPr>
            <a:lvl4pPr>
              <a:buClrTx/>
              <a:defRPr/>
            </a:lvl4pPr>
            <a:lvl5pPr>
              <a:buClrTx/>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9">
            <a:extLst>
              <a:ext uri="{FF2B5EF4-FFF2-40B4-BE49-F238E27FC236}">
                <a16:creationId xmlns:a16="http://schemas.microsoft.com/office/drawing/2014/main" id="{627AF1A1-6C92-6240-81FA-2147DD27EC94}"/>
              </a:ext>
            </a:extLst>
          </p:cNvPr>
          <p:cNvSpPr>
            <a:spLocks noGrp="1"/>
          </p:cNvSpPr>
          <p:nvPr>
            <p:ph type="body" sz="quarter" idx="15"/>
          </p:nvPr>
        </p:nvSpPr>
        <p:spPr bwMode="black">
          <a:xfrm>
            <a:off x="8471454" y="2764100"/>
            <a:ext cx="2717245" cy="1134132"/>
          </a:xfrm>
          <a:prstGeom prst="rect">
            <a:avLst/>
          </a:prstGeom>
        </p:spPr>
        <p:txBody>
          <a:bodyPr anchor="ctr"/>
          <a:lstStyle>
            <a:lvl1pPr marL="0" indent="0">
              <a:lnSpc>
                <a:spcPct val="89000"/>
              </a:lnSpc>
              <a:spcBef>
                <a:spcPts val="0"/>
              </a:spcBef>
              <a:spcAft>
                <a:spcPts val="1200"/>
              </a:spcAft>
              <a:buNone/>
              <a:defRPr sz="2800">
                <a:solidFill>
                  <a:schemeClr val="tx1"/>
                </a:solidFill>
              </a:defRPr>
            </a:lvl1pPr>
            <a:lvl2pPr marL="0" indent="0">
              <a:lnSpc>
                <a:spcPct val="94000"/>
              </a:lnSpc>
              <a:spcAft>
                <a:spcPts val="1200"/>
              </a:spcAft>
              <a:buNone/>
              <a:defRPr sz="2400">
                <a:solidFill>
                  <a:schemeClr val="bg1"/>
                </a:solidFill>
              </a:defRPr>
            </a:lvl2pPr>
            <a:lvl3pPr marL="0" indent="0">
              <a:lnSpc>
                <a:spcPct val="95000"/>
              </a:lnSpc>
              <a:spcAft>
                <a:spcPts val="1200"/>
              </a:spcAft>
              <a:buNone/>
              <a:defRPr sz="2100">
                <a:solidFill>
                  <a:schemeClr val="bg1"/>
                </a:solidFill>
              </a:defRPr>
            </a:lvl3pPr>
            <a:lvl4pPr marL="0" indent="0">
              <a:lnSpc>
                <a:spcPct val="98000"/>
              </a:lnSpc>
              <a:spcAft>
                <a:spcPts val="900"/>
              </a:spcAft>
              <a:buNone/>
              <a:defRPr sz="1800">
                <a:solidFill>
                  <a:schemeClr val="bg1"/>
                </a:solidFill>
              </a:defRPr>
            </a:lvl4pPr>
            <a:lvl5pPr marL="0" indent="0">
              <a:lnSpc>
                <a:spcPct val="94000"/>
              </a:lnSpc>
              <a:spcBef>
                <a:spcPts val="0"/>
              </a:spcBef>
              <a:spcAft>
                <a:spcPts val="900"/>
              </a:spcAft>
              <a:buNone/>
              <a:defRPr sz="1600">
                <a:solidFill>
                  <a:schemeClr val="bg1"/>
                </a:solidFill>
              </a:defRPr>
            </a:lvl5pPr>
          </a:lstStyle>
          <a:p>
            <a:pPr lvl="0"/>
            <a:r>
              <a:rPr lang="en-US"/>
              <a:t>Click to edit Master text styles</a:t>
            </a:r>
          </a:p>
        </p:txBody>
      </p:sp>
      <p:sp>
        <p:nvSpPr>
          <p:cNvPr id="10" name="TextBox 9">
            <a:extLst>
              <a:ext uri="{FF2B5EF4-FFF2-40B4-BE49-F238E27FC236}">
                <a16:creationId xmlns:a16="http://schemas.microsoft.com/office/drawing/2014/main" id="{68EACA4D-43F0-4FE1-BA26-E107C4AA8BA7}"/>
              </a:ext>
            </a:extLst>
          </p:cNvPr>
          <p:cNvSpPr txBox="1"/>
          <p:nvPr userDrawn="1"/>
        </p:nvSpPr>
        <p:spPr>
          <a:xfrm>
            <a:off x="9426895" y="6417160"/>
            <a:ext cx="2448733"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l"/>
            <a:r>
              <a:rPr lang="en-US" sz="800" baseline="0">
                <a:solidFill>
                  <a:schemeClr val="accent2">
                    <a:lumMod val="40000"/>
                    <a:lumOff val="6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1911578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4" name="Footer Placeholder 2">
            <a:extLst>
              <a:ext uri="{FF2B5EF4-FFF2-40B4-BE49-F238E27FC236}">
                <a16:creationId xmlns:a16="http://schemas.microsoft.com/office/drawing/2014/main" id="{3A03272E-A5C6-CB49-BA8B-767EA157F8AE}"/>
              </a:ext>
            </a:extLst>
          </p:cNvPr>
          <p:cNvSpPr>
            <a:spLocks noGrp="1"/>
          </p:cNvSpPr>
          <p:nvPr>
            <p:ph type="ftr" sz="quarter" idx="3"/>
          </p:nvPr>
        </p:nvSpPr>
        <p:spPr>
          <a:xfrm>
            <a:off x="495299" y="6528816"/>
            <a:ext cx="5943600" cy="118174"/>
          </a:xfrm>
          <a:prstGeom prst="rect">
            <a:avLst/>
          </a:prstGeom>
        </p:spPr>
        <p:txBody>
          <a:bodyPr vert="horz" wrap="square" lIns="0" tIns="0" rIns="0" bIns="0" rtlCol="0" anchor="b">
            <a:sp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5">
                    <a:lumMod val="60000"/>
                    <a:lumOff val="40000"/>
                  </a:schemeClr>
                </a:solidFill>
                <a:latin typeface="+mn-lt"/>
                <a:ea typeface="+mn-ea"/>
                <a:cs typeface="+mn-cs"/>
              </a:defRPr>
            </a:lvl1pPr>
          </a:lstStyle>
          <a:p>
            <a:endParaRPr lang="en-US"/>
          </a:p>
        </p:txBody>
      </p:sp>
    </p:spTree>
    <p:extLst>
      <p:ext uri="{BB962C8B-B14F-4D97-AF65-F5344CB8AC3E}">
        <p14:creationId xmlns:p14="http://schemas.microsoft.com/office/powerpoint/2010/main" val="3571859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F36D16B0-3ADE-DD47-83CE-1305D23E9A61}"/>
              </a:ext>
            </a:extLst>
          </p:cNvPr>
          <p:cNvSpPr>
            <a:spLocks noGrp="1"/>
          </p:cNvSpPr>
          <p:nvPr>
            <p:ph type="ftr" sz="quarter" idx="10"/>
          </p:nvPr>
        </p:nvSpPr>
        <p:spPr>
          <a:xfrm>
            <a:off x="495299" y="6532895"/>
            <a:ext cx="5943600" cy="118174"/>
          </a:xfrm>
        </p:spPr>
        <p:txBody>
          <a:bodyPr/>
          <a:lstStyle>
            <a:lvl1pPr>
              <a:defRPr>
                <a:solidFill>
                  <a:schemeClr val="accent5">
                    <a:lumMod val="60000"/>
                    <a:lumOff val="40000"/>
                  </a:schemeClr>
                </a:solidFill>
              </a:defRPr>
            </a:lvl1pPr>
          </a:lstStyle>
          <a:p>
            <a:endParaRPr lang="en-US"/>
          </a:p>
        </p:txBody>
      </p:sp>
      <p:sp>
        <p:nvSpPr>
          <p:cNvPr id="7" name="Title 1">
            <a:extLst>
              <a:ext uri="{FF2B5EF4-FFF2-40B4-BE49-F238E27FC236}">
                <a16:creationId xmlns:a16="http://schemas.microsoft.com/office/drawing/2014/main" id="{F56B218C-0241-074D-BD90-27E552E71C98}"/>
              </a:ext>
            </a:extLst>
          </p:cNvPr>
          <p:cNvSpPr>
            <a:spLocks noGrp="1"/>
          </p:cNvSpPr>
          <p:nvPr>
            <p:ph type="title"/>
          </p:nvPr>
        </p:nvSpPr>
        <p:spPr>
          <a:xfrm>
            <a:off x="495300" y="646771"/>
            <a:ext cx="11187112" cy="357832"/>
          </a:xfrm>
        </p:spPr>
        <p:txBody>
          <a:bodyPr/>
          <a:lstStyle/>
          <a:p>
            <a:r>
              <a:rPr lang="en-US"/>
              <a:t>Click to edit Master title style</a:t>
            </a:r>
          </a:p>
        </p:txBody>
      </p:sp>
      <p:sp>
        <p:nvSpPr>
          <p:cNvPr id="8" name="Content Placeholder 4">
            <a:extLst>
              <a:ext uri="{FF2B5EF4-FFF2-40B4-BE49-F238E27FC236}">
                <a16:creationId xmlns:a16="http://schemas.microsoft.com/office/drawing/2014/main" id="{DB853B50-E269-DF43-AAE9-523798C62499}"/>
              </a:ext>
            </a:extLst>
          </p:cNvPr>
          <p:cNvSpPr>
            <a:spLocks noGrp="1"/>
          </p:cNvSpPr>
          <p:nvPr>
            <p:ph sz="quarter" idx="14"/>
          </p:nvPr>
        </p:nvSpPr>
        <p:spPr>
          <a:xfrm>
            <a:off x="495300" y="1719072"/>
            <a:ext cx="11187112" cy="4681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ubtitle">
            <a:extLst>
              <a:ext uri="{FF2B5EF4-FFF2-40B4-BE49-F238E27FC236}">
                <a16:creationId xmlns:a16="http://schemas.microsoft.com/office/drawing/2014/main" id="{4A2A4FE0-4282-C34E-A8FD-CAE319C06BC6}"/>
              </a:ext>
            </a:extLst>
          </p:cNvPr>
          <p:cNvSpPr>
            <a:spLocks noGrp="1"/>
          </p:cNvSpPr>
          <p:nvPr>
            <p:ph type="subTitle" idx="1"/>
          </p:nvPr>
        </p:nvSpPr>
        <p:spPr>
          <a:xfrm>
            <a:off x="494189" y="1088135"/>
            <a:ext cx="11188223" cy="236347"/>
          </a:xfrm>
          <a:prstGeom prst="rect">
            <a:avLst/>
          </a:prstGeom>
        </p:spPr>
        <p:txBody>
          <a:bodyPr>
            <a:spAutoFit/>
          </a:bodyPr>
          <a:lstStyle>
            <a:lvl1pPr marL="0" indent="0" algn="l" defTabSz="914400" rtl="0" eaLnBrk="1" latinLnBrk="0" hangingPunct="1">
              <a:lnSpc>
                <a:spcPct val="96000"/>
              </a:lnSpc>
              <a:spcBef>
                <a:spcPts val="900"/>
              </a:spcBef>
              <a:buClr>
                <a:schemeClr val="accent1"/>
              </a:buClr>
              <a:buFont typeface="Arial" panose="020B0604020202020204" pitchFamily="34" charset="0"/>
              <a:buNone/>
              <a:defRPr lang="en-US" sz="1600" kern="1200" baseline="0" dirty="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45396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_Whit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2072562"/>
            <a:ext cx="5580062" cy="2142894"/>
          </a:xfrm>
        </p:spPr>
        <p:txBody>
          <a:bodyPr anchor="b">
            <a:noAutofit/>
          </a:bodyPr>
          <a:lstStyle>
            <a:lvl1pPr algn="l">
              <a:lnSpc>
                <a:spcPct val="76000"/>
              </a:lnSpc>
              <a:defRPr sz="6000" b="1" i="0" spc="-100" baseline="0">
                <a:solidFill>
                  <a:schemeClr val="accent4"/>
                </a:solidFill>
                <a:latin typeface="+mj-lt"/>
              </a:defRPr>
            </a:lvl1pPr>
          </a:lstStyle>
          <a:p>
            <a:r>
              <a:rPr lang="en-US"/>
              <a:t>Sample presentation title 3 lines max</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37781"/>
            <a:ext cx="5580059" cy="369863"/>
          </a:xfrm>
        </p:spPr>
        <p:txBody>
          <a:bodyPr anchor="b"/>
          <a:lstStyle>
            <a:lvl1pPr marL="0" indent="0" algn="l">
              <a:lnSpc>
                <a:spcPct val="76000"/>
              </a:lnSpc>
              <a:buNone/>
              <a:defRPr sz="2400" spc="-80" baseline="0">
                <a:solidFill>
                  <a:schemeClr val="accent4"/>
                </a:solidFill>
              </a:defRPr>
            </a:lvl1pPr>
            <a:lvl2pPr marL="0" indent="0" algn="l">
              <a:buFont typeface="Arial" panose="020B0604020202020204" pitchFamily="34" charset="0"/>
              <a:buNone/>
              <a:tabLst/>
              <a:defRPr sz="2400" spc="-80">
                <a:solidFill>
                  <a:schemeClr val="accent4"/>
                </a:solidFill>
              </a:defRPr>
            </a:lvl2pPr>
            <a:lvl3pPr marL="0" indent="0" algn="l">
              <a:buNone/>
              <a:tabLst/>
              <a:defRPr sz="2400" spc="-80">
                <a:solidFill>
                  <a:schemeClr val="accent4"/>
                </a:solidFill>
              </a:defRPr>
            </a:lvl3pPr>
            <a:lvl4pPr marL="0" indent="0" algn="l">
              <a:buNone/>
              <a:tabLst/>
              <a:defRPr sz="2400" spc="-80">
                <a:solidFill>
                  <a:schemeClr val="accent4"/>
                </a:solidFill>
              </a:defRPr>
            </a:lvl4pPr>
            <a:lvl5pPr marL="0" indent="0" algn="l">
              <a:buNone/>
              <a:tabLst/>
              <a:defRPr sz="2400" spc="-80">
                <a:solidFill>
                  <a:schemeClr val="accent4"/>
                </a:solidFill>
              </a:defRPr>
            </a:lvl5pPr>
            <a:lvl6pPr marL="0" indent="0" algn="l">
              <a:buNone/>
              <a:tabLst/>
              <a:defRPr sz="2400" spc="-80">
                <a:solidFill>
                  <a:schemeClr val="accent4"/>
                </a:solidFill>
              </a:defRPr>
            </a:lvl6pPr>
            <a:lvl7pPr marL="0" indent="0" algn="l">
              <a:buNone/>
              <a:tabLst/>
              <a:defRPr sz="2400" spc="-80">
                <a:solidFill>
                  <a:schemeClr val="accent4"/>
                </a:solidFill>
              </a:defRPr>
            </a:lvl7pPr>
            <a:lvl8pPr marL="0" indent="0" algn="l">
              <a:buNone/>
              <a:tabLst/>
              <a:defRPr sz="2400" spc="-80">
                <a:solidFill>
                  <a:schemeClr val="accent4"/>
                </a:solidFill>
              </a:defRPr>
            </a:lvl8pPr>
            <a:lvl9pPr marL="0" indent="0" algn="l">
              <a:buNone/>
              <a:tabLst/>
              <a:defRPr sz="2400" spc="-80">
                <a:solidFill>
                  <a:schemeClr val="accent4"/>
                </a:solidFill>
              </a:defRPr>
            </a:lvl9pPr>
          </a:lstStyle>
          <a:p>
            <a:pPr lvl="0"/>
            <a:r>
              <a:rPr lang="en-US"/>
              <a:t>Speaker Name</a:t>
            </a:r>
          </a:p>
        </p:txBody>
      </p:sp>
      <p:sp>
        <p:nvSpPr>
          <p:cNvPr id="7" name="Text Placeholder 13">
            <a:extLst>
              <a:ext uri="{FF2B5EF4-FFF2-40B4-BE49-F238E27FC236}">
                <a16:creationId xmlns:a16="http://schemas.microsoft.com/office/drawing/2014/main" id="{4E352FB5-8F4C-B6A6-22CA-101287C14161}"/>
              </a:ext>
            </a:extLst>
          </p:cNvPr>
          <p:cNvSpPr>
            <a:spLocks noGrp="1"/>
          </p:cNvSpPr>
          <p:nvPr>
            <p:ph type="body" sz="quarter" idx="13" hasCustomPrompt="1"/>
          </p:nvPr>
        </p:nvSpPr>
        <p:spPr>
          <a:xfrm>
            <a:off x="515939" y="4948285"/>
            <a:ext cx="5580000" cy="233550"/>
          </a:xfrm>
        </p:spPr>
        <p:txBody>
          <a:bodyPr anchor="t">
            <a:noAutofit/>
          </a:bodyPr>
          <a:lstStyle>
            <a:lvl1pPr marL="0" indent="0">
              <a:buNone/>
              <a:defRPr sz="1400">
                <a:solidFill>
                  <a:schemeClr val="tx1"/>
                </a:solidFill>
              </a:defRPr>
            </a:lvl1pPr>
            <a:lvl2pPr marL="6350" indent="0">
              <a:buNone/>
              <a:tabLst/>
              <a:defRPr sz="1400">
                <a:solidFill>
                  <a:schemeClr val="tx1"/>
                </a:solidFill>
              </a:defRPr>
            </a:lvl2pPr>
            <a:lvl3pPr marL="6350" indent="0">
              <a:buNone/>
              <a:tabLst/>
              <a:defRPr sz="1400">
                <a:solidFill>
                  <a:schemeClr val="tx1"/>
                </a:solidFill>
              </a:defRPr>
            </a:lvl3pPr>
            <a:lvl4pPr marL="6350" indent="0">
              <a:buNone/>
              <a:tabLst/>
              <a:defRPr sz="1400">
                <a:solidFill>
                  <a:schemeClr val="tx1"/>
                </a:solidFill>
              </a:defRPr>
            </a:lvl4pPr>
            <a:lvl5pPr marL="6350" indent="0">
              <a:buNone/>
              <a:tabLst/>
              <a:defRPr sz="1400">
                <a:solidFill>
                  <a:schemeClr val="tx1"/>
                </a:solidFill>
              </a:defRPr>
            </a:lvl5pPr>
            <a:lvl6pPr marL="0" indent="0">
              <a:buNone/>
              <a:tabLst/>
              <a:defRPr sz="1400">
                <a:solidFill>
                  <a:schemeClr val="tx1"/>
                </a:solidFill>
              </a:defRPr>
            </a:lvl6pPr>
            <a:lvl7pPr marL="6350" indent="0">
              <a:buNone/>
              <a:tabLst/>
              <a:defRPr sz="1400">
                <a:solidFill>
                  <a:schemeClr val="tx1"/>
                </a:solidFill>
              </a:defRPr>
            </a:lvl7pPr>
            <a:lvl8pPr marL="6350" indent="0">
              <a:buNone/>
              <a:tabLst/>
              <a:defRPr sz="1400">
                <a:solidFill>
                  <a:schemeClr val="tx1"/>
                </a:solidFill>
              </a:defRPr>
            </a:lvl8pPr>
            <a:lvl9pPr marL="6350" indent="0">
              <a:buNone/>
              <a:tabLst/>
              <a:defRPr sz="1400">
                <a:solidFill>
                  <a:schemeClr val="tx1"/>
                </a:solidFill>
              </a:defRPr>
            </a:lvl9pPr>
          </a:lstStyle>
          <a:p>
            <a:pPr lvl="0"/>
            <a:r>
              <a:rPr lang="en-US"/>
              <a:t>Speaker title, Employing entity</a:t>
            </a:r>
          </a:p>
        </p:txBody>
      </p:sp>
      <p:sp>
        <p:nvSpPr>
          <p:cNvPr id="10" name="Text Placeholder 23">
            <a:extLst>
              <a:ext uri="{FF2B5EF4-FFF2-40B4-BE49-F238E27FC236}">
                <a16:creationId xmlns:a16="http://schemas.microsoft.com/office/drawing/2014/main" id="{4624C4B5-2103-2C0A-2E9C-DF8379ED7B27}"/>
              </a:ext>
            </a:extLst>
          </p:cNvPr>
          <p:cNvSpPr>
            <a:spLocks noGrp="1"/>
          </p:cNvSpPr>
          <p:nvPr>
            <p:ph type="body" sz="quarter" idx="15" hasCustomPrompt="1"/>
          </p:nvPr>
        </p:nvSpPr>
        <p:spPr>
          <a:xfrm>
            <a:off x="515939" y="5814253"/>
            <a:ext cx="5580000" cy="167290"/>
          </a:xfrm>
        </p:spPr>
        <p:txBody>
          <a:bodyPr anchor="b">
            <a:noAutofit/>
          </a:bodyPr>
          <a:lstStyle>
            <a:lvl1pPr marL="0" indent="0" algn="l">
              <a:buFont typeface="Arial" panose="020B0604020202020204" pitchFamily="34" charset="0"/>
              <a:buNone/>
              <a:tabLst/>
              <a:defRPr sz="1200">
                <a:solidFill>
                  <a:schemeClr val="accent4"/>
                </a:solidFill>
              </a:defRPr>
            </a:lvl1pPr>
            <a:lvl2pPr marL="0" indent="0" algn="l">
              <a:buFont typeface="Arial" panose="020B0604020202020204" pitchFamily="34" charset="0"/>
              <a:buNone/>
              <a:tabLst/>
              <a:defRPr sz="1200">
                <a:solidFill>
                  <a:schemeClr val="accent4"/>
                </a:solidFill>
              </a:defRPr>
            </a:lvl2pPr>
            <a:lvl3pPr marL="0" indent="0" algn="l">
              <a:buFont typeface="Arial" panose="020B0604020202020204" pitchFamily="34" charset="0"/>
              <a:buNone/>
              <a:tabLst/>
              <a:defRPr sz="1200">
                <a:solidFill>
                  <a:schemeClr val="accent4"/>
                </a:solidFill>
              </a:defRPr>
            </a:lvl3pPr>
            <a:lvl4pPr marL="0" indent="0" algn="l">
              <a:buFont typeface="Arial" panose="020B0604020202020204" pitchFamily="34" charset="0"/>
              <a:buNone/>
              <a:tabLst/>
              <a:defRPr sz="1200">
                <a:solidFill>
                  <a:schemeClr val="accent4"/>
                </a:solidFill>
              </a:defRPr>
            </a:lvl4pPr>
            <a:lvl5pPr marL="0" indent="0" algn="l">
              <a:buFont typeface="Arial" panose="020B0604020202020204" pitchFamily="34" charset="0"/>
              <a:buNone/>
              <a:tabLst/>
              <a:defRPr sz="1200">
                <a:solidFill>
                  <a:schemeClr val="accent4"/>
                </a:solidFill>
              </a:defRPr>
            </a:lvl5pPr>
            <a:lvl6pPr marL="0" indent="0" algn="l">
              <a:buNone/>
              <a:tabLst/>
              <a:defRPr sz="1200">
                <a:solidFill>
                  <a:schemeClr val="accent4"/>
                </a:solidFill>
              </a:defRPr>
            </a:lvl6pPr>
            <a:lvl7pPr marL="0" indent="0" algn="l">
              <a:buNone/>
              <a:tabLst/>
              <a:defRPr sz="1200">
                <a:solidFill>
                  <a:schemeClr val="accent4"/>
                </a:solidFill>
              </a:defRPr>
            </a:lvl7pPr>
            <a:lvl8pPr marL="0" indent="0" algn="l">
              <a:buNone/>
              <a:tabLst/>
              <a:defRPr sz="1200">
                <a:solidFill>
                  <a:schemeClr val="accent4"/>
                </a:solidFill>
              </a:defRPr>
            </a:lvl8pPr>
            <a:lvl9pPr marL="0" indent="0" algn="l">
              <a:buNone/>
              <a:tabLst/>
              <a:defRPr sz="1200">
                <a:solidFill>
                  <a:schemeClr val="accent4"/>
                </a:solidFill>
              </a:defRPr>
            </a:lvl9pPr>
          </a:lstStyle>
          <a:p>
            <a:pPr lvl="0"/>
            <a:r>
              <a:rPr lang="en-US"/>
              <a:t>qualcomm.com/snapdragon</a:t>
            </a:r>
          </a:p>
        </p:txBody>
      </p:sp>
      <p:sp>
        <p:nvSpPr>
          <p:cNvPr id="15" name="TextBox 14">
            <a:extLst>
              <a:ext uri="{FF2B5EF4-FFF2-40B4-BE49-F238E27FC236}">
                <a16:creationId xmlns:a16="http://schemas.microsoft.com/office/drawing/2014/main" id="{860B256C-E8EE-297E-887C-2C7FB8EC4598}"/>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tx1">
                    <a:alpha val="25000"/>
                  </a:schemeClr>
                </a:solidFill>
                <a:latin typeface="+mn-lt"/>
                <a:ea typeface="+mn-ea"/>
                <a:cs typeface="+mn-cs"/>
              </a:rPr>
              <a:t>Snapdragon and Qualcomm branded products are products of Qualcomm Technologies, Inc. and/or its subsidiaries. </a:t>
            </a:r>
            <a:br>
              <a:rPr lang="en-CA" sz="800" kern="1200" baseline="0">
                <a:solidFill>
                  <a:schemeClr val="tx1">
                    <a:alpha val="25000"/>
                  </a:schemeClr>
                </a:solidFill>
                <a:latin typeface="+mn-lt"/>
                <a:ea typeface="+mn-ea"/>
                <a:cs typeface="+mn-cs"/>
              </a:rPr>
            </a:br>
            <a:r>
              <a:rPr lang="en-CA" sz="800" kern="1200" baseline="0">
                <a:solidFill>
                  <a:schemeClr val="tx1">
                    <a:alpha val="25000"/>
                  </a:schemeClr>
                </a:solidFill>
                <a:latin typeface="+mn-lt"/>
                <a:ea typeface="+mn-ea"/>
                <a:cs typeface="+mn-cs"/>
              </a:rPr>
              <a:t>Qualcomm patents are licensed by Qualcomm Incorporated.</a:t>
            </a:r>
          </a:p>
        </p:txBody>
      </p:sp>
      <p:pic>
        <p:nvPicPr>
          <p:cNvPr id="12" name="Graphic 11">
            <a:extLst>
              <a:ext uri="{FF2B5EF4-FFF2-40B4-BE49-F238E27FC236}">
                <a16:creationId xmlns:a16="http://schemas.microsoft.com/office/drawing/2014/main" id="{77A9DC62-C3AA-66C6-8C23-D281447903BE}"/>
              </a:ext>
            </a:extLst>
          </p:cNvPr>
          <p:cNvPicPr>
            <a:picLocks noChangeAspect="1"/>
          </p:cNvPicPr>
          <p:nvPr userDrawn="1"/>
        </p:nvPicPr>
        <p:blipFill>
          <a:blip>
            <a:extLst>
              <a:ext uri="{96DAC541-7B7A-43D3-8B79-37D633B846F1}">
                <asvg:svgBlip xmlns:asvg="http://schemas.microsoft.com/office/drawing/2016/SVG/main" r:embed="rId2"/>
              </a:ext>
            </a:extLst>
          </a:blip>
          <a:srcRect l="-2979" t="-5969" r="30058" b="19204"/>
          <a:stretch>
            <a:fillRect/>
          </a:stretch>
        </p:blipFill>
        <p:spPr>
          <a:xfrm>
            <a:off x="6428355" y="0"/>
            <a:ext cx="5763645" cy="6858000"/>
          </a:xfrm>
          <a:prstGeom prst="rect">
            <a:avLst/>
          </a:prstGeom>
        </p:spPr>
      </p:pic>
      <p:pic>
        <p:nvPicPr>
          <p:cNvPr id="5" name="Graphic 4">
            <a:extLst>
              <a:ext uri="{FF2B5EF4-FFF2-40B4-BE49-F238E27FC236}">
                <a16:creationId xmlns:a16="http://schemas.microsoft.com/office/drawing/2014/main" id="{E73BB41A-4175-7815-C048-40BBEE5628C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2868" y="282871"/>
            <a:ext cx="2933877" cy="950794"/>
          </a:xfrm>
          <a:prstGeom prst="rect">
            <a:avLst/>
          </a:prstGeom>
        </p:spPr>
      </p:pic>
      <p:sp>
        <p:nvSpPr>
          <p:cNvPr id="4" name="Rechteck 6" descr="{&quot;templafy&quot;:{&quot;id&quot;:&quot;48120693-9266-462d-a400-90bd42bc4413&quot;}}">
            <a:extLst>
              <a:ext uri="{FF2B5EF4-FFF2-40B4-BE49-F238E27FC236}">
                <a16:creationId xmlns:a16="http://schemas.microsoft.com/office/drawing/2014/main" id="{CA8841D0-F016-3ACB-5703-FA0692D48D2B}"/>
              </a:ext>
            </a:extLst>
          </p:cNvPr>
          <p:cNvSpPr/>
          <p:nvPr userDrawn="1"/>
        </p:nvSpPr>
        <p:spPr>
          <a:xfrm>
            <a:off x="515938" y="6396526"/>
            <a:ext cx="4795325"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95000"/>
              </a:lnSpc>
              <a:spcBef>
                <a:spcPts val="1200"/>
              </a:spcBef>
            </a:pPr>
            <a:r>
              <a:rPr lang="en-US" sz="800" kern="1200" baseline="0">
                <a:solidFill>
                  <a:schemeClr val="tx1">
                    <a:alpha val="25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958102653"/>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_Re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2072562"/>
            <a:ext cx="5580062" cy="2142894"/>
          </a:xfrm>
        </p:spPr>
        <p:txBody>
          <a:bodyPr anchor="b">
            <a:noAutofit/>
          </a:bodyPr>
          <a:lstStyle>
            <a:lvl1pPr algn="l">
              <a:lnSpc>
                <a:spcPct val="76000"/>
              </a:lnSpc>
              <a:defRPr sz="6000" b="1" i="0" spc="-100" baseline="0">
                <a:solidFill>
                  <a:schemeClr val="tx1"/>
                </a:solidFill>
                <a:latin typeface="+mj-lt"/>
              </a:defRPr>
            </a:lvl1pPr>
          </a:lstStyle>
          <a:p>
            <a:r>
              <a:rPr lang="en-US"/>
              <a:t>Sample presentation title 3 lines max</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37781"/>
            <a:ext cx="5580059" cy="369863"/>
          </a:xfrm>
        </p:spPr>
        <p:txBody>
          <a:bodyPr anchor="b"/>
          <a:lstStyle>
            <a:lvl1pPr marL="0" indent="0" algn="l">
              <a:lnSpc>
                <a:spcPct val="76000"/>
              </a:lnSpc>
              <a:buNone/>
              <a:defRPr sz="2400" spc="-80" baseline="0">
                <a:solidFill>
                  <a:schemeClr val="tx1"/>
                </a:solidFill>
              </a:defRPr>
            </a:lvl1pPr>
            <a:lvl2pPr marL="7938" indent="0" algn="l">
              <a:buFont typeface="Arial" panose="020B0604020202020204" pitchFamily="34" charset="0"/>
              <a:buNone/>
              <a:tabLst/>
              <a:defRPr sz="2400" spc="-80">
                <a:solidFill>
                  <a:schemeClr val="tx1"/>
                </a:solidFill>
              </a:defRPr>
            </a:lvl2pPr>
            <a:lvl3pPr marL="7938" indent="0" algn="l">
              <a:buNone/>
              <a:tabLst/>
              <a:defRPr sz="2400" spc="-80">
                <a:solidFill>
                  <a:schemeClr val="tx1"/>
                </a:solidFill>
              </a:defRPr>
            </a:lvl3pPr>
            <a:lvl4pPr marL="7938" indent="0" algn="l">
              <a:buNone/>
              <a:tabLst/>
              <a:defRPr sz="2400" spc="-80">
                <a:solidFill>
                  <a:schemeClr val="tx1"/>
                </a:solidFill>
              </a:defRPr>
            </a:lvl4pPr>
            <a:lvl5pPr marL="7938" indent="0" algn="l">
              <a:buNone/>
              <a:tabLst/>
              <a:defRPr sz="2400" spc="-80">
                <a:solidFill>
                  <a:schemeClr val="tx1"/>
                </a:solidFill>
              </a:defRPr>
            </a:lvl5pPr>
            <a:lvl6pPr marL="7938" indent="0" algn="l">
              <a:buNone/>
              <a:tabLst/>
              <a:defRPr sz="2400" spc="-80">
                <a:solidFill>
                  <a:schemeClr val="tx1"/>
                </a:solidFill>
              </a:defRPr>
            </a:lvl6pPr>
            <a:lvl7pPr marL="7938" indent="0" algn="l">
              <a:buNone/>
              <a:tabLst/>
              <a:defRPr sz="2400" spc="-80">
                <a:solidFill>
                  <a:schemeClr val="tx1"/>
                </a:solidFill>
              </a:defRPr>
            </a:lvl7pPr>
            <a:lvl8pPr marL="7938" indent="0" algn="l">
              <a:buNone/>
              <a:tabLst/>
              <a:defRPr sz="2400" spc="-80">
                <a:solidFill>
                  <a:schemeClr val="tx1"/>
                </a:solidFill>
              </a:defRPr>
            </a:lvl8pPr>
            <a:lvl9pPr marL="7938" indent="0" algn="l">
              <a:buNone/>
              <a:tabLst/>
              <a:defRPr sz="2400" spc="-80">
                <a:solidFill>
                  <a:schemeClr val="tx1"/>
                </a:solidFill>
              </a:defRPr>
            </a:lvl9pPr>
          </a:lstStyle>
          <a:p>
            <a:pPr lvl="0"/>
            <a:r>
              <a:rPr lang="en-US"/>
              <a:t>Speaker Name</a:t>
            </a:r>
          </a:p>
        </p:txBody>
      </p:sp>
      <p:sp>
        <p:nvSpPr>
          <p:cNvPr id="7" name="Text Placeholder 13">
            <a:extLst>
              <a:ext uri="{FF2B5EF4-FFF2-40B4-BE49-F238E27FC236}">
                <a16:creationId xmlns:a16="http://schemas.microsoft.com/office/drawing/2014/main" id="{4E352FB5-8F4C-B6A6-22CA-101287C14161}"/>
              </a:ext>
            </a:extLst>
          </p:cNvPr>
          <p:cNvSpPr>
            <a:spLocks noGrp="1"/>
          </p:cNvSpPr>
          <p:nvPr>
            <p:ph type="body" sz="quarter" idx="13" hasCustomPrompt="1"/>
          </p:nvPr>
        </p:nvSpPr>
        <p:spPr>
          <a:xfrm>
            <a:off x="515939" y="4948285"/>
            <a:ext cx="5580000" cy="233550"/>
          </a:xfrm>
        </p:spPr>
        <p:txBody>
          <a:bodyPr anchor="t">
            <a:noAutofit/>
          </a:bodyPr>
          <a:lstStyle>
            <a:lvl1pPr marL="0" indent="0">
              <a:buNone/>
              <a:defRPr sz="1400">
                <a:solidFill>
                  <a:schemeClr val="tx1"/>
                </a:solidFill>
              </a:defRPr>
            </a:lvl1pPr>
            <a:lvl2pPr marL="6350" indent="0">
              <a:buNone/>
              <a:tabLst/>
              <a:defRPr sz="1400">
                <a:solidFill>
                  <a:schemeClr val="tx1"/>
                </a:solidFill>
              </a:defRPr>
            </a:lvl2pPr>
            <a:lvl3pPr marL="6350" indent="0">
              <a:buNone/>
              <a:tabLst/>
              <a:defRPr sz="1400">
                <a:solidFill>
                  <a:schemeClr val="tx1"/>
                </a:solidFill>
              </a:defRPr>
            </a:lvl3pPr>
            <a:lvl4pPr marL="6350" indent="0">
              <a:buNone/>
              <a:tabLst/>
              <a:defRPr sz="1400">
                <a:solidFill>
                  <a:schemeClr val="tx1"/>
                </a:solidFill>
              </a:defRPr>
            </a:lvl4pPr>
            <a:lvl5pPr marL="6350" indent="0">
              <a:buNone/>
              <a:tabLst/>
              <a:defRPr sz="1400">
                <a:solidFill>
                  <a:schemeClr val="tx1"/>
                </a:solidFill>
              </a:defRPr>
            </a:lvl5pPr>
            <a:lvl6pPr marL="0" indent="0">
              <a:buNone/>
              <a:tabLst/>
              <a:defRPr sz="1400">
                <a:solidFill>
                  <a:schemeClr val="tx1"/>
                </a:solidFill>
              </a:defRPr>
            </a:lvl6pPr>
            <a:lvl7pPr marL="6350" indent="0">
              <a:buNone/>
              <a:tabLst/>
              <a:defRPr sz="1400">
                <a:solidFill>
                  <a:schemeClr val="tx1"/>
                </a:solidFill>
              </a:defRPr>
            </a:lvl7pPr>
            <a:lvl8pPr marL="6350" indent="0">
              <a:buNone/>
              <a:tabLst/>
              <a:defRPr sz="1400">
                <a:solidFill>
                  <a:schemeClr val="tx1"/>
                </a:solidFill>
              </a:defRPr>
            </a:lvl8pPr>
            <a:lvl9pPr marL="6350" indent="0">
              <a:buNone/>
              <a:tabLst/>
              <a:defRPr sz="1400">
                <a:solidFill>
                  <a:schemeClr val="tx1"/>
                </a:solidFill>
              </a:defRPr>
            </a:lvl9pPr>
          </a:lstStyle>
          <a:p>
            <a:pPr lvl="0"/>
            <a:r>
              <a:rPr lang="en-US"/>
              <a:t>Speaker title, Employing entity</a:t>
            </a:r>
          </a:p>
        </p:txBody>
      </p:sp>
      <p:sp>
        <p:nvSpPr>
          <p:cNvPr id="10" name="Text Placeholder 23">
            <a:extLst>
              <a:ext uri="{FF2B5EF4-FFF2-40B4-BE49-F238E27FC236}">
                <a16:creationId xmlns:a16="http://schemas.microsoft.com/office/drawing/2014/main" id="{4624C4B5-2103-2C0A-2E9C-DF8379ED7B27}"/>
              </a:ext>
            </a:extLst>
          </p:cNvPr>
          <p:cNvSpPr>
            <a:spLocks noGrp="1"/>
          </p:cNvSpPr>
          <p:nvPr>
            <p:ph type="body" sz="quarter" idx="15" hasCustomPrompt="1"/>
          </p:nvPr>
        </p:nvSpPr>
        <p:spPr>
          <a:xfrm>
            <a:off x="515939" y="5814253"/>
            <a:ext cx="5580000" cy="167290"/>
          </a:xfrm>
        </p:spPr>
        <p:txBody>
          <a:bodyPr anchor="b">
            <a:noAutofit/>
          </a:bodyPr>
          <a:lstStyle>
            <a:lvl1pPr marL="7938" indent="0" algn="l">
              <a:buFont typeface="Arial" panose="020B0604020202020204" pitchFamily="34" charset="0"/>
              <a:buNone/>
              <a:tabLst/>
              <a:defRPr sz="1200">
                <a:solidFill>
                  <a:schemeClr val="tx1"/>
                </a:solidFill>
              </a:defRPr>
            </a:lvl1pPr>
            <a:lvl2pPr marL="7938" indent="0" algn="l">
              <a:buFont typeface="Arial" panose="020B0604020202020204" pitchFamily="34" charset="0"/>
              <a:buNone/>
              <a:tabLst/>
              <a:defRPr sz="1200">
                <a:solidFill>
                  <a:schemeClr val="tx1"/>
                </a:solidFill>
              </a:defRPr>
            </a:lvl2pPr>
            <a:lvl3pPr marL="7938" indent="0" algn="l">
              <a:buFont typeface="Arial" panose="020B0604020202020204" pitchFamily="34" charset="0"/>
              <a:buNone/>
              <a:tabLst/>
              <a:defRPr sz="1200">
                <a:solidFill>
                  <a:schemeClr val="tx1"/>
                </a:solidFill>
              </a:defRPr>
            </a:lvl3pPr>
            <a:lvl4pPr marL="7938" indent="0" algn="l">
              <a:buFont typeface="Arial" panose="020B0604020202020204" pitchFamily="34" charset="0"/>
              <a:buNone/>
              <a:tabLst/>
              <a:defRPr sz="1200">
                <a:solidFill>
                  <a:schemeClr val="tx1"/>
                </a:solidFill>
              </a:defRPr>
            </a:lvl4pPr>
            <a:lvl5pPr marL="7938" indent="0" algn="l">
              <a:buFont typeface="Arial" panose="020B0604020202020204" pitchFamily="34" charset="0"/>
              <a:buNone/>
              <a:tabLst/>
              <a:defRPr sz="1200">
                <a:solidFill>
                  <a:schemeClr val="tx1"/>
                </a:solidFill>
              </a:defRPr>
            </a:lvl5pPr>
            <a:lvl6pPr marL="9525" indent="0" algn="l">
              <a:buNone/>
              <a:tabLst/>
              <a:defRPr sz="1200">
                <a:solidFill>
                  <a:schemeClr val="tx1"/>
                </a:solidFill>
              </a:defRPr>
            </a:lvl6pPr>
            <a:lvl7pPr marL="9525" indent="0" algn="l">
              <a:buNone/>
              <a:tabLst/>
              <a:defRPr sz="1200">
                <a:solidFill>
                  <a:schemeClr val="tx1"/>
                </a:solidFill>
              </a:defRPr>
            </a:lvl7pPr>
            <a:lvl8pPr marL="9525" indent="0" algn="l">
              <a:buNone/>
              <a:tabLst/>
              <a:defRPr sz="1200">
                <a:solidFill>
                  <a:schemeClr val="tx1"/>
                </a:solidFill>
              </a:defRPr>
            </a:lvl8pPr>
            <a:lvl9pPr marL="9525" indent="0" algn="l">
              <a:buNone/>
              <a:tabLst/>
              <a:defRPr sz="1200">
                <a:solidFill>
                  <a:schemeClr val="tx1"/>
                </a:solidFill>
              </a:defRPr>
            </a:lvl9pPr>
          </a:lstStyle>
          <a:p>
            <a:pPr lvl="0"/>
            <a:r>
              <a:rPr lang="en-US"/>
              <a:t>qualcomm.com/snapdragon</a:t>
            </a:r>
          </a:p>
        </p:txBody>
      </p:sp>
      <p:sp>
        <p:nvSpPr>
          <p:cNvPr id="15" name="TextBox 14">
            <a:extLst>
              <a:ext uri="{FF2B5EF4-FFF2-40B4-BE49-F238E27FC236}">
                <a16:creationId xmlns:a16="http://schemas.microsoft.com/office/drawing/2014/main" id="{860B256C-E8EE-297E-887C-2C7FB8EC4598}"/>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tx1">
                    <a:alpha val="75000"/>
                  </a:schemeClr>
                </a:solidFill>
                <a:latin typeface="+mn-lt"/>
                <a:ea typeface="+mn-ea"/>
                <a:cs typeface="+mn-cs"/>
              </a:rPr>
              <a:t>Snapdragon and Qualcomm branded products are products of Qualcomm Technologies, Inc. and/or its subsidiaries.</a:t>
            </a:r>
            <a:br>
              <a:rPr lang="en-CA" sz="800" kern="1200" baseline="0">
                <a:solidFill>
                  <a:schemeClr val="tx1">
                    <a:alpha val="75000"/>
                  </a:schemeClr>
                </a:solidFill>
                <a:latin typeface="+mn-lt"/>
                <a:ea typeface="+mn-ea"/>
                <a:cs typeface="+mn-cs"/>
              </a:rPr>
            </a:br>
            <a:r>
              <a:rPr lang="en-CA" sz="800" kern="1200" baseline="0">
                <a:solidFill>
                  <a:schemeClr val="tx1">
                    <a:alpha val="75000"/>
                  </a:schemeClr>
                </a:solidFill>
                <a:latin typeface="+mn-lt"/>
                <a:ea typeface="+mn-ea"/>
                <a:cs typeface="+mn-cs"/>
              </a:rPr>
              <a:t>Qualcomm patents are licensed by Qualcomm Incorporated.</a:t>
            </a:r>
          </a:p>
        </p:txBody>
      </p:sp>
      <p:pic>
        <p:nvPicPr>
          <p:cNvPr id="12" name="Graphic 11">
            <a:extLst>
              <a:ext uri="{FF2B5EF4-FFF2-40B4-BE49-F238E27FC236}">
                <a16:creationId xmlns:a16="http://schemas.microsoft.com/office/drawing/2014/main" id="{77A9DC62-C3AA-66C6-8C23-D281447903BE}"/>
              </a:ext>
            </a:extLst>
          </p:cNvPr>
          <p:cNvPicPr>
            <a:picLocks noChangeAspect="1"/>
          </p:cNvPicPr>
          <p:nvPr userDrawn="1"/>
        </p:nvPicPr>
        <p:blipFill>
          <a:blip>
            <a:extLst>
              <a:ext uri="{96DAC541-7B7A-43D3-8B79-37D633B846F1}">
                <asvg:svgBlip xmlns:asvg="http://schemas.microsoft.com/office/drawing/2016/SVG/main" r:embed="rId2"/>
              </a:ext>
            </a:extLst>
          </a:blip>
          <a:srcRect l="-2979" t="-5969" r="30058" b="19204"/>
          <a:stretch>
            <a:fillRect/>
          </a:stretch>
        </p:blipFill>
        <p:spPr>
          <a:xfrm>
            <a:off x="6428355" y="0"/>
            <a:ext cx="5763645" cy="6858000"/>
          </a:xfrm>
          <a:prstGeom prst="rect">
            <a:avLst/>
          </a:prstGeom>
        </p:spPr>
      </p:pic>
      <p:pic>
        <p:nvPicPr>
          <p:cNvPr id="9" name="Graphic 8">
            <a:extLst>
              <a:ext uri="{FF2B5EF4-FFF2-40B4-BE49-F238E27FC236}">
                <a16:creationId xmlns:a16="http://schemas.microsoft.com/office/drawing/2014/main" id="{13823BA9-0B28-A020-6126-881B7800822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2868" y="282871"/>
            <a:ext cx="2933877" cy="950794"/>
          </a:xfrm>
          <a:prstGeom prst="rect">
            <a:avLst/>
          </a:prstGeom>
        </p:spPr>
      </p:pic>
      <p:sp>
        <p:nvSpPr>
          <p:cNvPr id="4" name="Rechteck 6" descr="{&quot;templafy&quot;:{&quot;id&quot;:&quot;f8c15485-94e4-41c3-a1bd-e5ef7298ca45&quot;}}">
            <a:extLst>
              <a:ext uri="{FF2B5EF4-FFF2-40B4-BE49-F238E27FC236}">
                <a16:creationId xmlns:a16="http://schemas.microsoft.com/office/drawing/2014/main" id="{4879F6FD-8852-78B8-F537-CCC559F8E92F}"/>
              </a:ext>
            </a:extLst>
          </p:cNvPr>
          <p:cNvSpPr/>
          <p:nvPr userDrawn="1"/>
        </p:nvSpPr>
        <p:spPr>
          <a:xfrm>
            <a:off x="515938" y="6396526"/>
            <a:ext cx="4795325"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95000"/>
              </a:lnSpc>
              <a:spcBef>
                <a:spcPts val="1200"/>
              </a:spcBef>
            </a:pPr>
            <a:r>
              <a:rPr lang="en-US" sz="800" kern="1200" baseline="0">
                <a:solidFill>
                  <a:schemeClr val="tx1">
                    <a:alpha val="75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492059380"/>
      </p:ext>
    </p:extLst>
  </p:cSld>
  <p:clrMapOvr>
    <a:overrideClrMapping bg1="dk1" tx1="lt1" bg2="dk2" tx2="lt1" accent1="lt1" accent2="lt1" accent3="accent3" accent4="accent4" accent5="accent5" accent6="accent6" hlink="lt1" folHlink="lt1"/>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_DarkRed">
    <p:bg>
      <p:bgPr>
        <a:solidFill>
          <a:srgbClr val="92001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2072562"/>
            <a:ext cx="5580062" cy="2142894"/>
          </a:xfrm>
        </p:spPr>
        <p:txBody>
          <a:bodyPr anchor="b">
            <a:noAutofit/>
          </a:bodyPr>
          <a:lstStyle>
            <a:lvl1pPr algn="l">
              <a:lnSpc>
                <a:spcPct val="76000"/>
              </a:lnSpc>
              <a:defRPr sz="6000" b="1" i="0" spc="-100" baseline="0">
                <a:solidFill>
                  <a:schemeClr val="tx1"/>
                </a:solidFill>
                <a:latin typeface="+mj-lt"/>
              </a:defRPr>
            </a:lvl1pPr>
          </a:lstStyle>
          <a:p>
            <a:r>
              <a:rPr lang="en-US"/>
              <a:t>Sample presentation title 3 lines max</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37781"/>
            <a:ext cx="5580059" cy="369863"/>
          </a:xfrm>
        </p:spPr>
        <p:txBody>
          <a:bodyPr anchor="b"/>
          <a:lstStyle>
            <a:lvl1pPr marL="0" indent="0" algn="l">
              <a:lnSpc>
                <a:spcPct val="76000"/>
              </a:lnSpc>
              <a:buNone/>
              <a:defRPr sz="2400" spc="-80" baseline="0">
                <a:solidFill>
                  <a:schemeClr val="tx1"/>
                </a:solidFill>
              </a:defRPr>
            </a:lvl1pPr>
            <a:lvl2pPr marL="7938" indent="0" algn="l">
              <a:buFont typeface="Arial" panose="020B0604020202020204" pitchFamily="34" charset="0"/>
              <a:buNone/>
              <a:tabLst/>
              <a:defRPr sz="2400" spc="-80">
                <a:solidFill>
                  <a:schemeClr val="tx1"/>
                </a:solidFill>
              </a:defRPr>
            </a:lvl2pPr>
            <a:lvl3pPr marL="7938" indent="0" algn="l">
              <a:buNone/>
              <a:tabLst/>
              <a:defRPr sz="2400" spc="-80">
                <a:solidFill>
                  <a:schemeClr val="tx1"/>
                </a:solidFill>
              </a:defRPr>
            </a:lvl3pPr>
            <a:lvl4pPr marL="7938" indent="0" algn="l">
              <a:buNone/>
              <a:tabLst/>
              <a:defRPr sz="2400" spc="-80">
                <a:solidFill>
                  <a:schemeClr val="tx1"/>
                </a:solidFill>
              </a:defRPr>
            </a:lvl4pPr>
            <a:lvl5pPr marL="7938" indent="0" algn="l">
              <a:buNone/>
              <a:tabLst/>
              <a:defRPr sz="2400" spc="-80">
                <a:solidFill>
                  <a:schemeClr val="tx1"/>
                </a:solidFill>
              </a:defRPr>
            </a:lvl5pPr>
            <a:lvl6pPr marL="7938" indent="0" algn="l">
              <a:buNone/>
              <a:tabLst/>
              <a:defRPr sz="2400" spc="-80">
                <a:solidFill>
                  <a:schemeClr val="tx1"/>
                </a:solidFill>
              </a:defRPr>
            </a:lvl6pPr>
            <a:lvl7pPr marL="7938" indent="0" algn="l">
              <a:buNone/>
              <a:tabLst/>
              <a:defRPr sz="2400" spc="-80">
                <a:solidFill>
                  <a:schemeClr val="tx1"/>
                </a:solidFill>
              </a:defRPr>
            </a:lvl7pPr>
            <a:lvl8pPr marL="7938" indent="0" algn="l">
              <a:buNone/>
              <a:tabLst/>
              <a:defRPr sz="2400" spc="-80">
                <a:solidFill>
                  <a:schemeClr val="tx1"/>
                </a:solidFill>
              </a:defRPr>
            </a:lvl8pPr>
            <a:lvl9pPr marL="7938" indent="0" algn="l">
              <a:buNone/>
              <a:tabLst/>
              <a:defRPr sz="2400" spc="-80">
                <a:solidFill>
                  <a:schemeClr val="tx1"/>
                </a:solidFill>
              </a:defRPr>
            </a:lvl9pPr>
          </a:lstStyle>
          <a:p>
            <a:pPr lvl="0"/>
            <a:r>
              <a:rPr lang="en-US"/>
              <a:t>Speaker Name</a:t>
            </a:r>
          </a:p>
        </p:txBody>
      </p:sp>
      <p:sp>
        <p:nvSpPr>
          <p:cNvPr id="7" name="Text Placeholder 13">
            <a:extLst>
              <a:ext uri="{FF2B5EF4-FFF2-40B4-BE49-F238E27FC236}">
                <a16:creationId xmlns:a16="http://schemas.microsoft.com/office/drawing/2014/main" id="{4E352FB5-8F4C-B6A6-22CA-101287C14161}"/>
              </a:ext>
            </a:extLst>
          </p:cNvPr>
          <p:cNvSpPr>
            <a:spLocks noGrp="1"/>
          </p:cNvSpPr>
          <p:nvPr>
            <p:ph type="body" sz="quarter" idx="13" hasCustomPrompt="1"/>
          </p:nvPr>
        </p:nvSpPr>
        <p:spPr>
          <a:xfrm>
            <a:off x="515939" y="4948285"/>
            <a:ext cx="5580000" cy="233550"/>
          </a:xfrm>
        </p:spPr>
        <p:txBody>
          <a:bodyPr anchor="t">
            <a:noAutofit/>
          </a:bodyPr>
          <a:lstStyle>
            <a:lvl1pPr marL="0" indent="0">
              <a:buNone/>
              <a:defRPr sz="1400">
                <a:solidFill>
                  <a:schemeClr val="tx1"/>
                </a:solidFill>
              </a:defRPr>
            </a:lvl1pPr>
            <a:lvl2pPr marL="6350" indent="0">
              <a:buNone/>
              <a:tabLst/>
              <a:defRPr sz="1400">
                <a:solidFill>
                  <a:schemeClr val="tx1"/>
                </a:solidFill>
              </a:defRPr>
            </a:lvl2pPr>
            <a:lvl3pPr marL="6350" indent="0">
              <a:buNone/>
              <a:tabLst/>
              <a:defRPr sz="1400">
                <a:solidFill>
                  <a:schemeClr val="tx1"/>
                </a:solidFill>
              </a:defRPr>
            </a:lvl3pPr>
            <a:lvl4pPr marL="6350" indent="0">
              <a:buNone/>
              <a:tabLst/>
              <a:defRPr sz="1400">
                <a:solidFill>
                  <a:schemeClr val="tx1"/>
                </a:solidFill>
              </a:defRPr>
            </a:lvl4pPr>
            <a:lvl5pPr marL="6350" indent="0">
              <a:buNone/>
              <a:tabLst/>
              <a:defRPr sz="1400">
                <a:solidFill>
                  <a:schemeClr val="tx1"/>
                </a:solidFill>
              </a:defRPr>
            </a:lvl5pPr>
            <a:lvl6pPr marL="0" indent="0">
              <a:buNone/>
              <a:tabLst/>
              <a:defRPr sz="1400">
                <a:solidFill>
                  <a:schemeClr val="tx1"/>
                </a:solidFill>
              </a:defRPr>
            </a:lvl6pPr>
            <a:lvl7pPr marL="6350" indent="0">
              <a:buNone/>
              <a:tabLst/>
              <a:defRPr sz="1400">
                <a:solidFill>
                  <a:schemeClr val="tx1"/>
                </a:solidFill>
              </a:defRPr>
            </a:lvl7pPr>
            <a:lvl8pPr marL="6350" indent="0">
              <a:buNone/>
              <a:tabLst/>
              <a:defRPr sz="1400">
                <a:solidFill>
                  <a:schemeClr val="tx1"/>
                </a:solidFill>
              </a:defRPr>
            </a:lvl8pPr>
            <a:lvl9pPr marL="6350" indent="0">
              <a:buNone/>
              <a:tabLst/>
              <a:defRPr sz="1400">
                <a:solidFill>
                  <a:schemeClr val="tx1"/>
                </a:solidFill>
              </a:defRPr>
            </a:lvl9pPr>
          </a:lstStyle>
          <a:p>
            <a:pPr lvl="0"/>
            <a:r>
              <a:rPr lang="en-US"/>
              <a:t>Speaker title, Employing entity</a:t>
            </a:r>
          </a:p>
        </p:txBody>
      </p:sp>
      <p:sp>
        <p:nvSpPr>
          <p:cNvPr id="10" name="Text Placeholder 23">
            <a:extLst>
              <a:ext uri="{FF2B5EF4-FFF2-40B4-BE49-F238E27FC236}">
                <a16:creationId xmlns:a16="http://schemas.microsoft.com/office/drawing/2014/main" id="{4624C4B5-2103-2C0A-2E9C-DF8379ED7B27}"/>
              </a:ext>
            </a:extLst>
          </p:cNvPr>
          <p:cNvSpPr>
            <a:spLocks noGrp="1"/>
          </p:cNvSpPr>
          <p:nvPr>
            <p:ph type="body" sz="quarter" idx="15" hasCustomPrompt="1"/>
          </p:nvPr>
        </p:nvSpPr>
        <p:spPr>
          <a:xfrm>
            <a:off x="515939" y="5814253"/>
            <a:ext cx="5580000" cy="167290"/>
          </a:xfrm>
        </p:spPr>
        <p:txBody>
          <a:bodyPr anchor="b">
            <a:noAutofit/>
          </a:bodyPr>
          <a:lstStyle>
            <a:lvl1pPr marL="7938" indent="0" algn="l">
              <a:buFont typeface="Arial" panose="020B0604020202020204" pitchFamily="34" charset="0"/>
              <a:buNone/>
              <a:tabLst/>
              <a:defRPr sz="1200">
                <a:solidFill>
                  <a:schemeClr val="tx1"/>
                </a:solidFill>
              </a:defRPr>
            </a:lvl1pPr>
            <a:lvl2pPr marL="7938" indent="0" algn="l">
              <a:buFont typeface="Arial" panose="020B0604020202020204" pitchFamily="34" charset="0"/>
              <a:buNone/>
              <a:tabLst/>
              <a:defRPr sz="1200">
                <a:solidFill>
                  <a:schemeClr val="tx1"/>
                </a:solidFill>
              </a:defRPr>
            </a:lvl2pPr>
            <a:lvl3pPr marL="7938" indent="0" algn="l">
              <a:buFont typeface="Arial" panose="020B0604020202020204" pitchFamily="34" charset="0"/>
              <a:buNone/>
              <a:tabLst/>
              <a:defRPr sz="1200">
                <a:solidFill>
                  <a:schemeClr val="tx1"/>
                </a:solidFill>
              </a:defRPr>
            </a:lvl3pPr>
            <a:lvl4pPr marL="7938" indent="0" algn="l">
              <a:buFont typeface="Arial" panose="020B0604020202020204" pitchFamily="34" charset="0"/>
              <a:buNone/>
              <a:tabLst/>
              <a:defRPr sz="1200">
                <a:solidFill>
                  <a:schemeClr val="tx1"/>
                </a:solidFill>
              </a:defRPr>
            </a:lvl4pPr>
            <a:lvl5pPr marL="7938" indent="0" algn="l">
              <a:buFont typeface="Arial" panose="020B0604020202020204" pitchFamily="34" charset="0"/>
              <a:buNone/>
              <a:tabLst/>
              <a:defRPr sz="1200">
                <a:solidFill>
                  <a:schemeClr val="tx1"/>
                </a:solidFill>
              </a:defRPr>
            </a:lvl5pPr>
            <a:lvl6pPr marL="9525" indent="0" algn="l">
              <a:buNone/>
              <a:tabLst/>
              <a:defRPr sz="1200">
                <a:solidFill>
                  <a:schemeClr val="tx1"/>
                </a:solidFill>
              </a:defRPr>
            </a:lvl6pPr>
            <a:lvl7pPr marL="9525" indent="0" algn="l">
              <a:buNone/>
              <a:tabLst/>
              <a:defRPr sz="1200">
                <a:solidFill>
                  <a:schemeClr val="tx1"/>
                </a:solidFill>
              </a:defRPr>
            </a:lvl7pPr>
            <a:lvl8pPr marL="9525" indent="0" algn="l">
              <a:buNone/>
              <a:tabLst/>
              <a:defRPr sz="1200">
                <a:solidFill>
                  <a:schemeClr val="tx1"/>
                </a:solidFill>
              </a:defRPr>
            </a:lvl8pPr>
            <a:lvl9pPr marL="9525" indent="0" algn="l">
              <a:buNone/>
              <a:tabLst/>
              <a:defRPr sz="1200">
                <a:solidFill>
                  <a:schemeClr val="tx1"/>
                </a:solidFill>
              </a:defRPr>
            </a:lvl9pPr>
          </a:lstStyle>
          <a:p>
            <a:pPr lvl="0"/>
            <a:r>
              <a:rPr lang="en-US"/>
              <a:t>qualcomm.com/snapdragon</a:t>
            </a:r>
          </a:p>
        </p:txBody>
      </p:sp>
      <p:sp>
        <p:nvSpPr>
          <p:cNvPr id="15" name="TextBox 14">
            <a:extLst>
              <a:ext uri="{FF2B5EF4-FFF2-40B4-BE49-F238E27FC236}">
                <a16:creationId xmlns:a16="http://schemas.microsoft.com/office/drawing/2014/main" id="{860B256C-E8EE-297E-887C-2C7FB8EC4598}"/>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tx1">
                    <a:alpha val="75000"/>
                  </a:schemeClr>
                </a:solidFill>
                <a:latin typeface="+mn-lt"/>
                <a:ea typeface="+mn-ea"/>
                <a:cs typeface="+mn-cs"/>
              </a:rPr>
              <a:t>Snapdragon and Qualcomm branded products are products of Qualcomm Technologies, Inc. and/or its subsidiaries.</a:t>
            </a:r>
            <a:br>
              <a:rPr lang="en-CA" sz="800" kern="1200" baseline="0">
                <a:solidFill>
                  <a:schemeClr val="tx1">
                    <a:alpha val="75000"/>
                  </a:schemeClr>
                </a:solidFill>
                <a:latin typeface="+mn-lt"/>
                <a:ea typeface="+mn-ea"/>
                <a:cs typeface="+mn-cs"/>
              </a:rPr>
            </a:br>
            <a:r>
              <a:rPr lang="en-CA" sz="800" kern="1200" baseline="0">
                <a:solidFill>
                  <a:schemeClr val="tx1">
                    <a:alpha val="75000"/>
                  </a:schemeClr>
                </a:solidFill>
                <a:latin typeface="+mn-lt"/>
                <a:ea typeface="+mn-ea"/>
                <a:cs typeface="+mn-cs"/>
              </a:rPr>
              <a:t>Qualcomm patents are licensed by Qualcomm Incorporated.</a:t>
            </a:r>
          </a:p>
        </p:txBody>
      </p:sp>
      <p:pic>
        <p:nvPicPr>
          <p:cNvPr id="12" name="Graphic 11">
            <a:extLst>
              <a:ext uri="{FF2B5EF4-FFF2-40B4-BE49-F238E27FC236}">
                <a16:creationId xmlns:a16="http://schemas.microsoft.com/office/drawing/2014/main" id="{77A9DC62-C3AA-66C6-8C23-D281447903BE}"/>
              </a:ext>
            </a:extLst>
          </p:cNvPr>
          <p:cNvPicPr>
            <a:picLocks noChangeAspect="1"/>
          </p:cNvPicPr>
          <p:nvPr userDrawn="1"/>
        </p:nvPicPr>
        <p:blipFill>
          <a:blip>
            <a:extLst>
              <a:ext uri="{96DAC541-7B7A-43D3-8B79-37D633B846F1}">
                <asvg:svgBlip xmlns:asvg="http://schemas.microsoft.com/office/drawing/2016/SVG/main" r:embed="rId2"/>
              </a:ext>
            </a:extLst>
          </a:blip>
          <a:srcRect l="-2979" t="-5969" r="30058" b="19204"/>
          <a:stretch>
            <a:fillRect/>
          </a:stretch>
        </p:blipFill>
        <p:spPr>
          <a:xfrm>
            <a:off x="6428355" y="0"/>
            <a:ext cx="5763645" cy="6858000"/>
          </a:xfrm>
          <a:prstGeom prst="rect">
            <a:avLst/>
          </a:prstGeom>
        </p:spPr>
      </p:pic>
      <p:pic>
        <p:nvPicPr>
          <p:cNvPr id="11" name="Graphic 10">
            <a:extLst>
              <a:ext uri="{FF2B5EF4-FFF2-40B4-BE49-F238E27FC236}">
                <a16:creationId xmlns:a16="http://schemas.microsoft.com/office/drawing/2014/main" id="{43C6C697-1698-FA19-0C58-4AD0E5AF5E3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2868" y="282871"/>
            <a:ext cx="2933877" cy="950794"/>
          </a:xfrm>
          <a:prstGeom prst="rect">
            <a:avLst/>
          </a:prstGeom>
        </p:spPr>
      </p:pic>
      <p:sp>
        <p:nvSpPr>
          <p:cNvPr id="4" name="Rechteck 6" descr="{&quot;templafy&quot;:{&quot;id&quot;:&quot;dae38a04-41df-4ad2-813d-2c249e41e2a5&quot;}}">
            <a:extLst>
              <a:ext uri="{FF2B5EF4-FFF2-40B4-BE49-F238E27FC236}">
                <a16:creationId xmlns:a16="http://schemas.microsoft.com/office/drawing/2014/main" id="{D8250B1D-706D-A588-7553-88450351DB99}"/>
              </a:ext>
            </a:extLst>
          </p:cNvPr>
          <p:cNvSpPr/>
          <p:nvPr userDrawn="1"/>
        </p:nvSpPr>
        <p:spPr>
          <a:xfrm>
            <a:off x="515938" y="6396526"/>
            <a:ext cx="4795325"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95000"/>
              </a:lnSpc>
              <a:spcBef>
                <a:spcPts val="1200"/>
              </a:spcBef>
            </a:pPr>
            <a:r>
              <a:rPr lang="en-US" sz="800" kern="1200" baseline="0">
                <a:solidFill>
                  <a:schemeClr val="tx1">
                    <a:alpha val="75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115777848"/>
      </p:ext>
    </p:extLst>
  </p:cSld>
  <p:clrMapOvr>
    <a:overrideClrMapping bg1="dk1" tx1="lt1" bg2="dk2" tx2="lt1" accent1="lt1" accent2="lt1" accent3="accent3" accent4="accent1" accent5="accent5" accent6="accent6" hlink="lt1" folHlink="lt1"/>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_DeepRed">
    <p:bg>
      <p:bgPr>
        <a:solidFill>
          <a:srgbClr val="50001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1472255"/>
            <a:ext cx="5580062" cy="2743201"/>
          </a:xfrm>
        </p:spPr>
        <p:txBody>
          <a:bodyPr anchor="b"/>
          <a:lstStyle>
            <a:lvl1pPr algn="l">
              <a:lnSpc>
                <a:spcPct val="76000"/>
              </a:lnSpc>
              <a:defRPr sz="6000" b="1" i="0" spc="-100" baseline="0">
                <a:solidFill>
                  <a:schemeClr val="accent1"/>
                </a:solidFill>
                <a:latin typeface="+mj-lt"/>
              </a:defRPr>
            </a:lvl1pPr>
          </a:lstStyle>
          <a:p>
            <a:r>
              <a:rPr lang="en-US"/>
              <a:t>Sample presentation title 3 lines max</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37781"/>
            <a:ext cx="5580059" cy="369863"/>
          </a:xfrm>
        </p:spPr>
        <p:txBody>
          <a:bodyPr anchor="b"/>
          <a:lstStyle>
            <a:lvl1pPr marL="0" indent="0" algn="l">
              <a:lnSpc>
                <a:spcPct val="76000"/>
              </a:lnSpc>
              <a:buNone/>
              <a:defRPr sz="2400" spc="-80" baseline="0">
                <a:solidFill>
                  <a:schemeClr val="tx1"/>
                </a:solidFill>
              </a:defRPr>
            </a:lvl1pPr>
            <a:lvl2pPr marL="7938" indent="0" algn="l">
              <a:buFont typeface="Arial" panose="020B0604020202020204" pitchFamily="34" charset="0"/>
              <a:buNone/>
              <a:tabLst/>
              <a:defRPr sz="2400" spc="-80">
                <a:solidFill>
                  <a:schemeClr val="tx1"/>
                </a:solidFill>
              </a:defRPr>
            </a:lvl2pPr>
            <a:lvl3pPr marL="7938" indent="0" algn="l">
              <a:buNone/>
              <a:tabLst/>
              <a:defRPr sz="2400" spc="-80">
                <a:solidFill>
                  <a:schemeClr val="tx1"/>
                </a:solidFill>
              </a:defRPr>
            </a:lvl3pPr>
            <a:lvl4pPr marL="7938" indent="0" algn="l">
              <a:buNone/>
              <a:tabLst/>
              <a:defRPr sz="2400" spc="-80">
                <a:solidFill>
                  <a:schemeClr val="tx1"/>
                </a:solidFill>
              </a:defRPr>
            </a:lvl4pPr>
            <a:lvl5pPr marL="7938" indent="0" algn="l">
              <a:buNone/>
              <a:tabLst/>
              <a:defRPr sz="2400" spc="-80">
                <a:solidFill>
                  <a:schemeClr val="tx1"/>
                </a:solidFill>
              </a:defRPr>
            </a:lvl5pPr>
            <a:lvl6pPr marL="7938" indent="0" algn="l">
              <a:buNone/>
              <a:tabLst/>
              <a:defRPr sz="2400" spc="-80">
                <a:solidFill>
                  <a:schemeClr val="tx1"/>
                </a:solidFill>
              </a:defRPr>
            </a:lvl6pPr>
            <a:lvl7pPr marL="7938" indent="0" algn="l">
              <a:buNone/>
              <a:tabLst/>
              <a:defRPr sz="2400" spc="-80">
                <a:solidFill>
                  <a:schemeClr val="tx1"/>
                </a:solidFill>
              </a:defRPr>
            </a:lvl7pPr>
            <a:lvl8pPr marL="7938" indent="0" algn="l">
              <a:buNone/>
              <a:tabLst/>
              <a:defRPr sz="2400" spc="-80">
                <a:solidFill>
                  <a:schemeClr val="tx1"/>
                </a:solidFill>
              </a:defRPr>
            </a:lvl8pPr>
            <a:lvl9pPr marL="7938" indent="0" algn="l">
              <a:buNone/>
              <a:tabLst/>
              <a:defRPr sz="2400" spc="-80">
                <a:solidFill>
                  <a:schemeClr val="tx1"/>
                </a:solidFill>
              </a:defRPr>
            </a:lvl9pPr>
          </a:lstStyle>
          <a:p>
            <a:pPr lvl="0"/>
            <a:r>
              <a:rPr lang="en-US"/>
              <a:t>Speaker Name</a:t>
            </a:r>
          </a:p>
        </p:txBody>
      </p:sp>
      <p:sp>
        <p:nvSpPr>
          <p:cNvPr id="7" name="Text Placeholder 13">
            <a:extLst>
              <a:ext uri="{FF2B5EF4-FFF2-40B4-BE49-F238E27FC236}">
                <a16:creationId xmlns:a16="http://schemas.microsoft.com/office/drawing/2014/main" id="{4E352FB5-8F4C-B6A6-22CA-101287C14161}"/>
              </a:ext>
            </a:extLst>
          </p:cNvPr>
          <p:cNvSpPr>
            <a:spLocks noGrp="1"/>
          </p:cNvSpPr>
          <p:nvPr>
            <p:ph type="body" sz="quarter" idx="13" hasCustomPrompt="1"/>
          </p:nvPr>
        </p:nvSpPr>
        <p:spPr>
          <a:xfrm>
            <a:off x="515939" y="4948285"/>
            <a:ext cx="5580000" cy="233550"/>
          </a:xfrm>
        </p:spPr>
        <p:txBody>
          <a:bodyPr anchor="t">
            <a:noAutofit/>
          </a:bodyPr>
          <a:lstStyle>
            <a:lvl1pPr marL="0" indent="0">
              <a:buNone/>
              <a:defRPr sz="1400">
                <a:solidFill>
                  <a:schemeClr val="tx1"/>
                </a:solidFill>
              </a:defRPr>
            </a:lvl1pPr>
            <a:lvl2pPr marL="6350" indent="0">
              <a:buNone/>
              <a:tabLst/>
              <a:defRPr sz="1400">
                <a:solidFill>
                  <a:schemeClr val="tx1"/>
                </a:solidFill>
              </a:defRPr>
            </a:lvl2pPr>
            <a:lvl3pPr marL="6350" indent="0">
              <a:buNone/>
              <a:tabLst/>
              <a:defRPr sz="1400">
                <a:solidFill>
                  <a:schemeClr val="tx1"/>
                </a:solidFill>
              </a:defRPr>
            </a:lvl3pPr>
            <a:lvl4pPr marL="6350" indent="0">
              <a:buNone/>
              <a:tabLst/>
              <a:defRPr sz="1400">
                <a:solidFill>
                  <a:schemeClr val="tx1"/>
                </a:solidFill>
              </a:defRPr>
            </a:lvl4pPr>
            <a:lvl5pPr marL="6350" indent="0">
              <a:buNone/>
              <a:tabLst/>
              <a:defRPr sz="1400">
                <a:solidFill>
                  <a:schemeClr val="tx1"/>
                </a:solidFill>
              </a:defRPr>
            </a:lvl5pPr>
            <a:lvl6pPr marL="0" indent="0">
              <a:buNone/>
              <a:tabLst/>
              <a:defRPr sz="1400">
                <a:solidFill>
                  <a:schemeClr val="tx1"/>
                </a:solidFill>
              </a:defRPr>
            </a:lvl6pPr>
            <a:lvl7pPr marL="6350" indent="0">
              <a:buNone/>
              <a:tabLst/>
              <a:defRPr sz="1400">
                <a:solidFill>
                  <a:schemeClr val="tx1"/>
                </a:solidFill>
              </a:defRPr>
            </a:lvl7pPr>
            <a:lvl8pPr marL="6350" indent="0">
              <a:buNone/>
              <a:tabLst/>
              <a:defRPr sz="1400">
                <a:solidFill>
                  <a:schemeClr val="tx1"/>
                </a:solidFill>
              </a:defRPr>
            </a:lvl8pPr>
            <a:lvl9pPr marL="6350" indent="0">
              <a:buNone/>
              <a:tabLst/>
              <a:defRPr sz="1400">
                <a:solidFill>
                  <a:schemeClr val="tx1"/>
                </a:solidFill>
              </a:defRPr>
            </a:lvl9pPr>
          </a:lstStyle>
          <a:p>
            <a:pPr lvl="0"/>
            <a:r>
              <a:rPr lang="en-US"/>
              <a:t>Speaker title, Employing entity</a:t>
            </a:r>
          </a:p>
        </p:txBody>
      </p:sp>
      <p:sp>
        <p:nvSpPr>
          <p:cNvPr id="10" name="Text Placeholder 23">
            <a:extLst>
              <a:ext uri="{FF2B5EF4-FFF2-40B4-BE49-F238E27FC236}">
                <a16:creationId xmlns:a16="http://schemas.microsoft.com/office/drawing/2014/main" id="{4624C4B5-2103-2C0A-2E9C-DF8379ED7B27}"/>
              </a:ext>
            </a:extLst>
          </p:cNvPr>
          <p:cNvSpPr>
            <a:spLocks noGrp="1"/>
          </p:cNvSpPr>
          <p:nvPr>
            <p:ph type="body" sz="quarter" idx="15" hasCustomPrompt="1"/>
          </p:nvPr>
        </p:nvSpPr>
        <p:spPr>
          <a:xfrm>
            <a:off x="515939" y="5814253"/>
            <a:ext cx="5580000" cy="167290"/>
          </a:xfrm>
        </p:spPr>
        <p:txBody>
          <a:bodyPr anchor="b">
            <a:noAutofit/>
          </a:bodyPr>
          <a:lstStyle>
            <a:lvl1pPr marL="7938" indent="0" algn="l">
              <a:buFont typeface="Arial" panose="020B0604020202020204" pitchFamily="34" charset="0"/>
              <a:buNone/>
              <a:tabLst/>
              <a:defRPr sz="1200">
                <a:solidFill>
                  <a:schemeClr val="tx1"/>
                </a:solidFill>
              </a:defRPr>
            </a:lvl1pPr>
            <a:lvl2pPr marL="7938" indent="0" algn="l">
              <a:buFont typeface="Arial" panose="020B0604020202020204" pitchFamily="34" charset="0"/>
              <a:buNone/>
              <a:tabLst/>
              <a:defRPr sz="1200">
                <a:solidFill>
                  <a:schemeClr val="accent2"/>
                </a:solidFill>
              </a:defRPr>
            </a:lvl2pPr>
            <a:lvl3pPr marL="7938" indent="0" algn="l">
              <a:buFont typeface="Arial" panose="020B0604020202020204" pitchFamily="34" charset="0"/>
              <a:buNone/>
              <a:tabLst/>
              <a:defRPr sz="1200">
                <a:solidFill>
                  <a:schemeClr val="accent2"/>
                </a:solidFill>
              </a:defRPr>
            </a:lvl3pPr>
            <a:lvl4pPr marL="7938" indent="0" algn="l">
              <a:buFont typeface="Arial" panose="020B0604020202020204" pitchFamily="34" charset="0"/>
              <a:buNone/>
              <a:tabLst/>
              <a:defRPr sz="1200">
                <a:solidFill>
                  <a:schemeClr val="accent2"/>
                </a:solidFill>
              </a:defRPr>
            </a:lvl4pPr>
            <a:lvl5pPr marL="7938" indent="0" algn="l">
              <a:buFont typeface="Arial" panose="020B0604020202020204" pitchFamily="34" charset="0"/>
              <a:buNone/>
              <a:tabLst/>
              <a:defRPr sz="1200">
                <a:solidFill>
                  <a:schemeClr val="accent2"/>
                </a:solidFill>
              </a:defRPr>
            </a:lvl5pPr>
            <a:lvl6pPr marL="9525" indent="0" algn="l">
              <a:buNone/>
              <a:tabLst/>
              <a:defRPr sz="1200">
                <a:solidFill>
                  <a:schemeClr val="accent2"/>
                </a:solidFill>
              </a:defRPr>
            </a:lvl6pPr>
            <a:lvl7pPr marL="9525" indent="0" algn="l">
              <a:buNone/>
              <a:tabLst/>
              <a:defRPr sz="1200">
                <a:solidFill>
                  <a:schemeClr val="accent2"/>
                </a:solidFill>
              </a:defRPr>
            </a:lvl7pPr>
            <a:lvl8pPr marL="9525" indent="0" algn="l">
              <a:buNone/>
              <a:tabLst/>
              <a:defRPr sz="1200">
                <a:solidFill>
                  <a:schemeClr val="accent2"/>
                </a:solidFill>
              </a:defRPr>
            </a:lvl8pPr>
            <a:lvl9pPr marL="9525" indent="0" algn="l">
              <a:buNone/>
              <a:tabLst/>
              <a:defRPr sz="1200">
                <a:solidFill>
                  <a:schemeClr val="accent2"/>
                </a:solidFill>
              </a:defRPr>
            </a:lvl9pPr>
          </a:lstStyle>
          <a:p>
            <a:pPr lvl="0"/>
            <a:r>
              <a:rPr lang="en-US"/>
              <a:t>qualcomm.com/snapdragon</a:t>
            </a:r>
          </a:p>
        </p:txBody>
      </p:sp>
      <p:sp>
        <p:nvSpPr>
          <p:cNvPr id="15" name="TextBox 14">
            <a:extLst>
              <a:ext uri="{FF2B5EF4-FFF2-40B4-BE49-F238E27FC236}">
                <a16:creationId xmlns:a16="http://schemas.microsoft.com/office/drawing/2014/main" id="{860B256C-E8EE-297E-887C-2C7FB8EC4598}"/>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tx1">
                    <a:alpha val="50000"/>
                  </a:schemeClr>
                </a:solidFill>
                <a:latin typeface="+mn-lt"/>
                <a:ea typeface="+mn-ea"/>
                <a:cs typeface="+mn-cs"/>
              </a:rPr>
              <a:t>Snapdragon and Qualcomm branded products are products of Qualcomm Technologies, Inc. and/or its subsidiaries.</a:t>
            </a:r>
            <a:br>
              <a:rPr lang="en-CA" sz="800" kern="1200" baseline="0">
                <a:solidFill>
                  <a:schemeClr val="tx1">
                    <a:alpha val="50000"/>
                  </a:schemeClr>
                </a:solidFill>
                <a:latin typeface="+mn-lt"/>
                <a:ea typeface="+mn-ea"/>
                <a:cs typeface="+mn-cs"/>
              </a:rPr>
            </a:br>
            <a:r>
              <a:rPr lang="en-CA" sz="800" kern="1200" baseline="0">
                <a:solidFill>
                  <a:schemeClr val="tx1">
                    <a:alpha val="50000"/>
                  </a:schemeClr>
                </a:solidFill>
                <a:latin typeface="+mn-lt"/>
                <a:ea typeface="+mn-ea"/>
                <a:cs typeface="+mn-cs"/>
              </a:rPr>
              <a:t>Qualcomm patents are licensed by Qualcomm Incorporated.</a:t>
            </a:r>
          </a:p>
        </p:txBody>
      </p:sp>
      <p:pic>
        <p:nvPicPr>
          <p:cNvPr id="12" name="Graphic 11">
            <a:extLst>
              <a:ext uri="{FF2B5EF4-FFF2-40B4-BE49-F238E27FC236}">
                <a16:creationId xmlns:a16="http://schemas.microsoft.com/office/drawing/2014/main" id="{77A9DC62-C3AA-66C6-8C23-D281447903BE}"/>
              </a:ext>
            </a:extLst>
          </p:cNvPr>
          <p:cNvPicPr>
            <a:picLocks noChangeAspect="1"/>
          </p:cNvPicPr>
          <p:nvPr userDrawn="1"/>
        </p:nvPicPr>
        <p:blipFill>
          <a:blip>
            <a:extLst>
              <a:ext uri="{96DAC541-7B7A-43D3-8B79-37D633B846F1}">
                <asvg:svgBlip xmlns:asvg="http://schemas.microsoft.com/office/drawing/2016/SVG/main" r:embed="rId2"/>
              </a:ext>
            </a:extLst>
          </a:blip>
          <a:srcRect l="-2979" t="-5969" r="30058" b="19204"/>
          <a:stretch>
            <a:fillRect/>
          </a:stretch>
        </p:blipFill>
        <p:spPr>
          <a:xfrm>
            <a:off x="6428355" y="0"/>
            <a:ext cx="5763645" cy="6858000"/>
          </a:xfrm>
          <a:prstGeom prst="rect">
            <a:avLst/>
          </a:prstGeom>
        </p:spPr>
      </p:pic>
      <p:pic>
        <p:nvPicPr>
          <p:cNvPr id="9" name="Graphic 8">
            <a:extLst>
              <a:ext uri="{FF2B5EF4-FFF2-40B4-BE49-F238E27FC236}">
                <a16:creationId xmlns:a16="http://schemas.microsoft.com/office/drawing/2014/main" id="{4246F5E3-713A-9904-EDEC-7E1DD04AEA8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2868" y="282871"/>
            <a:ext cx="2933877" cy="950794"/>
          </a:xfrm>
          <a:prstGeom prst="rect">
            <a:avLst/>
          </a:prstGeom>
        </p:spPr>
      </p:pic>
      <p:sp>
        <p:nvSpPr>
          <p:cNvPr id="4" name="Rechteck 6" descr="{&quot;templafy&quot;:{&quot;id&quot;:&quot;852a7905-7e51-4d73-b4ec-6057779c8817&quot;}}">
            <a:extLst>
              <a:ext uri="{FF2B5EF4-FFF2-40B4-BE49-F238E27FC236}">
                <a16:creationId xmlns:a16="http://schemas.microsoft.com/office/drawing/2014/main" id="{2BD2940C-7C38-6EE4-B13A-3EDE0D155153}"/>
              </a:ext>
            </a:extLst>
          </p:cNvPr>
          <p:cNvSpPr/>
          <p:nvPr userDrawn="1"/>
        </p:nvSpPr>
        <p:spPr>
          <a:xfrm>
            <a:off x="515938" y="6396526"/>
            <a:ext cx="4795325"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95000"/>
              </a:lnSpc>
              <a:spcBef>
                <a:spcPts val="1200"/>
              </a:spcBef>
            </a:pPr>
            <a:r>
              <a:rPr lang="en-US" sz="800" kern="1200" baseline="0">
                <a:solidFill>
                  <a:schemeClr val="tx1">
                    <a:alpha val="5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239248349"/>
      </p:ext>
    </p:extLst>
  </p:cSld>
  <p:clrMapOvr>
    <a:overrideClrMapping bg1="dk1" tx1="lt1" bg2="dk2" tx2="lt1" accent1="accent1" accent2="lt1" accent3="accent3" accent4="accent1"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Photo_White">
    <p:bg>
      <p:bgRef idx="1001">
        <a:schemeClr val="bg1"/>
      </p:bgRef>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0287C55-2B9C-A7C7-7957-65BB1441DFFA}"/>
              </a:ext>
            </a:extLst>
          </p:cNvPr>
          <p:cNvSpPr>
            <a:spLocks noGrp="1"/>
          </p:cNvSpPr>
          <p:nvPr>
            <p:ph type="pic" sz="quarter" idx="16"/>
          </p:nvPr>
        </p:nvSpPr>
        <p:spPr>
          <a:xfrm>
            <a:off x="7152221" y="215900"/>
            <a:ext cx="4824000" cy="6426000"/>
          </a:xfrm>
          <a:prstGeom prst="roundRect">
            <a:avLst>
              <a:gd name="adj" fmla="val 319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buNone/>
              <a:defRPr lang="en-US" sz="1800">
                <a:solidFill>
                  <a:schemeClr val="lt1"/>
                </a:solidFill>
              </a:defRPr>
            </a:lvl1pPr>
          </a:lstStyle>
          <a:p>
            <a:pPr marL="0" lvl="0" algn="ctr"/>
            <a:r>
              <a:rPr lang="en-US"/>
              <a:t>Click icon to add picture</a:t>
            </a:r>
          </a:p>
        </p:txBody>
      </p:sp>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2072562"/>
            <a:ext cx="5580062" cy="2142894"/>
          </a:xfrm>
        </p:spPr>
        <p:txBody>
          <a:bodyPr anchor="b">
            <a:noAutofit/>
          </a:bodyPr>
          <a:lstStyle>
            <a:lvl1pPr algn="l">
              <a:lnSpc>
                <a:spcPct val="76000"/>
              </a:lnSpc>
              <a:defRPr sz="6000" b="1" i="0" spc="-100" baseline="0">
                <a:latin typeface="+mj-lt"/>
              </a:defRPr>
            </a:lvl1pPr>
          </a:lstStyle>
          <a:p>
            <a:r>
              <a:rPr lang="en-US"/>
              <a:t>Sample presentation title 3 lines max</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37781"/>
            <a:ext cx="5580059" cy="369863"/>
          </a:xfrm>
        </p:spPr>
        <p:txBody>
          <a:bodyPr anchor="b"/>
          <a:lstStyle>
            <a:lvl1pPr marL="0" indent="0" algn="l">
              <a:lnSpc>
                <a:spcPct val="76000"/>
              </a:lnSpc>
              <a:buNone/>
              <a:defRPr sz="2400" spc="-80" baseline="0">
                <a:solidFill>
                  <a:schemeClr val="accent2"/>
                </a:solidFill>
              </a:defRPr>
            </a:lvl1pPr>
            <a:lvl2pPr marL="7938" indent="0" algn="l">
              <a:buFont typeface="Arial" panose="020B0604020202020204" pitchFamily="34" charset="0"/>
              <a:buNone/>
              <a:tabLst/>
              <a:defRPr sz="2400" spc="-80">
                <a:solidFill>
                  <a:schemeClr val="accent2"/>
                </a:solidFill>
              </a:defRPr>
            </a:lvl2pPr>
            <a:lvl3pPr marL="7938" indent="0" algn="l">
              <a:buNone/>
              <a:tabLst/>
              <a:defRPr sz="2400" spc="-80">
                <a:solidFill>
                  <a:schemeClr val="accent2"/>
                </a:solidFill>
              </a:defRPr>
            </a:lvl3pPr>
            <a:lvl4pPr marL="7938" indent="0" algn="l">
              <a:buNone/>
              <a:tabLst/>
              <a:defRPr sz="2400" spc="-80">
                <a:solidFill>
                  <a:schemeClr val="accent2"/>
                </a:solidFill>
              </a:defRPr>
            </a:lvl4pPr>
            <a:lvl5pPr marL="7938" indent="0" algn="l">
              <a:buNone/>
              <a:tabLst/>
              <a:defRPr sz="2400" spc="-80">
                <a:solidFill>
                  <a:schemeClr val="accent2"/>
                </a:solidFill>
              </a:defRPr>
            </a:lvl5pPr>
            <a:lvl6pPr marL="7938" indent="0" algn="l">
              <a:buNone/>
              <a:tabLst/>
              <a:defRPr sz="2400" spc="-80">
                <a:solidFill>
                  <a:schemeClr val="accent2"/>
                </a:solidFill>
              </a:defRPr>
            </a:lvl6pPr>
            <a:lvl7pPr marL="7938" indent="0" algn="l">
              <a:buNone/>
              <a:tabLst/>
              <a:defRPr sz="2400" spc="-80">
                <a:solidFill>
                  <a:schemeClr val="accent2"/>
                </a:solidFill>
              </a:defRPr>
            </a:lvl7pPr>
            <a:lvl8pPr marL="7938" indent="0" algn="l">
              <a:buNone/>
              <a:tabLst/>
              <a:defRPr sz="2400" spc="-80">
                <a:solidFill>
                  <a:schemeClr val="accent2"/>
                </a:solidFill>
              </a:defRPr>
            </a:lvl8pPr>
            <a:lvl9pPr marL="7938" indent="0" algn="l">
              <a:buNone/>
              <a:tabLst/>
              <a:defRPr sz="2400" spc="-80">
                <a:solidFill>
                  <a:schemeClr val="accent2"/>
                </a:solidFill>
              </a:defRPr>
            </a:lvl9pPr>
          </a:lstStyle>
          <a:p>
            <a:pPr lvl="0"/>
            <a:r>
              <a:rPr lang="en-US"/>
              <a:t>Speaker Name</a:t>
            </a:r>
          </a:p>
        </p:txBody>
      </p:sp>
      <p:sp>
        <p:nvSpPr>
          <p:cNvPr id="7" name="Text Placeholder 13">
            <a:extLst>
              <a:ext uri="{FF2B5EF4-FFF2-40B4-BE49-F238E27FC236}">
                <a16:creationId xmlns:a16="http://schemas.microsoft.com/office/drawing/2014/main" id="{4E352FB5-8F4C-B6A6-22CA-101287C14161}"/>
              </a:ext>
            </a:extLst>
          </p:cNvPr>
          <p:cNvSpPr>
            <a:spLocks noGrp="1"/>
          </p:cNvSpPr>
          <p:nvPr>
            <p:ph type="body" sz="quarter" idx="13" hasCustomPrompt="1"/>
          </p:nvPr>
        </p:nvSpPr>
        <p:spPr>
          <a:xfrm>
            <a:off x="515939" y="4948285"/>
            <a:ext cx="5580000" cy="233550"/>
          </a:xfrm>
        </p:spPr>
        <p:txBody>
          <a:bodyPr anchor="t">
            <a:noAutofit/>
          </a:bodyPr>
          <a:lstStyle>
            <a:lvl1pPr marL="0" indent="0">
              <a:buNone/>
              <a:defRPr sz="1400">
                <a:solidFill>
                  <a:schemeClr val="tx1"/>
                </a:solidFill>
              </a:defRPr>
            </a:lvl1pPr>
            <a:lvl2pPr marL="6350" indent="0">
              <a:buNone/>
              <a:tabLst/>
              <a:defRPr sz="1400">
                <a:solidFill>
                  <a:schemeClr val="tx1"/>
                </a:solidFill>
              </a:defRPr>
            </a:lvl2pPr>
            <a:lvl3pPr marL="6350" indent="0">
              <a:buNone/>
              <a:tabLst/>
              <a:defRPr sz="1400">
                <a:solidFill>
                  <a:schemeClr val="tx1"/>
                </a:solidFill>
              </a:defRPr>
            </a:lvl3pPr>
            <a:lvl4pPr marL="6350" indent="0">
              <a:buNone/>
              <a:tabLst/>
              <a:defRPr sz="1400">
                <a:solidFill>
                  <a:schemeClr val="tx1"/>
                </a:solidFill>
              </a:defRPr>
            </a:lvl4pPr>
            <a:lvl5pPr marL="6350" indent="0">
              <a:buNone/>
              <a:tabLst/>
              <a:defRPr sz="1400">
                <a:solidFill>
                  <a:schemeClr val="tx1"/>
                </a:solidFill>
              </a:defRPr>
            </a:lvl5pPr>
            <a:lvl6pPr marL="0" indent="0">
              <a:buNone/>
              <a:tabLst/>
              <a:defRPr sz="1400">
                <a:solidFill>
                  <a:schemeClr val="tx1"/>
                </a:solidFill>
              </a:defRPr>
            </a:lvl6pPr>
            <a:lvl7pPr marL="6350" indent="0">
              <a:buNone/>
              <a:tabLst/>
              <a:defRPr sz="1400">
                <a:solidFill>
                  <a:schemeClr val="tx1"/>
                </a:solidFill>
              </a:defRPr>
            </a:lvl7pPr>
            <a:lvl8pPr marL="6350" indent="0">
              <a:buNone/>
              <a:tabLst/>
              <a:defRPr sz="1400">
                <a:solidFill>
                  <a:schemeClr val="tx1"/>
                </a:solidFill>
              </a:defRPr>
            </a:lvl8pPr>
            <a:lvl9pPr marL="6350" indent="0">
              <a:buNone/>
              <a:tabLst/>
              <a:defRPr sz="1400">
                <a:solidFill>
                  <a:schemeClr val="tx1"/>
                </a:solidFill>
              </a:defRPr>
            </a:lvl9pPr>
          </a:lstStyle>
          <a:p>
            <a:pPr lvl="0"/>
            <a:r>
              <a:rPr lang="en-US"/>
              <a:t>Speaker title, Employing entity</a:t>
            </a:r>
          </a:p>
        </p:txBody>
      </p:sp>
      <p:sp>
        <p:nvSpPr>
          <p:cNvPr id="10" name="Text Placeholder 23">
            <a:extLst>
              <a:ext uri="{FF2B5EF4-FFF2-40B4-BE49-F238E27FC236}">
                <a16:creationId xmlns:a16="http://schemas.microsoft.com/office/drawing/2014/main" id="{4624C4B5-2103-2C0A-2E9C-DF8379ED7B27}"/>
              </a:ext>
            </a:extLst>
          </p:cNvPr>
          <p:cNvSpPr>
            <a:spLocks noGrp="1"/>
          </p:cNvSpPr>
          <p:nvPr>
            <p:ph type="body" sz="quarter" idx="15" hasCustomPrompt="1"/>
          </p:nvPr>
        </p:nvSpPr>
        <p:spPr>
          <a:xfrm>
            <a:off x="515939" y="5814253"/>
            <a:ext cx="5580000" cy="167290"/>
          </a:xfrm>
        </p:spPr>
        <p:txBody>
          <a:bodyPr anchor="b">
            <a:noAutofit/>
          </a:bodyPr>
          <a:lstStyle>
            <a:lvl1pPr marL="7938" indent="0" algn="l">
              <a:buFont typeface="Arial" panose="020B0604020202020204" pitchFamily="34" charset="0"/>
              <a:buNone/>
              <a:tabLst/>
              <a:defRPr sz="1200">
                <a:solidFill>
                  <a:schemeClr val="accent2"/>
                </a:solidFill>
              </a:defRPr>
            </a:lvl1pPr>
            <a:lvl2pPr marL="7938" indent="0" algn="l">
              <a:buFont typeface="Arial" panose="020B0604020202020204" pitchFamily="34" charset="0"/>
              <a:buNone/>
              <a:tabLst/>
              <a:defRPr sz="1200">
                <a:solidFill>
                  <a:schemeClr val="accent2"/>
                </a:solidFill>
              </a:defRPr>
            </a:lvl2pPr>
            <a:lvl3pPr marL="7938" indent="0" algn="l">
              <a:buFont typeface="Arial" panose="020B0604020202020204" pitchFamily="34" charset="0"/>
              <a:buNone/>
              <a:tabLst/>
              <a:defRPr sz="1200">
                <a:solidFill>
                  <a:schemeClr val="accent2"/>
                </a:solidFill>
              </a:defRPr>
            </a:lvl3pPr>
            <a:lvl4pPr marL="7938" indent="0" algn="l">
              <a:buFont typeface="Arial" panose="020B0604020202020204" pitchFamily="34" charset="0"/>
              <a:buNone/>
              <a:tabLst/>
              <a:defRPr sz="1200">
                <a:solidFill>
                  <a:schemeClr val="accent2"/>
                </a:solidFill>
              </a:defRPr>
            </a:lvl4pPr>
            <a:lvl5pPr marL="7938" indent="0" algn="l">
              <a:buFont typeface="Arial" panose="020B0604020202020204" pitchFamily="34" charset="0"/>
              <a:buNone/>
              <a:tabLst/>
              <a:defRPr sz="1200">
                <a:solidFill>
                  <a:schemeClr val="accent2"/>
                </a:solidFill>
              </a:defRPr>
            </a:lvl5pPr>
            <a:lvl6pPr marL="9525" indent="0" algn="l">
              <a:buNone/>
              <a:tabLst/>
              <a:defRPr sz="1200">
                <a:solidFill>
                  <a:schemeClr val="accent2"/>
                </a:solidFill>
              </a:defRPr>
            </a:lvl6pPr>
            <a:lvl7pPr marL="9525" indent="0" algn="l">
              <a:buNone/>
              <a:tabLst/>
              <a:defRPr sz="1200">
                <a:solidFill>
                  <a:schemeClr val="accent2"/>
                </a:solidFill>
              </a:defRPr>
            </a:lvl7pPr>
            <a:lvl8pPr marL="9525" indent="0" algn="l">
              <a:buNone/>
              <a:tabLst/>
              <a:defRPr sz="1200">
                <a:solidFill>
                  <a:schemeClr val="accent2"/>
                </a:solidFill>
              </a:defRPr>
            </a:lvl8pPr>
            <a:lvl9pPr marL="9525" indent="0" algn="l">
              <a:buNone/>
              <a:tabLst/>
              <a:defRPr sz="1200">
                <a:solidFill>
                  <a:schemeClr val="accent2"/>
                </a:solidFill>
              </a:defRPr>
            </a:lvl9pPr>
          </a:lstStyle>
          <a:p>
            <a:pPr lvl="0"/>
            <a:r>
              <a:rPr lang="en-US"/>
              <a:t>qualcomm.com/snapdragon</a:t>
            </a:r>
          </a:p>
        </p:txBody>
      </p:sp>
      <p:sp>
        <p:nvSpPr>
          <p:cNvPr id="15" name="TextBox 14">
            <a:extLst>
              <a:ext uri="{FF2B5EF4-FFF2-40B4-BE49-F238E27FC236}">
                <a16:creationId xmlns:a16="http://schemas.microsoft.com/office/drawing/2014/main" id="{860B256C-E8EE-297E-887C-2C7FB8EC4598}"/>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tx1">
                    <a:alpha val="25000"/>
                  </a:schemeClr>
                </a:solidFill>
                <a:latin typeface="+mn-lt"/>
                <a:ea typeface="+mn-ea"/>
                <a:cs typeface="+mn-cs"/>
              </a:rPr>
              <a:t>Snapdragon and Qualcomm branded products are products of Qualcomm Technologies, Inc. and/or its subsidiaries. </a:t>
            </a:r>
            <a:br>
              <a:rPr lang="en-CA" sz="800" kern="1200" baseline="0">
                <a:solidFill>
                  <a:schemeClr val="tx1">
                    <a:alpha val="25000"/>
                  </a:schemeClr>
                </a:solidFill>
                <a:latin typeface="+mn-lt"/>
                <a:ea typeface="+mn-ea"/>
                <a:cs typeface="+mn-cs"/>
              </a:rPr>
            </a:br>
            <a:r>
              <a:rPr lang="en-CA" sz="800" kern="1200" baseline="0">
                <a:solidFill>
                  <a:schemeClr val="tx1">
                    <a:alpha val="25000"/>
                  </a:schemeClr>
                </a:solidFill>
                <a:latin typeface="+mn-lt"/>
                <a:ea typeface="+mn-ea"/>
                <a:cs typeface="+mn-cs"/>
              </a:rPr>
              <a:t>Qualcomm patents are licensed by Qualcomm Incorporated.</a:t>
            </a:r>
          </a:p>
        </p:txBody>
      </p:sp>
      <p:pic>
        <p:nvPicPr>
          <p:cNvPr id="5" name="Graphic 4">
            <a:extLst>
              <a:ext uri="{FF2B5EF4-FFF2-40B4-BE49-F238E27FC236}">
                <a16:creationId xmlns:a16="http://schemas.microsoft.com/office/drawing/2014/main" id="{9A777013-062C-C383-5E1C-F6325CECDD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2868" y="282871"/>
            <a:ext cx="2933877" cy="950794"/>
          </a:xfrm>
          <a:prstGeom prst="rect">
            <a:avLst/>
          </a:prstGeom>
        </p:spPr>
      </p:pic>
      <p:sp>
        <p:nvSpPr>
          <p:cNvPr id="4" name="Rechteck 6" descr="{&quot;templafy&quot;:{&quot;id&quot;:&quot;b4b3b8ac-196f-4432-9506-364f90ec9fc3&quot;}}">
            <a:extLst>
              <a:ext uri="{FF2B5EF4-FFF2-40B4-BE49-F238E27FC236}">
                <a16:creationId xmlns:a16="http://schemas.microsoft.com/office/drawing/2014/main" id="{5F83324E-C5C1-BC28-6FA3-65DA3B30376D}"/>
              </a:ext>
            </a:extLst>
          </p:cNvPr>
          <p:cNvSpPr/>
          <p:nvPr userDrawn="1"/>
        </p:nvSpPr>
        <p:spPr>
          <a:xfrm>
            <a:off x="515938" y="6396526"/>
            <a:ext cx="4795325"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95000"/>
              </a:lnSpc>
              <a:spcBef>
                <a:spcPts val="1200"/>
              </a:spcBef>
            </a:pPr>
            <a:r>
              <a:rPr lang="en-US" sz="800" kern="1200" baseline="0">
                <a:solidFill>
                  <a:schemeClr val="tx1">
                    <a:alpha val="25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94319178"/>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Itle+Photo_Stone">
    <p:bg>
      <p:bgRef idx="1001">
        <a:schemeClr val="bg1"/>
      </p:bgRef>
    </p:bg>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9C92B952-4DE4-1338-536C-106F79394290}"/>
              </a:ext>
            </a:extLst>
          </p:cNvPr>
          <p:cNvSpPr/>
          <p:nvPr userDrawn="1"/>
        </p:nvSpPr>
        <p:spPr>
          <a:xfrm>
            <a:off x="215900" y="215900"/>
            <a:ext cx="6706070" cy="6426000"/>
          </a:xfrm>
          <a:prstGeom prst="roundRect">
            <a:avLst>
              <a:gd name="adj" fmla="val 2965"/>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2072562"/>
            <a:ext cx="5580062" cy="2142894"/>
          </a:xfrm>
        </p:spPr>
        <p:txBody>
          <a:bodyPr anchor="b">
            <a:noAutofit/>
          </a:bodyPr>
          <a:lstStyle>
            <a:lvl1pPr algn="l">
              <a:lnSpc>
                <a:spcPct val="76000"/>
              </a:lnSpc>
              <a:defRPr sz="6000" b="1" i="0" spc="-100" baseline="0">
                <a:solidFill>
                  <a:schemeClr val="accent1"/>
                </a:solidFill>
                <a:latin typeface="+mj-lt"/>
              </a:defRPr>
            </a:lvl1pPr>
          </a:lstStyle>
          <a:p>
            <a:r>
              <a:rPr lang="en-US"/>
              <a:t>Sample presentation title 3 lines max</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37781"/>
            <a:ext cx="5580059" cy="369863"/>
          </a:xfrm>
        </p:spPr>
        <p:txBody>
          <a:bodyPr anchor="b"/>
          <a:lstStyle>
            <a:lvl1pPr marL="0" indent="0" algn="l">
              <a:lnSpc>
                <a:spcPct val="76000"/>
              </a:lnSpc>
              <a:buNone/>
              <a:defRPr sz="2400" spc="-80" baseline="0">
                <a:solidFill>
                  <a:schemeClr val="accent2"/>
                </a:solidFill>
              </a:defRPr>
            </a:lvl1pPr>
            <a:lvl2pPr marL="7938" indent="0" algn="l">
              <a:buFont typeface="Arial" panose="020B0604020202020204" pitchFamily="34" charset="0"/>
              <a:buNone/>
              <a:tabLst/>
              <a:defRPr sz="2400" spc="-80">
                <a:solidFill>
                  <a:schemeClr val="bg1"/>
                </a:solidFill>
              </a:defRPr>
            </a:lvl2pPr>
            <a:lvl3pPr marL="7938" indent="0" algn="l">
              <a:buNone/>
              <a:tabLst/>
              <a:defRPr sz="2400" spc="-80">
                <a:solidFill>
                  <a:schemeClr val="bg1"/>
                </a:solidFill>
              </a:defRPr>
            </a:lvl3pPr>
            <a:lvl4pPr marL="7938" indent="0" algn="l">
              <a:buNone/>
              <a:tabLst/>
              <a:defRPr sz="2400" spc="-80">
                <a:solidFill>
                  <a:schemeClr val="bg1"/>
                </a:solidFill>
              </a:defRPr>
            </a:lvl4pPr>
            <a:lvl5pPr marL="7938" indent="0" algn="l">
              <a:buNone/>
              <a:tabLst/>
              <a:defRPr sz="2400" spc="-80">
                <a:solidFill>
                  <a:schemeClr val="bg1"/>
                </a:solidFill>
              </a:defRPr>
            </a:lvl5pPr>
            <a:lvl6pPr marL="7938" indent="0" algn="l">
              <a:buNone/>
              <a:tabLst/>
              <a:defRPr sz="2400" spc="-80">
                <a:solidFill>
                  <a:schemeClr val="bg1"/>
                </a:solidFill>
              </a:defRPr>
            </a:lvl6pPr>
            <a:lvl7pPr marL="7938" indent="0" algn="l">
              <a:buNone/>
              <a:tabLst/>
              <a:defRPr sz="2400" spc="-80">
                <a:solidFill>
                  <a:schemeClr val="bg1"/>
                </a:solidFill>
              </a:defRPr>
            </a:lvl7pPr>
            <a:lvl8pPr marL="7938" indent="0" algn="l">
              <a:buNone/>
              <a:tabLst/>
              <a:defRPr sz="2400" spc="-80">
                <a:solidFill>
                  <a:schemeClr val="bg1"/>
                </a:solidFill>
              </a:defRPr>
            </a:lvl8pPr>
            <a:lvl9pPr marL="7938" indent="0" algn="l">
              <a:buNone/>
              <a:tabLst/>
              <a:defRPr sz="2400" spc="-80">
                <a:solidFill>
                  <a:schemeClr val="bg1"/>
                </a:solidFill>
              </a:defRPr>
            </a:lvl9pPr>
          </a:lstStyle>
          <a:p>
            <a:pPr lvl="0"/>
            <a:r>
              <a:rPr lang="en-US"/>
              <a:t>Speaker Name</a:t>
            </a:r>
          </a:p>
        </p:txBody>
      </p:sp>
      <p:sp>
        <p:nvSpPr>
          <p:cNvPr id="7" name="Text Placeholder 13">
            <a:extLst>
              <a:ext uri="{FF2B5EF4-FFF2-40B4-BE49-F238E27FC236}">
                <a16:creationId xmlns:a16="http://schemas.microsoft.com/office/drawing/2014/main" id="{4E352FB5-8F4C-B6A6-22CA-101287C14161}"/>
              </a:ext>
            </a:extLst>
          </p:cNvPr>
          <p:cNvSpPr>
            <a:spLocks noGrp="1"/>
          </p:cNvSpPr>
          <p:nvPr>
            <p:ph type="body" sz="quarter" idx="13" hasCustomPrompt="1"/>
          </p:nvPr>
        </p:nvSpPr>
        <p:spPr>
          <a:xfrm>
            <a:off x="515939" y="4948285"/>
            <a:ext cx="5580000" cy="233550"/>
          </a:xfrm>
        </p:spPr>
        <p:txBody>
          <a:bodyPr anchor="t">
            <a:noAutofit/>
          </a:bodyPr>
          <a:lstStyle>
            <a:lvl1pPr marL="0" indent="0">
              <a:buNone/>
              <a:defRPr sz="1400">
                <a:solidFill>
                  <a:schemeClr val="tx1"/>
                </a:solidFill>
              </a:defRPr>
            </a:lvl1pPr>
            <a:lvl2pPr marL="6350" indent="0">
              <a:buNone/>
              <a:tabLst/>
              <a:defRPr sz="1400">
                <a:solidFill>
                  <a:schemeClr val="bg1"/>
                </a:solidFill>
              </a:defRPr>
            </a:lvl2pPr>
            <a:lvl3pPr marL="6350" indent="0">
              <a:buNone/>
              <a:tabLst/>
              <a:defRPr sz="1400">
                <a:solidFill>
                  <a:schemeClr val="bg1"/>
                </a:solidFill>
              </a:defRPr>
            </a:lvl3pPr>
            <a:lvl4pPr marL="6350" indent="0">
              <a:buNone/>
              <a:tabLst/>
              <a:defRPr sz="1400">
                <a:solidFill>
                  <a:schemeClr val="bg1"/>
                </a:solidFill>
              </a:defRPr>
            </a:lvl4pPr>
            <a:lvl5pPr marL="6350" indent="0">
              <a:buNone/>
              <a:tabLst/>
              <a:defRPr sz="1400">
                <a:solidFill>
                  <a:schemeClr val="bg1"/>
                </a:solidFill>
              </a:defRPr>
            </a:lvl5pPr>
            <a:lvl6pPr marL="0" indent="0">
              <a:buNone/>
              <a:tabLst/>
              <a:defRPr sz="1400">
                <a:solidFill>
                  <a:schemeClr val="bg1"/>
                </a:solidFill>
              </a:defRPr>
            </a:lvl6pPr>
            <a:lvl7pPr marL="6350" indent="0">
              <a:buNone/>
              <a:tabLst/>
              <a:defRPr sz="1400">
                <a:solidFill>
                  <a:schemeClr val="bg1"/>
                </a:solidFill>
              </a:defRPr>
            </a:lvl7pPr>
            <a:lvl8pPr marL="6350" indent="0">
              <a:buNone/>
              <a:tabLst/>
              <a:defRPr sz="1400">
                <a:solidFill>
                  <a:schemeClr val="bg1"/>
                </a:solidFill>
              </a:defRPr>
            </a:lvl8pPr>
            <a:lvl9pPr marL="6350" indent="0">
              <a:buNone/>
              <a:tabLst/>
              <a:defRPr sz="1400">
                <a:solidFill>
                  <a:schemeClr val="bg1"/>
                </a:solidFill>
              </a:defRPr>
            </a:lvl9pPr>
          </a:lstStyle>
          <a:p>
            <a:pPr lvl="0"/>
            <a:r>
              <a:rPr lang="en-US"/>
              <a:t>Speaker title, Employing entity</a:t>
            </a:r>
          </a:p>
        </p:txBody>
      </p:sp>
      <p:pic>
        <p:nvPicPr>
          <p:cNvPr id="8" name="Graphic 7">
            <a:extLst>
              <a:ext uri="{FF2B5EF4-FFF2-40B4-BE49-F238E27FC236}">
                <a16:creationId xmlns:a16="http://schemas.microsoft.com/office/drawing/2014/main" id="{57037570-DD51-521A-0336-B4EFE8E7193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2868" y="282871"/>
            <a:ext cx="2933877" cy="950794"/>
          </a:xfrm>
          <a:prstGeom prst="rect">
            <a:avLst/>
          </a:prstGeom>
        </p:spPr>
      </p:pic>
      <p:sp>
        <p:nvSpPr>
          <p:cNvPr id="9" name="Text Placeholder 23">
            <a:extLst>
              <a:ext uri="{FF2B5EF4-FFF2-40B4-BE49-F238E27FC236}">
                <a16:creationId xmlns:a16="http://schemas.microsoft.com/office/drawing/2014/main" id="{9A241106-37D5-CF70-42F5-15DB7881475B}"/>
              </a:ext>
            </a:extLst>
          </p:cNvPr>
          <p:cNvSpPr>
            <a:spLocks noGrp="1"/>
          </p:cNvSpPr>
          <p:nvPr>
            <p:ph type="body" sz="quarter" idx="15" hasCustomPrompt="1"/>
          </p:nvPr>
        </p:nvSpPr>
        <p:spPr>
          <a:xfrm>
            <a:off x="515939" y="5719253"/>
            <a:ext cx="5580000" cy="167290"/>
          </a:xfrm>
        </p:spPr>
        <p:txBody>
          <a:bodyPr anchor="b">
            <a:noAutofit/>
          </a:bodyPr>
          <a:lstStyle>
            <a:lvl1pPr marL="7938" indent="0" algn="l">
              <a:buFont typeface="Arial" panose="020B0604020202020204" pitchFamily="34" charset="0"/>
              <a:buNone/>
              <a:tabLst/>
              <a:defRPr sz="1200">
                <a:solidFill>
                  <a:schemeClr val="accent2"/>
                </a:solidFill>
              </a:defRPr>
            </a:lvl1pPr>
            <a:lvl2pPr marL="7938" indent="0" algn="l">
              <a:buFont typeface="Arial" panose="020B0604020202020204" pitchFamily="34" charset="0"/>
              <a:buNone/>
              <a:tabLst/>
              <a:defRPr sz="1200">
                <a:solidFill>
                  <a:schemeClr val="accent2"/>
                </a:solidFill>
              </a:defRPr>
            </a:lvl2pPr>
            <a:lvl3pPr marL="7938" indent="0" algn="l">
              <a:buFont typeface="Arial" panose="020B0604020202020204" pitchFamily="34" charset="0"/>
              <a:buNone/>
              <a:tabLst/>
              <a:defRPr sz="1200">
                <a:solidFill>
                  <a:schemeClr val="accent2"/>
                </a:solidFill>
              </a:defRPr>
            </a:lvl3pPr>
            <a:lvl4pPr marL="7938" indent="0" algn="l">
              <a:buFont typeface="Arial" panose="020B0604020202020204" pitchFamily="34" charset="0"/>
              <a:buNone/>
              <a:tabLst/>
              <a:defRPr sz="1200">
                <a:solidFill>
                  <a:schemeClr val="accent2"/>
                </a:solidFill>
              </a:defRPr>
            </a:lvl4pPr>
            <a:lvl5pPr marL="7938" indent="0" algn="l">
              <a:buFont typeface="Arial" panose="020B0604020202020204" pitchFamily="34" charset="0"/>
              <a:buNone/>
              <a:tabLst/>
              <a:defRPr sz="1200">
                <a:solidFill>
                  <a:schemeClr val="accent2"/>
                </a:solidFill>
              </a:defRPr>
            </a:lvl5pPr>
            <a:lvl6pPr marL="9525" indent="0" algn="l">
              <a:buNone/>
              <a:tabLst/>
              <a:defRPr sz="1200">
                <a:solidFill>
                  <a:schemeClr val="accent2"/>
                </a:solidFill>
              </a:defRPr>
            </a:lvl6pPr>
            <a:lvl7pPr marL="9525" indent="0" algn="l">
              <a:buNone/>
              <a:tabLst/>
              <a:defRPr sz="1200">
                <a:solidFill>
                  <a:schemeClr val="accent2"/>
                </a:solidFill>
              </a:defRPr>
            </a:lvl7pPr>
            <a:lvl8pPr marL="9525" indent="0" algn="l">
              <a:buNone/>
              <a:tabLst/>
              <a:defRPr sz="1200">
                <a:solidFill>
                  <a:schemeClr val="accent2"/>
                </a:solidFill>
              </a:defRPr>
            </a:lvl8pPr>
            <a:lvl9pPr marL="9525" indent="0" algn="l">
              <a:buNone/>
              <a:tabLst/>
              <a:defRPr sz="1200">
                <a:solidFill>
                  <a:schemeClr val="accent2"/>
                </a:solidFill>
              </a:defRPr>
            </a:lvl9pPr>
          </a:lstStyle>
          <a:p>
            <a:pPr lvl="0"/>
            <a:r>
              <a:rPr lang="en-US"/>
              <a:t>qualcomm.com/snapdragon</a:t>
            </a:r>
          </a:p>
        </p:txBody>
      </p:sp>
      <p:sp>
        <p:nvSpPr>
          <p:cNvPr id="13" name="TextBox 12">
            <a:extLst>
              <a:ext uri="{FF2B5EF4-FFF2-40B4-BE49-F238E27FC236}">
                <a16:creationId xmlns:a16="http://schemas.microsoft.com/office/drawing/2014/main" id="{F6C42DD8-B3C9-A6D3-6043-0B0A2CF9FBAE}"/>
              </a:ext>
            </a:extLst>
          </p:cNvPr>
          <p:cNvSpPr txBox="1"/>
          <p:nvPr userDrawn="1"/>
        </p:nvSpPr>
        <p:spPr>
          <a:xfrm>
            <a:off x="515938" y="6001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tx1">
                    <a:alpha val="25000"/>
                  </a:schemeClr>
                </a:solidFill>
                <a:latin typeface="+mn-lt"/>
                <a:ea typeface="+mn-ea"/>
                <a:cs typeface="+mn-cs"/>
              </a:rPr>
              <a:t>Snapdragon and Qualcomm branded products are products of Qualcomm Technologies, Inc. and/or its subsidiaries. </a:t>
            </a:r>
            <a:br>
              <a:rPr lang="en-CA" sz="800" kern="1200" baseline="0">
                <a:solidFill>
                  <a:schemeClr val="tx1">
                    <a:alpha val="25000"/>
                  </a:schemeClr>
                </a:solidFill>
                <a:latin typeface="+mn-lt"/>
                <a:ea typeface="+mn-ea"/>
                <a:cs typeface="+mn-cs"/>
              </a:rPr>
            </a:br>
            <a:r>
              <a:rPr lang="en-CA" sz="800" kern="1200" baseline="0">
                <a:solidFill>
                  <a:schemeClr val="tx1">
                    <a:alpha val="25000"/>
                  </a:schemeClr>
                </a:solidFill>
                <a:latin typeface="+mn-lt"/>
                <a:ea typeface="+mn-ea"/>
                <a:cs typeface="+mn-cs"/>
              </a:rPr>
              <a:t>Qualcomm patents are licensed by Qualcomm Incorporated.</a:t>
            </a:r>
          </a:p>
        </p:txBody>
      </p:sp>
      <p:sp>
        <p:nvSpPr>
          <p:cNvPr id="14" name="Rechteck 6" descr="{&quot;templafy&quot;:{&quot;id&quot;:&quot;60a52f57-171d-43fb-87b9-87f1f78f5c63&quot;}}">
            <a:extLst>
              <a:ext uri="{FF2B5EF4-FFF2-40B4-BE49-F238E27FC236}">
                <a16:creationId xmlns:a16="http://schemas.microsoft.com/office/drawing/2014/main" id="{6568C039-21A0-352A-B80E-F766E28930D2}"/>
              </a:ext>
            </a:extLst>
          </p:cNvPr>
          <p:cNvSpPr/>
          <p:nvPr userDrawn="1"/>
        </p:nvSpPr>
        <p:spPr>
          <a:xfrm>
            <a:off x="515938" y="6301526"/>
            <a:ext cx="4795325"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95000"/>
              </a:lnSpc>
              <a:spcBef>
                <a:spcPts val="1200"/>
              </a:spcBef>
            </a:pPr>
            <a:r>
              <a:rPr lang="en-US" sz="800" kern="1200" baseline="0">
                <a:solidFill>
                  <a:schemeClr val="tx1">
                    <a:alpha val="25000"/>
                  </a:schemeClr>
                </a:solidFill>
                <a:latin typeface="+mn-lt"/>
                <a:ea typeface="+mn-ea"/>
                <a:cs typeface="+mn-cs"/>
              </a:rPr>
              <a:t>Confidential - Qualcomm Technologies, Inc. and/or its affiliated companies - May Contain Trade Secrets</a:t>
            </a:r>
          </a:p>
        </p:txBody>
      </p:sp>
      <p:sp>
        <p:nvSpPr>
          <p:cNvPr id="16" name="Picture Placeholder 10">
            <a:extLst>
              <a:ext uri="{FF2B5EF4-FFF2-40B4-BE49-F238E27FC236}">
                <a16:creationId xmlns:a16="http://schemas.microsoft.com/office/drawing/2014/main" id="{24802F25-039B-7867-64A7-0D2B8129559F}"/>
              </a:ext>
            </a:extLst>
          </p:cNvPr>
          <p:cNvSpPr>
            <a:spLocks noGrp="1"/>
          </p:cNvSpPr>
          <p:nvPr>
            <p:ph type="pic" sz="quarter" idx="16"/>
          </p:nvPr>
        </p:nvSpPr>
        <p:spPr>
          <a:xfrm>
            <a:off x="7152221" y="215900"/>
            <a:ext cx="4824000" cy="6426000"/>
          </a:xfrm>
          <a:prstGeom prst="roundRect">
            <a:avLst>
              <a:gd name="adj" fmla="val 319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buNone/>
              <a:defRPr lang="en-US" sz="1800">
                <a:solidFill>
                  <a:schemeClr val="lt1"/>
                </a:solidFill>
              </a:defRPr>
            </a:lvl1pPr>
          </a:lstStyle>
          <a:p>
            <a:pPr marL="0" lvl="0" algn="ctr"/>
            <a:r>
              <a:rPr lang="en-US"/>
              <a:t>Click icon to add picture</a:t>
            </a:r>
          </a:p>
        </p:txBody>
      </p:sp>
    </p:spTree>
    <p:extLst>
      <p:ext uri="{BB962C8B-B14F-4D97-AF65-F5344CB8AC3E}">
        <p14:creationId xmlns:p14="http://schemas.microsoft.com/office/powerpoint/2010/main" val="2692970496"/>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Photo_Red">
    <p:bg>
      <p:bgRef idx="1001">
        <a:schemeClr val="bg1"/>
      </p:bgRef>
    </p:bg>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CE0F58DD-24A1-2A7B-BB80-F0757DFD0EE0}"/>
              </a:ext>
            </a:extLst>
          </p:cNvPr>
          <p:cNvSpPr/>
          <p:nvPr userDrawn="1"/>
        </p:nvSpPr>
        <p:spPr>
          <a:xfrm>
            <a:off x="215900" y="215900"/>
            <a:ext cx="6706070" cy="6426000"/>
          </a:xfrm>
          <a:prstGeom prst="roundRect">
            <a:avLst>
              <a:gd name="adj" fmla="val 2965"/>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6" name="Text Placeholder 23">
            <a:extLst>
              <a:ext uri="{FF2B5EF4-FFF2-40B4-BE49-F238E27FC236}">
                <a16:creationId xmlns:a16="http://schemas.microsoft.com/office/drawing/2014/main" id="{93485FAB-C7DB-A3FE-B33F-D44B4D1273CF}"/>
              </a:ext>
            </a:extLst>
          </p:cNvPr>
          <p:cNvSpPr>
            <a:spLocks noGrp="1"/>
          </p:cNvSpPr>
          <p:nvPr>
            <p:ph type="body" sz="quarter" idx="15" hasCustomPrompt="1"/>
          </p:nvPr>
        </p:nvSpPr>
        <p:spPr>
          <a:xfrm>
            <a:off x="515939" y="5719253"/>
            <a:ext cx="5580000" cy="167290"/>
          </a:xfrm>
        </p:spPr>
        <p:txBody>
          <a:bodyPr anchor="b">
            <a:noAutofit/>
          </a:bodyPr>
          <a:lstStyle>
            <a:lvl1pPr marL="7938" indent="0" algn="l">
              <a:buFont typeface="Arial" panose="020B0604020202020204" pitchFamily="34" charset="0"/>
              <a:buNone/>
              <a:tabLst/>
              <a:defRPr sz="1200">
                <a:solidFill>
                  <a:schemeClr val="bg1"/>
                </a:solidFill>
              </a:defRPr>
            </a:lvl1pPr>
            <a:lvl2pPr marL="7938" indent="0" algn="l">
              <a:buFont typeface="Arial" panose="020B0604020202020204" pitchFamily="34" charset="0"/>
              <a:buNone/>
              <a:tabLst/>
              <a:defRPr sz="1200">
                <a:solidFill>
                  <a:schemeClr val="accent2"/>
                </a:solidFill>
              </a:defRPr>
            </a:lvl2pPr>
            <a:lvl3pPr marL="7938" indent="0" algn="l">
              <a:buFont typeface="Arial" panose="020B0604020202020204" pitchFamily="34" charset="0"/>
              <a:buNone/>
              <a:tabLst/>
              <a:defRPr sz="1200">
                <a:solidFill>
                  <a:schemeClr val="accent2"/>
                </a:solidFill>
              </a:defRPr>
            </a:lvl3pPr>
            <a:lvl4pPr marL="7938" indent="0" algn="l">
              <a:buFont typeface="Arial" panose="020B0604020202020204" pitchFamily="34" charset="0"/>
              <a:buNone/>
              <a:tabLst/>
              <a:defRPr sz="1200">
                <a:solidFill>
                  <a:schemeClr val="accent2"/>
                </a:solidFill>
              </a:defRPr>
            </a:lvl4pPr>
            <a:lvl5pPr marL="7938" indent="0" algn="l">
              <a:buFont typeface="Arial" panose="020B0604020202020204" pitchFamily="34" charset="0"/>
              <a:buNone/>
              <a:tabLst/>
              <a:defRPr sz="1200">
                <a:solidFill>
                  <a:schemeClr val="accent2"/>
                </a:solidFill>
              </a:defRPr>
            </a:lvl5pPr>
            <a:lvl6pPr marL="9525" indent="0" algn="l">
              <a:buNone/>
              <a:tabLst/>
              <a:defRPr sz="1200">
                <a:solidFill>
                  <a:schemeClr val="accent2"/>
                </a:solidFill>
              </a:defRPr>
            </a:lvl6pPr>
            <a:lvl7pPr marL="9525" indent="0" algn="l">
              <a:buNone/>
              <a:tabLst/>
              <a:defRPr sz="1200">
                <a:solidFill>
                  <a:schemeClr val="accent2"/>
                </a:solidFill>
              </a:defRPr>
            </a:lvl7pPr>
            <a:lvl8pPr marL="9525" indent="0" algn="l">
              <a:buNone/>
              <a:tabLst/>
              <a:defRPr sz="1200">
                <a:solidFill>
                  <a:schemeClr val="accent2"/>
                </a:solidFill>
              </a:defRPr>
            </a:lvl8pPr>
            <a:lvl9pPr marL="9525" indent="0" algn="l">
              <a:buNone/>
              <a:tabLst/>
              <a:defRPr sz="1200">
                <a:solidFill>
                  <a:schemeClr val="accent2"/>
                </a:solidFill>
              </a:defRPr>
            </a:lvl9pPr>
          </a:lstStyle>
          <a:p>
            <a:pPr lvl="0"/>
            <a:r>
              <a:rPr lang="en-US"/>
              <a:t>qualcomm.com/snapdragon</a:t>
            </a:r>
          </a:p>
        </p:txBody>
      </p:sp>
      <p:sp>
        <p:nvSpPr>
          <p:cNvPr id="9" name="TextBox 8">
            <a:extLst>
              <a:ext uri="{FF2B5EF4-FFF2-40B4-BE49-F238E27FC236}">
                <a16:creationId xmlns:a16="http://schemas.microsoft.com/office/drawing/2014/main" id="{D9160BF8-8C08-F408-6462-95D09A45CE2C}"/>
              </a:ext>
            </a:extLst>
          </p:cNvPr>
          <p:cNvSpPr txBox="1"/>
          <p:nvPr userDrawn="1"/>
        </p:nvSpPr>
        <p:spPr>
          <a:xfrm>
            <a:off x="515938" y="6001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bg1">
                    <a:alpha val="75000"/>
                  </a:schemeClr>
                </a:solidFill>
                <a:latin typeface="+mn-lt"/>
                <a:ea typeface="+mn-ea"/>
                <a:cs typeface="+mn-cs"/>
              </a:rPr>
              <a:t>Snapdragon and Qualcomm branded products are products of Qualcomm Technologies, Inc. and/or its subsidiaries. </a:t>
            </a:r>
            <a:br>
              <a:rPr lang="en-CA" sz="800" kern="1200" baseline="0">
                <a:solidFill>
                  <a:schemeClr val="bg1">
                    <a:alpha val="75000"/>
                  </a:schemeClr>
                </a:solidFill>
                <a:latin typeface="+mn-lt"/>
                <a:ea typeface="+mn-ea"/>
                <a:cs typeface="+mn-cs"/>
              </a:rPr>
            </a:br>
            <a:r>
              <a:rPr lang="en-CA" sz="800" kern="1200" baseline="0">
                <a:solidFill>
                  <a:schemeClr val="bg1">
                    <a:alpha val="75000"/>
                  </a:schemeClr>
                </a:solidFill>
                <a:latin typeface="+mn-lt"/>
                <a:ea typeface="+mn-ea"/>
                <a:cs typeface="+mn-cs"/>
              </a:rPr>
              <a:t>Qualcomm patents are licensed by Qualcomm Incorporated.</a:t>
            </a:r>
          </a:p>
        </p:txBody>
      </p:sp>
      <p:sp>
        <p:nvSpPr>
          <p:cNvPr id="13" name="Rechteck 6" descr="{&quot;templafy&quot;:{&quot;id&quot;:&quot;eda4efdf-c044-4cc9-93de-81e6ec0741f6&quot;}}">
            <a:extLst>
              <a:ext uri="{FF2B5EF4-FFF2-40B4-BE49-F238E27FC236}">
                <a16:creationId xmlns:a16="http://schemas.microsoft.com/office/drawing/2014/main" id="{971E6771-5A98-39F5-EAC8-D967FDD2E157}"/>
              </a:ext>
            </a:extLst>
          </p:cNvPr>
          <p:cNvSpPr/>
          <p:nvPr userDrawn="1"/>
        </p:nvSpPr>
        <p:spPr>
          <a:xfrm>
            <a:off x="515938" y="6301526"/>
            <a:ext cx="4795325"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95000"/>
              </a:lnSpc>
              <a:spcBef>
                <a:spcPts val="1200"/>
              </a:spcBef>
            </a:pPr>
            <a:r>
              <a:rPr lang="en-US" sz="800" kern="1200" baseline="0">
                <a:solidFill>
                  <a:schemeClr val="bg1">
                    <a:alpha val="75000"/>
                  </a:schemeClr>
                </a:solidFill>
                <a:latin typeface="+mn-lt"/>
                <a:ea typeface="+mn-ea"/>
                <a:cs typeface="+mn-cs"/>
              </a:rPr>
              <a:t>Confidential - Qualcomm Technologies, Inc. and/or its affiliated companies - May Contain Trade Secrets</a:t>
            </a:r>
          </a:p>
        </p:txBody>
      </p:sp>
      <p:sp>
        <p:nvSpPr>
          <p:cNvPr id="14" name="Picture Placeholder 10">
            <a:extLst>
              <a:ext uri="{FF2B5EF4-FFF2-40B4-BE49-F238E27FC236}">
                <a16:creationId xmlns:a16="http://schemas.microsoft.com/office/drawing/2014/main" id="{2F296B5B-100E-39AE-A820-75BF3E326480}"/>
              </a:ext>
            </a:extLst>
          </p:cNvPr>
          <p:cNvSpPr>
            <a:spLocks noGrp="1"/>
          </p:cNvSpPr>
          <p:nvPr>
            <p:ph type="pic" sz="quarter" idx="16"/>
          </p:nvPr>
        </p:nvSpPr>
        <p:spPr>
          <a:xfrm>
            <a:off x="7152221" y="215900"/>
            <a:ext cx="4824000" cy="6426000"/>
          </a:xfrm>
          <a:prstGeom prst="roundRect">
            <a:avLst>
              <a:gd name="adj" fmla="val 319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buNone/>
              <a:defRPr lang="en-US" sz="1800">
                <a:solidFill>
                  <a:schemeClr val="lt1"/>
                </a:solidFill>
              </a:defRPr>
            </a:lvl1pPr>
          </a:lstStyle>
          <a:p>
            <a:pPr marL="0" lvl="0" algn="ctr"/>
            <a:r>
              <a:rPr lang="en-US"/>
              <a:t>Click icon to add picture</a:t>
            </a:r>
          </a:p>
        </p:txBody>
      </p:sp>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2072562"/>
            <a:ext cx="5580062" cy="2142894"/>
          </a:xfrm>
        </p:spPr>
        <p:txBody>
          <a:bodyPr anchor="b">
            <a:noAutofit/>
          </a:bodyPr>
          <a:lstStyle>
            <a:lvl1pPr algn="l">
              <a:lnSpc>
                <a:spcPct val="76000"/>
              </a:lnSpc>
              <a:defRPr sz="6000" b="1" i="0" spc="-100" baseline="0">
                <a:solidFill>
                  <a:schemeClr val="bg1"/>
                </a:solidFill>
                <a:latin typeface="+mj-lt"/>
              </a:defRPr>
            </a:lvl1pPr>
          </a:lstStyle>
          <a:p>
            <a:r>
              <a:rPr lang="en-US"/>
              <a:t>Sample presentation title 3 lines max</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37781"/>
            <a:ext cx="5580059" cy="369863"/>
          </a:xfrm>
        </p:spPr>
        <p:txBody>
          <a:bodyPr anchor="b"/>
          <a:lstStyle>
            <a:lvl1pPr marL="0" indent="0" algn="l">
              <a:lnSpc>
                <a:spcPct val="76000"/>
              </a:lnSpc>
              <a:buNone/>
              <a:defRPr sz="2400" spc="-80" baseline="0">
                <a:solidFill>
                  <a:schemeClr val="bg1"/>
                </a:solidFill>
              </a:defRPr>
            </a:lvl1pPr>
            <a:lvl2pPr marL="7938" indent="0" algn="l">
              <a:buFont typeface="Arial" panose="020B0604020202020204" pitchFamily="34" charset="0"/>
              <a:buNone/>
              <a:tabLst/>
              <a:defRPr sz="2400" spc="-80">
                <a:solidFill>
                  <a:schemeClr val="bg1"/>
                </a:solidFill>
              </a:defRPr>
            </a:lvl2pPr>
            <a:lvl3pPr marL="7938" indent="0" algn="l">
              <a:buNone/>
              <a:tabLst/>
              <a:defRPr sz="2400" spc="-80">
                <a:solidFill>
                  <a:schemeClr val="bg1"/>
                </a:solidFill>
              </a:defRPr>
            </a:lvl3pPr>
            <a:lvl4pPr marL="7938" indent="0" algn="l">
              <a:buNone/>
              <a:tabLst/>
              <a:defRPr sz="2400" spc="-80">
                <a:solidFill>
                  <a:schemeClr val="bg1"/>
                </a:solidFill>
              </a:defRPr>
            </a:lvl4pPr>
            <a:lvl5pPr marL="7938" indent="0" algn="l">
              <a:buNone/>
              <a:tabLst/>
              <a:defRPr sz="2400" spc="-80">
                <a:solidFill>
                  <a:schemeClr val="bg1"/>
                </a:solidFill>
              </a:defRPr>
            </a:lvl5pPr>
            <a:lvl6pPr marL="7938" indent="0" algn="l">
              <a:buNone/>
              <a:tabLst/>
              <a:defRPr sz="2400" spc="-80">
                <a:solidFill>
                  <a:schemeClr val="bg1"/>
                </a:solidFill>
              </a:defRPr>
            </a:lvl6pPr>
            <a:lvl7pPr marL="7938" indent="0" algn="l">
              <a:buNone/>
              <a:tabLst/>
              <a:defRPr sz="2400" spc="-80">
                <a:solidFill>
                  <a:schemeClr val="bg1"/>
                </a:solidFill>
              </a:defRPr>
            </a:lvl7pPr>
            <a:lvl8pPr marL="7938" indent="0" algn="l">
              <a:buNone/>
              <a:tabLst/>
              <a:defRPr sz="2400" spc="-80">
                <a:solidFill>
                  <a:schemeClr val="bg1"/>
                </a:solidFill>
              </a:defRPr>
            </a:lvl8pPr>
            <a:lvl9pPr marL="7938" indent="0" algn="l">
              <a:buNone/>
              <a:tabLst/>
              <a:defRPr sz="2400" spc="-80">
                <a:solidFill>
                  <a:schemeClr val="bg1"/>
                </a:solidFill>
              </a:defRPr>
            </a:lvl9pPr>
          </a:lstStyle>
          <a:p>
            <a:pPr lvl="0"/>
            <a:r>
              <a:rPr lang="en-US"/>
              <a:t>Speaker Name</a:t>
            </a:r>
          </a:p>
        </p:txBody>
      </p:sp>
      <p:sp>
        <p:nvSpPr>
          <p:cNvPr id="7" name="Text Placeholder 13">
            <a:extLst>
              <a:ext uri="{FF2B5EF4-FFF2-40B4-BE49-F238E27FC236}">
                <a16:creationId xmlns:a16="http://schemas.microsoft.com/office/drawing/2014/main" id="{4E352FB5-8F4C-B6A6-22CA-101287C14161}"/>
              </a:ext>
            </a:extLst>
          </p:cNvPr>
          <p:cNvSpPr>
            <a:spLocks noGrp="1"/>
          </p:cNvSpPr>
          <p:nvPr>
            <p:ph type="body" sz="quarter" idx="13" hasCustomPrompt="1"/>
          </p:nvPr>
        </p:nvSpPr>
        <p:spPr>
          <a:xfrm>
            <a:off x="515939" y="4948285"/>
            <a:ext cx="5580000" cy="233550"/>
          </a:xfrm>
        </p:spPr>
        <p:txBody>
          <a:bodyPr anchor="t">
            <a:noAutofit/>
          </a:bodyPr>
          <a:lstStyle>
            <a:lvl1pPr marL="0" indent="0">
              <a:buNone/>
              <a:defRPr sz="1400">
                <a:solidFill>
                  <a:schemeClr val="bg1"/>
                </a:solidFill>
              </a:defRPr>
            </a:lvl1pPr>
            <a:lvl2pPr marL="6350" indent="0">
              <a:buNone/>
              <a:tabLst/>
              <a:defRPr sz="1400">
                <a:solidFill>
                  <a:schemeClr val="bg1"/>
                </a:solidFill>
              </a:defRPr>
            </a:lvl2pPr>
            <a:lvl3pPr marL="6350" indent="0">
              <a:buNone/>
              <a:tabLst/>
              <a:defRPr sz="1400">
                <a:solidFill>
                  <a:schemeClr val="bg1"/>
                </a:solidFill>
              </a:defRPr>
            </a:lvl3pPr>
            <a:lvl4pPr marL="6350" indent="0">
              <a:buNone/>
              <a:tabLst/>
              <a:defRPr sz="1400">
                <a:solidFill>
                  <a:schemeClr val="bg1"/>
                </a:solidFill>
              </a:defRPr>
            </a:lvl4pPr>
            <a:lvl5pPr marL="6350" indent="0">
              <a:buNone/>
              <a:tabLst/>
              <a:defRPr sz="1400">
                <a:solidFill>
                  <a:schemeClr val="bg1"/>
                </a:solidFill>
              </a:defRPr>
            </a:lvl5pPr>
            <a:lvl6pPr marL="0" indent="0">
              <a:buNone/>
              <a:tabLst/>
              <a:defRPr sz="1400">
                <a:solidFill>
                  <a:schemeClr val="bg1"/>
                </a:solidFill>
              </a:defRPr>
            </a:lvl6pPr>
            <a:lvl7pPr marL="6350" indent="0">
              <a:buNone/>
              <a:tabLst/>
              <a:defRPr sz="1400">
                <a:solidFill>
                  <a:schemeClr val="bg1"/>
                </a:solidFill>
              </a:defRPr>
            </a:lvl7pPr>
            <a:lvl8pPr marL="6350" indent="0">
              <a:buNone/>
              <a:tabLst/>
              <a:defRPr sz="1400">
                <a:solidFill>
                  <a:schemeClr val="bg1"/>
                </a:solidFill>
              </a:defRPr>
            </a:lvl8pPr>
            <a:lvl9pPr marL="6350" indent="0">
              <a:buNone/>
              <a:tabLst/>
              <a:defRPr sz="1400">
                <a:solidFill>
                  <a:schemeClr val="bg1"/>
                </a:solidFill>
              </a:defRPr>
            </a:lvl9pPr>
          </a:lstStyle>
          <a:p>
            <a:pPr lvl="0"/>
            <a:r>
              <a:rPr lang="en-US"/>
              <a:t>Speaker title, Employing entity</a:t>
            </a:r>
          </a:p>
        </p:txBody>
      </p:sp>
      <p:pic>
        <p:nvPicPr>
          <p:cNvPr id="8" name="Graphic 7">
            <a:extLst>
              <a:ext uri="{FF2B5EF4-FFF2-40B4-BE49-F238E27FC236}">
                <a16:creationId xmlns:a16="http://schemas.microsoft.com/office/drawing/2014/main" id="{57037570-DD51-521A-0336-B4EFE8E7193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2868" y="282871"/>
            <a:ext cx="2933877" cy="950794"/>
          </a:xfrm>
          <a:prstGeom prst="rect">
            <a:avLst/>
          </a:prstGeom>
        </p:spPr>
      </p:pic>
    </p:spTree>
    <p:extLst>
      <p:ext uri="{BB962C8B-B14F-4D97-AF65-F5344CB8AC3E}">
        <p14:creationId xmlns:p14="http://schemas.microsoft.com/office/powerpoint/2010/main" val="3256242611"/>
      </p:ext>
    </p:extLst>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TItle+Photo_DarkRed">
    <p:bg>
      <p:bgRef idx="1001">
        <a:schemeClr val="bg1"/>
      </p:bgRef>
    </p:bg>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F56DB61A-5B25-AFA5-0DE1-69FB02ED618D}"/>
              </a:ext>
            </a:extLst>
          </p:cNvPr>
          <p:cNvSpPr/>
          <p:nvPr userDrawn="1"/>
        </p:nvSpPr>
        <p:spPr>
          <a:xfrm>
            <a:off x="215900" y="215900"/>
            <a:ext cx="6706070" cy="6426000"/>
          </a:xfrm>
          <a:prstGeom prst="roundRect">
            <a:avLst>
              <a:gd name="adj" fmla="val 296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6" name="Text Placeholder 23">
            <a:extLst>
              <a:ext uri="{FF2B5EF4-FFF2-40B4-BE49-F238E27FC236}">
                <a16:creationId xmlns:a16="http://schemas.microsoft.com/office/drawing/2014/main" id="{922FB37D-1ADD-152A-9D7A-F98D1718E664}"/>
              </a:ext>
            </a:extLst>
          </p:cNvPr>
          <p:cNvSpPr>
            <a:spLocks noGrp="1"/>
          </p:cNvSpPr>
          <p:nvPr>
            <p:ph type="body" sz="quarter" idx="15" hasCustomPrompt="1"/>
          </p:nvPr>
        </p:nvSpPr>
        <p:spPr>
          <a:xfrm>
            <a:off x="515939" y="5719253"/>
            <a:ext cx="5580000" cy="167290"/>
          </a:xfrm>
        </p:spPr>
        <p:txBody>
          <a:bodyPr anchor="b">
            <a:noAutofit/>
          </a:bodyPr>
          <a:lstStyle>
            <a:lvl1pPr marL="7938" indent="0" algn="l">
              <a:buFont typeface="Arial" panose="020B0604020202020204" pitchFamily="34" charset="0"/>
              <a:buNone/>
              <a:tabLst/>
              <a:defRPr sz="1200">
                <a:solidFill>
                  <a:schemeClr val="bg1"/>
                </a:solidFill>
              </a:defRPr>
            </a:lvl1pPr>
            <a:lvl2pPr marL="7938" indent="0" algn="l">
              <a:buFont typeface="Arial" panose="020B0604020202020204" pitchFamily="34" charset="0"/>
              <a:buNone/>
              <a:tabLst/>
              <a:defRPr sz="1200">
                <a:solidFill>
                  <a:schemeClr val="accent2"/>
                </a:solidFill>
              </a:defRPr>
            </a:lvl2pPr>
            <a:lvl3pPr marL="7938" indent="0" algn="l">
              <a:buFont typeface="Arial" panose="020B0604020202020204" pitchFamily="34" charset="0"/>
              <a:buNone/>
              <a:tabLst/>
              <a:defRPr sz="1200">
                <a:solidFill>
                  <a:schemeClr val="accent2"/>
                </a:solidFill>
              </a:defRPr>
            </a:lvl3pPr>
            <a:lvl4pPr marL="7938" indent="0" algn="l">
              <a:buFont typeface="Arial" panose="020B0604020202020204" pitchFamily="34" charset="0"/>
              <a:buNone/>
              <a:tabLst/>
              <a:defRPr sz="1200">
                <a:solidFill>
                  <a:schemeClr val="accent2"/>
                </a:solidFill>
              </a:defRPr>
            </a:lvl4pPr>
            <a:lvl5pPr marL="7938" indent="0" algn="l">
              <a:buFont typeface="Arial" panose="020B0604020202020204" pitchFamily="34" charset="0"/>
              <a:buNone/>
              <a:tabLst/>
              <a:defRPr sz="1200">
                <a:solidFill>
                  <a:schemeClr val="accent2"/>
                </a:solidFill>
              </a:defRPr>
            </a:lvl5pPr>
            <a:lvl6pPr marL="9525" indent="0" algn="l">
              <a:buNone/>
              <a:tabLst/>
              <a:defRPr sz="1200">
                <a:solidFill>
                  <a:schemeClr val="accent2"/>
                </a:solidFill>
              </a:defRPr>
            </a:lvl6pPr>
            <a:lvl7pPr marL="9525" indent="0" algn="l">
              <a:buNone/>
              <a:tabLst/>
              <a:defRPr sz="1200">
                <a:solidFill>
                  <a:schemeClr val="accent2"/>
                </a:solidFill>
              </a:defRPr>
            </a:lvl7pPr>
            <a:lvl8pPr marL="9525" indent="0" algn="l">
              <a:buNone/>
              <a:tabLst/>
              <a:defRPr sz="1200">
                <a:solidFill>
                  <a:schemeClr val="accent2"/>
                </a:solidFill>
              </a:defRPr>
            </a:lvl8pPr>
            <a:lvl9pPr marL="9525" indent="0" algn="l">
              <a:buNone/>
              <a:tabLst/>
              <a:defRPr sz="1200">
                <a:solidFill>
                  <a:schemeClr val="accent2"/>
                </a:solidFill>
              </a:defRPr>
            </a:lvl9pPr>
          </a:lstStyle>
          <a:p>
            <a:pPr lvl="0"/>
            <a:r>
              <a:rPr lang="en-US"/>
              <a:t>qualcomm.com/snapdragon</a:t>
            </a:r>
          </a:p>
        </p:txBody>
      </p:sp>
      <p:sp>
        <p:nvSpPr>
          <p:cNvPr id="9" name="TextBox 8">
            <a:extLst>
              <a:ext uri="{FF2B5EF4-FFF2-40B4-BE49-F238E27FC236}">
                <a16:creationId xmlns:a16="http://schemas.microsoft.com/office/drawing/2014/main" id="{22A5B840-1E5C-D719-1BCB-8CD8FB885450}"/>
              </a:ext>
            </a:extLst>
          </p:cNvPr>
          <p:cNvSpPr txBox="1"/>
          <p:nvPr userDrawn="1"/>
        </p:nvSpPr>
        <p:spPr>
          <a:xfrm>
            <a:off x="515938" y="6001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bg1">
                    <a:alpha val="75000"/>
                  </a:schemeClr>
                </a:solidFill>
                <a:latin typeface="+mn-lt"/>
                <a:ea typeface="+mn-ea"/>
                <a:cs typeface="+mn-cs"/>
              </a:rPr>
              <a:t>Snapdragon and Qualcomm branded products are products of Qualcomm Technologies, Inc. and/or its subsidiaries. </a:t>
            </a:r>
            <a:br>
              <a:rPr lang="en-CA" sz="800" kern="1200" baseline="0">
                <a:solidFill>
                  <a:schemeClr val="bg1">
                    <a:alpha val="75000"/>
                  </a:schemeClr>
                </a:solidFill>
                <a:latin typeface="+mn-lt"/>
                <a:ea typeface="+mn-ea"/>
                <a:cs typeface="+mn-cs"/>
              </a:rPr>
            </a:br>
            <a:r>
              <a:rPr lang="en-CA" sz="800" kern="1200" baseline="0">
                <a:solidFill>
                  <a:schemeClr val="bg1">
                    <a:alpha val="75000"/>
                  </a:schemeClr>
                </a:solidFill>
                <a:latin typeface="+mn-lt"/>
                <a:ea typeface="+mn-ea"/>
                <a:cs typeface="+mn-cs"/>
              </a:rPr>
              <a:t>Qualcomm patents are licensed by Qualcomm Incorporated.</a:t>
            </a:r>
          </a:p>
        </p:txBody>
      </p:sp>
      <p:sp>
        <p:nvSpPr>
          <p:cNvPr id="13" name="Rechteck 6" descr="{&quot;templafy&quot;:{&quot;id&quot;:&quot;12590483-bc23-44a7-aab6-853236d84a3c&quot;}}">
            <a:extLst>
              <a:ext uri="{FF2B5EF4-FFF2-40B4-BE49-F238E27FC236}">
                <a16:creationId xmlns:a16="http://schemas.microsoft.com/office/drawing/2014/main" id="{7147C3D2-CEBD-2C81-F020-7865A144C5E9}"/>
              </a:ext>
            </a:extLst>
          </p:cNvPr>
          <p:cNvSpPr/>
          <p:nvPr userDrawn="1"/>
        </p:nvSpPr>
        <p:spPr>
          <a:xfrm>
            <a:off x="515938" y="6301526"/>
            <a:ext cx="4795325"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95000"/>
              </a:lnSpc>
              <a:spcBef>
                <a:spcPts val="1200"/>
              </a:spcBef>
            </a:pPr>
            <a:r>
              <a:rPr lang="en-US" sz="800" kern="1200" baseline="0">
                <a:solidFill>
                  <a:schemeClr val="bg1">
                    <a:alpha val="75000"/>
                  </a:schemeClr>
                </a:solidFill>
                <a:latin typeface="+mn-lt"/>
                <a:ea typeface="+mn-ea"/>
                <a:cs typeface="+mn-cs"/>
              </a:rPr>
              <a:t>Confidential - Qualcomm Technologies, Inc. and/or its affiliated companies - May Contain Trade Secrets</a:t>
            </a:r>
          </a:p>
        </p:txBody>
      </p:sp>
      <p:sp>
        <p:nvSpPr>
          <p:cNvPr id="14" name="Picture Placeholder 10">
            <a:extLst>
              <a:ext uri="{FF2B5EF4-FFF2-40B4-BE49-F238E27FC236}">
                <a16:creationId xmlns:a16="http://schemas.microsoft.com/office/drawing/2014/main" id="{4E1473A9-EC22-F205-D41F-70FA22196CFD}"/>
              </a:ext>
            </a:extLst>
          </p:cNvPr>
          <p:cNvSpPr>
            <a:spLocks noGrp="1"/>
          </p:cNvSpPr>
          <p:nvPr>
            <p:ph type="pic" sz="quarter" idx="16"/>
          </p:nvPr>
        </p:nvSpPr>
        <p:spPr>
          <a:xfrm>
            <a:off x="7152221" y="215900"/>
            <a:ext cx="4824000" cy="6426000"/>
          </a:xfrm>
          <a:prstGeom prst="roundRect">
            <a:avLst>
              <a:gd name="adj" fmla="val 319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buNone/>
              <a:defRPr lang="en-US" sz="1800">
                <a:solidFill>
                  <a:schemeClr val="lt1"/>
                </a:solidFill>
              </a:defRPr>
            </a:lvl1pPr>
          </a:lstStyle>
          <a:p>
            <a:pPr marL="0" lvl="0" algn="ctr"/>
            <a:r>
              <a:rPr lang="en-US"/>
              <a:t>Click icon to add picture</a:t>
            </a:r>
          </a:p>
        </p:txBody>
      </p:sp>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2072562"/>
            <a:ext cx="5580062" cy="2142894"/>
          </a:xfrm>
        </p:spPr>
        <p:txBody>
          <a:bodyPr anchor="b">
            <a:noAutofit/>
          </a:bodyPr>
          <a:lstStyle>
            <a:lvl1pPr algn="l">
              <a:lnSpc>
                <a:spcPct val="76000"/>
              </a:lnSpc>
              <a:defRPr sz="6000" b="1" i="0" spc="-100" baseline="0">
                <a:solidFill>
                  <a:schemeClr val="bg1"/>
                </a:solidFill>
                <a:latin typeface="+mj-lt"/>
              </a:defRPr>
            </a:lvl1pPr>
          </a:lstStyle>
          <a:p>
            <a:r>
              <a:rPr lang="en-US"/>
              <a:t>Sample presentation title 3 lines max</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37781"/>
            <a:ext cx="5580059" cy="369863"/>
          </a:xfrm>
        </p:spPr>
        <p:txBody>
          <a:bodyPr anchor="b"/>
          <a:lstStyle>
            <a:lvl1pPr marL="0" indent="0" algn="l">
              <a:lnSpc>
                <a:spcPct val="76000"/>
              </a:lnSpc>
              <a:buNone/>
              <a:defRPr sz="2400" spc="-80" baseline="0">
                <a:solidFill>
                  <a:schemeClr val="bg1"/>
                </a:solidFill>
              </a:defRPr>
            </a:lvl1pPr>
            <a:lvl2pPr marL="7938" indent="0" algn="l">
              <a:buFont typeface="Arial" panose="020B0604020202020204" pitchFamily="34" charset="0"/>
              <a:buNone/>
              <a:tabLst/>
              <a:defRPr sz="2400" spc="-80">
                <a:solidFill>
                  <a:schemeClr val="bg1"/>
                </a:solidFill>
              </a:defRPr>
            </a:lvl2pPr>
            <a:lvl3pPr marL="7938" indent="0" algn="l">
              <a:buNone/>
              <a:tabLst/>
              <a:defRPr sz="2400" spc="-80">
                <a:solidFill>
                  <a:schemeClr val="bg1"/>
                </a:solidFill>
              </a:defRPr>
            </a:lvl3pPr>
            <a:lvl4pPr marL="7938" indent="0" algn="l">
              <a:buNone/>
              <a:tabLst/>
              <a:defRPr sz="2400" spc="-80">
                <a:solidFill>
                  <a:schemeClr val="bg1"/>
                </a:solidFill>
              </a:defRPr>
            </a:lvl4pPr>
            <a:lvl5pPr marL="7938" indent="0" algn="l">
              <a:buNone/>
              <a:tabLst/>
              <a:defRPr sz="2400" spc="-80">
                <a:solidFill>
                  <a:schemeClr val="bg1"/>
                </a:solidFill>
              </a:defRPr>
            </a:lvl5pPr>
            <a:lvl6pPr marL="7938" indent="0" algn="l">
              <a:buNone/>
              <a:tabLst/>
              <a:defRPr sz="2400" spc="-80">
                <a:solidFill>
                  <a:schemeClr val="bg1"/>
                </a:solidFill>
              </a:defRPr>
            </a:lvl6pPr>
            <a:lvl7pPr marL="7938" indent="0" algn="l">
              <a:buNone/>
              <a:tabLst/>
              <a:defRPr sz="2400" spc="-80">
                <a:solidFill>
                  <a:schemeClr val="bg1"/>
                </a:solidFill>
              </a:defRPr>
            </a:lvl7pPr>
            <a:lvl8pPr marL="7938" indent="0" algn="l">
              <a:buNone/>
              <a:tabLst/>
              <a:defRPr sz="2400" spc="-80">
                <a:solidFill>
                  <a:schemeClr val="bg1"/>
                </a:solidFill>
              </a:defRPr>
            </a:lvl8pPr>
            <a:lvl9pPr marL="7938" indent="0" algn="l">
              <a:buNone/>
              <a:tabLst/>
              <a:defRPr sz="2400" spc="-80">
                <a:solidFill>
                  <a:schemeClr val="bg1"/>
                </a:solidFill>
              </a:defRPr>
            </a:lvl9pPr>
          </a:lstStyle>
          <a:p>
            <a:pPr lvl="0"/>
            <a:r>
              <a:rPr lang="en-US"/>
              <a:t>Speaker Name</a:t>
            </a:r>
          </a:p>
        </p:txBody>
      </p:sp>
      <p:sp>
        <p:nvSpPr>
          <p:cNvPr id="7" name="Text Placeholder 13">
            <a:extLst>
              <a:ext uri="{FF2B5EF4-FFF2-40B4-BE49-F238E27FC236}">
                <a16:creationId xmlns:a16="http://schemas.microsoft.com/office/drawing/2014/main" id="{4E352FB5-8F4C-B6A6-22CA-101287C14161}"/>
              </a:ext>
            </a:extLst>
          </p:cNvPr>
          <p:cNvSpPr>
            <a:spLocks noGrp="1"/>
          </p:cNvSpPr>
          <p:nvPr>
            <p:ph type="body" sz="quarter" idx="13" hasCustomPrompt="1"/>
          </p:nvPr>
        </p:nvSpPr>
        <p:spPr>
          <a:xfrm>
            <a:off x="515939" y="4948285"/>
            <a:ext cx="5580000" cy="233550"/>
          </a:xfrm>
        </p:spPr>
        <p:txBody>
          <a:bodyPr anchor="t">
            <a:noAutofit/>
          </a:bodyPr>
          <a:lstStyle>
            <a:lvl1pPr marL="0" indent="0">
              <a:buNone/>
              <a:defRPr sz="1400">
                <a:solidFill>
                  <a:schemeClr val="bg1"/>
                </a:solidFill>
              </a:defRPr>
            </a:lvl1pPr>
            <a:lvl2pPr marL="6350" indent="0">
              <a:buNone/>
              <a:tabLst/>
              <a:defRPr sz="1400">
                <a:solidFill>
                  <a:schemeClr val="bg1"/>
                </a:solidFill>
              </a:defRPr>
            </a:lvl2pPr>
            <a:lvl3pPr marL="6350" indent="0">
              <a:buNone/>
              <a:tabLst/>
              <a:defRPr sz="1400">
                <a:solidFill>
                  <a:schemeClr val="bg1"/>
                </a:solidFill>
              </a:defRPr>
            </a:lvl3pPr>
            <a:lvl4pPr marL="6350" indent="0">
              <a:buNone/>
              <a:tabLst/>
              <a:defRPr sz="1400">
                <a:solidFill>
                  <a:schemeClr val="bg1"/>
                </a:solidFill>
              </a:defRPr>
            </a:lvl4pPr>
            <a:lvl5pPr marL="6350" indent="0">
              <a:buNone/>
              <a:tabLst/>
              <a:defRPr sz="1400">
                <a:solidFill>
                  <a:schemeClr val="bg1"/>
                </a:solidFill>
              </a:defRPr>
            </a:lvl5pPr>
            <a:lvl6pPr marL="0" indent="0">
              <a:buNone/>
              <a:tabLst/>
              <a:defRPr sz="1400">
                <a:solidFill>
                  <a:schemeClr val="bg1"/>
                </a:solidFill>
              </a:defRPr>
            </a:lvl6pPr>
            <a:lvl7pPr marL="6350" indent="0">
              <a:buNone/>
              <a:tabLst/>
              <a:defRPr sz="1400">
                <a:solidFill>
                  <a:schemeClr val="bg1"/>
                </a:solidFill>
              </a:defRPr>
            </a:lvl7pPr>
            <a:lvl8pPr marL="6350" indent="0">
              <a:buNone/>
              <a:tabLst/>
              <a:defRPr sz="1400">
                <a:solidFill>
                  <a:schemeClr val="bg1"/>
                </a:solidFill>
              </a:defRPr>
            </a:lvl8pPr>
            <a:lvl9pPr marL="6350" indent="0">
              <a:buNone/>
              <a:tabLst/>
              <a:defRPr sz="1400">
                <a:solidFill>
                  <a:schemeClr val="bg1"/>
                </a:solidFill>
              </a:defRPr>
            </a:lvl9pPr>
          </a:lstStyle>
          <a:p>
            <a:pPr lvl="0"/>
            <a:r>
              <a:rPr lang="en-US"/>
              <a:t>Speaker title, Employing entity</a:t>
            </a:r>
          </a:p>
        </p:txBody>
      </p:sp>
      <p:pic>
        <p:nvPicPr>
          <p:cNvPr id="8" name="Graphic 7">
            <a:extLst>
              <a:ext uri="{FF2B5EF4-FFF2-40B4-BE49-F238E27FC236}">
                <a16:creationId xmlns:a16="http://schemas.microsoft.com/office/drawing/2014/main" id="{57037570-DD51-521A-0336-B4EFE8E7193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2868" y="282871"/>
            <a:ext cx="2933877" cy="950794"/>
          </a:xfrm>
          <a:prstGeom prst="rect">
            <a:avLst/>
          </a:prstGeom>
        </p:spPr>
      </p:pic>
    </p:spTree>
    <p:extLst>
      <p:ext uri="{BB962C8B-B14F-4D97-AF65-F5344CB8AC3E}">
        <p14:creationId xmlns:p14="http://schemas.microsoft.com/office/powerpoint/2010/main" val="1963160166"/>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_TItle+Photo_DeepRed">
    <p:bg>
      <p:bgRef idx="1001">
        <a:schemeClr val="bg1"/>
      </p:bgRef>
    </p:bg>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244B2D04-CEA0-2F15-AD8F-2E710832FBFE}"/>
              </a:ext>
            </a:extLst>
          </p:cNvPr>
          <p:cNvSpPr/>
          <p:nvPr userDrawn="1"/>
        </p:nvSpPr>
        <p:spPr>
          <a:xfrm>
            <a:off x="215900" y="215900"/>
            <a:ext cx="6706070" cy="6426000"/>
          </a:xfrm>
          <a:prstGeom prst="roundRect">
            <a:avLst>
              <a:gd name="adj" fmla="val 296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6" name="Text Placeholder 23">
            <a:extLst>
              <a:ext uri="{FF2B5EF4-FFF2-40B4-BE49-F238E27FC236}">
                <a16:creationId xmlns:a16="http://schemas.microsoft.com/office/drawing/2014/main" id="{D92F8722-ACAD-7737-D7C7-21DFFE3A7516}"/>
              </a:ext>
            </a:extLst>
          </p:cNvPr>
          <p:cNvSpPr>
            <a:spLocks noGrp="1"/>
          </p:cNvSpPr>
          <p:nvPr>
            <p:ph type="body" sz="quarter" idx="15" hasCustomPrompt="1"/>
          </p:nvPr>
        </p:nvSpPr>
        <p:spPr>
          <a:xfrm>
            <a:off x="515939" y="5719253"/>
            <a:ext cx="5580000" cy="167290"/>
          </a:xfrm>
        </p:spPr>
        <p:txBody>
          <a:bodyPr anchor="b">
            <a:noAutofit/>
          </a:bodyPr>
          <a:lstStyle>
            <a:lvl1pPr marL="7938" indent="0" algn="l">
              <a:buFont typeface="Arial" panose="020B0604020202020204" pitchFamily="34" charset="0"/>
              <a:buNone/>
              <a:tabLst/>
              <a:defRPr sz="1200">
                <a:solidFill>
                  <a:schemeClr val="bg1"/>
                </a:solidFill>
              </a:defRPr>
            </a:lvl1pPr>
            <a:lvl2pPr marL="7938" indent="0" algn="l">
              <a:buFont typeface="Arial" panose="020B0604020202020204" pitchFamily="34" charset="0"/>
              <a:buNone/>
              <a:tabLst/>
              <a:defRPr sz="1200">
                <a:solidFill>
                  <a:schemeClr val="accent2"/>
                </a:solidFill>
              </a:defRPr>
            </a:lvl2pPr>
            <a:lvl3pPr marL="7938" indent="0" algn="l">
              <a:buFont typeface="Arial" panose="020B0604020202020204" pitchFamily="34" charset="0"/>
              <a:buNone/>
              <a:tabLst/>
              <a:defRPr sz="1200">
                <a:solidFill>
                  <a:schemeClr val="accent2"/>
                </a:solidFill>
              </a:defRPr>
            </a:lvl3pPr>
            <a:lvl4pPr marL="7938" indent="0" algn="l">
              <a:buFont typeface="Arial" panose="020B0604020202020204" pitchFamily="34" charset="0"/>
              <a:buNone/>
              <a:tabLst/>
              <a:defRPr sz="1200">
                <a:solidFill>
                  <a:schemeClr val="accent2"/>
                </a:solidFill>
              </a:defRPr>
            </a:lvl4pPr>
            <a:lvl5pPr marL="7938" indent="0" algn="l">
              <a:buFont typeface="Arial" panose="020B0604020202020204" pitchFamily="34" charset="0"/>
              <a:buNone/>
              <a:tabLst/>
              <a:defRPr sz="1200">
                <a:solidFill>
                  <a:schemeClr val="accent2"/>
                </a:solidFill>
              </a:defRPr>
            </a:lvl5pPr>
            <a:lvl6pPr marL="9525" indent="0" algn="l">
              <a:buNone/>
              <a:tabLst/>
              <a:defRPr sz="1200">
                <a:solidFill>
                  <a:schemeClr val="accent2"/>
                </a:solidFill>
              </a:defRPr>
            </a:lvl6pPr>
            <a:lvl7pPr marL="9525" indent="0" algn="l">
              <a:buNone/>
              <a:tabLst/>
              <a:defRPr sz="1200">
                <a:solidFill>
                  <a:schemeClr val="accent2"/>
                </a:solidFill>
              </a:defRPr>
            </a:lvl7pPr>
            <a:lvl8pPr marL="9525" indent="0" algn="l">
              <a:buNone/>
              <a:tabLst/>
              <a:defRPr sz="1200">
                <a:solidFill>
                  <a:schemeClr val="accent2"/>
                </a:solidFill>
              </a:defRPr>
            </a:lvl8pPr>
            <a:lvl9pPr marL="9525" indent="0" algn="l">
              <a:buNone/>
              <a:tabLst/>
              <a:defRPr sz="1200">
                <a:solidFill>
                  <a:schemeClr val="accent2"/>
                </a:solidFill>
              </a:defRPr>
            </a:lvl9pPr>
          </a:lstStyle>
          <a:p>
            <a:pPr lvl="0"/>
            <a:r>
              <a:rPr lang="en-US"/>
              <a:t>qualcomm.com/snapdragon</a:t>
            </a:r>
          </a:p>
        </p:txBody>
      </p:sp>
      <p:sp>
        <p:nvSpPr>
          <p:cNvPr id="9" name="TextBox 8">
            <a:extLst>
              <a:ext uri="{FF2B5EF4-FFF2-40B4-BE49-F238E27FC236}">
                <a16:creationId xmlns:a16="http://schemas.microsoft.com/office/drawing/2014/main" id="{89C9271D-5686-40C1-290C-17C6B7D48A5D}"/>
              </a:ext>
            </a:extLst>
          </p:cNvPr>
          <p:cNvSpPr txBox="1"/>
          <p:nvPr userDrawn="1"/>
        </p:nvSpPr>
        <p:spPr>
          <a:xfrm>
            <a:off x="515938" y="6001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chemeClr val="bg1">
                    <a:alpha val="50000"/>
                  </a:schemeClr>
                </a:solidFill>
                <a:latin typeface="+mn-lt"/>
                <a:ea typeface="+mn-ea"/>
                <a:cs typeface="+mn-cs"/>
              </a:rPr>
              <a:t>Snapdragon and Qualcomm branded products are products of Qualcomm Technologies, Inc. and/or its subsidiaries. </a:t>
            </a:r>
            <a:br>
              <a:rPr lang="en-CA" sz="800" kern="1200" baseline="0">
                <a:solidFill>
                  <a:schemeClr val="bg1">
                    <a:alpha val="50000"/>
                  </a:schemeClr>
                </a:solidFill>
                <a:latin typeface="+mn-lt"/>
                <a:ea typeface="+mn-ea"/>
                <a:cs typeface="+mn-cs"/>
              </a:rPr>
            </a:br>
            <a:r>
              <a:rPr lang="en-CA" sz="800" kern="1200" baseline="0">
                <a:solidFill>
                  <a:schemeClr val="bg1">
                    <a:alpha val="50000"/>
                  </a:schemeClr>
                </a:solidFill>
                <a:latin typeface="+mn-lt"/>
                <a:ea typeface="+mn-ea"/>
                <a:cs typeface="+mn-cs"/>
              </a:rPr>
              <a:t>Qualcomm patents are licensed by Qualcomm Incorporated.</a:t>
            </a:r>
          </a:p>
        </p:txBody>
      </p:sp>
      <p:sp>
        <p:nvSpPr>
          <p:cNvPr id="13" name="Rechteck 6" descr="{&quot;templafy&quot;:{&quot;id&quot;:&quot;1c936884-11c4-4ef7-845b-867d4457e6ec&quot;}}">
            <a:extLst>
              <a:ext uri="{FF2B5EF4-FFF2-40B4-BE49-F238E27FC236}">
                <a16:creationId xmlns:a16="http://schemas.microsoft.com/office/drawing/2014/main" id="{A8897196-479C-10F0-3F49-D5CF637B3C13}"/>
              </a:ext>
            </a:extLst>
          </p:cNvPr>
          <p:cNvSpPr/>
          <p:nvPr userDrawn="1"/>
        </p:nvSpPr>
        <p:spPr>
          <a:xfrm>
            <a:off x="515938" y="6301526"/>
            <a:ext cx="4795325"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95000"/>
              </a:lnSpc>
              <a:spcBef>
                <a:spcPts val="1200"/>
              </a:spcBef>
            </a:pPr>
            <a:r>
              <a:rPr lang="en-US" sz="800" kern="1200" baseline="0">
                <a:solidFill>
                  <a:schemeClr val="bg1">
                    <a:alpha val="50000"/>
                  </a:schemeClr>
                </a:solidFill>
                <a:latin typeface="+mn-lt"/>
                <a:ea typeface="+mn-ea"/>
                <a:cs typeface="+mn-cs"/>
              </a:rPr>
              <a:t>Confidential - Qualcomm Technologies, Inc. and/or its affiliated companies - May Contain Trade Secrets</a:t>
            </a:r>
          </a:p>
        </p:txBody>
      </p:sp>
      <p:sp>
        <p:nvSpPr>
          <p:cNvPr id="14" name="Picture Placeholder 10">
            <a:extLst>
              <a:ext uri="{FF2B5EF4-FFF2-40B4-BE49-F238E27FC236}">
                <a16:creationId xmlns:a16="http://schemas.microsoft.com/office/drawing/2014/main" id="{3FDE655E-CBB8-34B5-9F79-4CEB9403AAAD}"/>
              </a:ext>
            </a:extLst>
          </p:cNvPr>
          <p:cNvSpPr>
            <a:spLocks noGrp="1"/>
          </p:cNvSpPr>
          <p:nvPr>
            <p:ph type="pic" sz="quarter" idx="16"/>
          </p:nvPr>
        </p:nvSpPr>
        <p:spPr>
          <a:xfrm>
            <a:off x="7152221" y="215900"/>
            <a:ext cx="4824000" cy="6426000"/>
          </a:xfrm>
          <a:prstGeom prst="roundRect">
            <a:avLst>
              <a:gd name="adj" fmla="val 319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a:buNone/>
              <a:defRPr lang="en-US" sz="1800">
                <a:solidFill>
                  <a:schemeClr val="lt1"/>
                </a:solidFill>
              </a:defRPr>
            </a:lvl1pPr>
          </a:lstStyle>
          <a:p>
            <a:pPr marL="0" lvl="0" algn="ctr"/>
            <a:r>
              <a:rPr lang="en-US"/>
              <a:t>Click icon to add picture</a:t>
            </a:r>
          </a:p>
        </p:txBody>
      </p:sp>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2072562"/>
            <a:ext cx="5580062" cy="2142894"/>
          </a:xfrm>
        </p:spPr>
        <p:txBody>
          <a:bodyPr anchor="b">
            <a:noAutofit/>
          </a:bodyPr>
          <a:lstStyle>
            <a:lvl1pPr algn="l">
              <a:lnSpc>
                <a:spcPct val="76000"/>
              </a:lnSpc>
              <a:defRPr sz="6000" b="1" i="0" spc="-100" baseline="0">
                <a:solidFill>
                  <a:schemeClr val="tx2"/>
                </a:solidFill>
                <a:latin typeface="+mj-lt"/>
              </a:defRPr>
            </a:lvl1pPr>
          </a:lstStyle>
          <a:p>
            <a:r>
              <a:rPr lang="en-US"/>
              <a:t>Sample presentation title 3 lines max</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37781"/>
            <a:ext cx="5580059" cy="369863"/>
          </a:xfrm>
        </p:spPr>
        <p:txBody>
          <a:bodyPr anchor="b"/>
          <a:lstStyle>
            <a:lvl1pPr marL="0" indent="0" algn="l">
              <a:lnSpc>
                <a:spcPct val="76000"/>
              </a:lnSpc>
              <a:buNone/>
              <a:defRPr sz="2400" spc="-80" baseline="0">
                <a:solidFill>
                  <a:schemeClr val="bg1"/>
                </a:solidFill>
              </a:defRPr>
            </a:lvl1pPr>
            <a:lvl2pPr marL="7938" indent="0" algn="l">
              <a:buFont typeface="Arial" panose="020B0604020202020204" pitchFamily="34" charset="0"/>
              <a:buNone/>
              <a:tabLst/>
              <a:defRPr sz="2400" spc="-80">
                <a:solidFill>
                  <a:schemeClr val="bg1"/>
                </a:solidFill>
              </a:defRPr>
            </a:lvl2pPr>
            <a:lvl3pPr marL="7938" indent="0" algn="l">
              <a:buNone/>
              <a:tabLst/>
              <a:defRPr sz="2400" spc="-80">
                <a:solidFill>
                  <a:schemeClr val="bg1"/>
                </a:solidFill>
              </a:defRPr>
            </a:lvl3pPr>
            <a:lvl4pPr marL="7938" indent="0" algn="l">
              <a:buNone/>
              <a:tabLst/>
              <a:defRPr sz="2400" spc="-80">
                <a:solidFill>
                  <a:schemeClr val="bg1"/>
                </a:solidFill>
              </a:defRPr>
            </a:lvl4pPr>
            <a:lvl5pPr marL="7938" indent="0" algn="l">
              <a:buNone/>
              <a:tabLst/>
              <a:defRPr sz="2400" spc="-80">
                <a:solidFill>
                  <a:schemeClr val="bg1"/>
                </a:solidFill>
              </a:defRPr>
            </a:lvl5pPr>
            <a:lvl6pPr marL="7938" indent="0" algn="l">
              <a:buNone/>
              <a:tabLst/>
              <a:defRPr sz="2400" spc="-80">
                <a:solidFill>
                  <a:schemeClr val="bg1"/>
                </a:solidFill>
              </a:defRPr>
            </a:lvl6pPr>
            <a:lvl7pPr marL="7938" indent="0" algn="l">
              <a:buNone/>
              <a:tabLst/>
              <a:defRPr sz="2400" spc="-80">
                <a:solidFill>
                  <a:schemeClr val="bg1"/>
                </a:solidFill>
              </a:defRPr>
            </a:lvl7pPr>
            <a:lvl8pPr marL="7938" indent="0" algn="l">
              <a:buNone/>
              <a:tabLst/>
              <a:defRPr sz="2400" spc="-80">
                <a:solidFill>
                  <a:schemeClr val="bg1"/>
                </a:solidFill>
              </a:defRPr>
            </a:lvl8pPr>
            <a:lvl9pPr marL="7938" indent="0" algn="l">
              <a:buNone/>
              <a:tabLst/>
              <a:defRPr sz="2400" spc="-80">
                <a:solidFill>
                  <a:schemeClr val="bg1"/>
                </a:solidFill>
              </a:defRPr>
            </a:lvl9pPr>
          </a:lstStyle>
          <a:p>
            <a:pPr lvl="0"/>
            <a:r>
              <a:rPr lang="en-US"/>
              <a:t>Speaker Name</a:t>
            </a:r>
          </a:p>
        </p:txBody>
      </p:sp>
      <p:sp>
        <p:nvSpPr>
          <p:cNvPr id="7" name="Text Placeholder 13">
            <a:extLst>
              <a:ext uri="{FF2B5EF4-FFF2-40B4-BE49-F238E27FC236}">
                <a16:creationId xmlns:a16="http://schemas.microsoft.com/office/drawing/2014/main" id="{4E352FB5-8F4C-B6A6-22CA-101287C14161}"/>
              </a:ext>
            </a:extLst>
          </p:cNvPr>
          <p:cNvSpPr>
            <a:spLocks noGrp="1"/>
          </p:cNvSpPr>
          <p:nvPr>
            <p:ph type="body" sz="quarter" idx="13" hasCustomPrompt="1"/>
          </p:nvPr>
        </p:nvSpPr>
        <p:spPr>
          <a:xfrm>
            <a:off x="515939" y="4948285"/>
            <a:ext cx="5580000" cy="233550"/>
          </a:xfrm>
        </p:spPr>
        <p:txBody>
          <a:bodyPr anchor="t">
            <a:noAutofit/>
          </a:bodyPr>
          <a:lstStyle>
            <a:lvl1pPr marL="0" indent="0">
              <a:buNone/>
              <a:defRPr sz="1400">
                <a:solidFill>
                  <a:schemeClr val="bg1"/>
                </a:solidFill>
              </a:defRPr>
            </a:lvl1pPr>
            <a:lvl2pPr marL="6350" indent="0">
              <a:buNone/>
              <a:tabLst/>
              <a:defRPr sz="1400">
                <a:solidFill>
                  <a:schemeClr val="bg1"/>
                </a:solidFill>
              </a:defRPr>
            </a:lvl2pPr>
            <a:lvl3pPr marL="6350" indent="0">
              <a:buNone/>
              <a:tabLst/>
              <a:defRPr sz="1400">
                <a:solidFill>
                  <a:schemeClr val="bg1"/>
                </a:solidFill>
              </a:defRPr>
            </a:lvl3pPr>
            <a:lvl4pPr marL="6350" indent="0">
              <a:buNone/>
              <a:tabLst/>
              <a:defRPr sz="1400">
                <a:solidFill>
                  <a:schemeClr val="bg1"/>
                </a:solidFill>
              </a:defRPr>
            </a:lvl4pPr>
            <a:lvl5pPr marL="6350" indent="0">
              <a:buNone/>
              <a:tabLst/>
              <a:defRPr sz="1400">
                <a:solidFill>
                  <a:schemeClr val="bg1"/>
                </a:solidFill>
              </a:defRPr>
            </a:lvl5pPr>
            <a:lvl6pPr marL="0" indent="0">
              <a:buNone/>
              <a:tabLst/>
              <a:defRPr sz="1400">
                <a:solidFill>
                  <a:schemeClr val="bg1"/>
                </a:solidFill>
              </a:defRPr>
            </a:lvl6pPr>
            <a:lvl7pPr marL="6350" indent="0">
              <a:buNone/>
              <a:tabLst/>
              <a:defRPr sz="1400">
                <a:solidFill>
                  <a:schemeClr val="bg1"/>
                </a:solidFill>
              </a:defRPr>
            </a:lvl7pPr>
            <a:lvl8pPr marL="6350" indent="0">
              <a:buNone/>
              <a:tabLst/>
              <a:defRPr sz="1400">
                <a:solidFill>
                  <a:schemeClr val="bg1"/>
                </a:solidFill>
              </a:defRPr>
            </a:lvl8pPr>
            <a:lvl9pPr marL="6350" indent="0">
              <a:buNone/>
              <a:tabLst/>
              <a:defRPr sz="1400">
                <a:solidFill>
                  <a:schemeClr val="bg1"/>
                </a:solidFill>
              </a:defRPr>
            </a:lvl9pPr>
          </a:lstStyle>
          <a:p>
            <a:pPr lvl="0"/>
            <a:r>
              <a:rPr lang="en-US"/>
              <a:t>Speaker title, Employing entity</a:t>
            </a:r>
          </a:p>
        </p:txBody>
      </p:sp>
      <p:pic>
        <p:nvPicPr>
          <p:cNvPr id="8" name="Graphic 7">
            <a:extLst>
              <a:ext uri="{FF2B5EF4-FFF2-40B4-BE49-F238E27FC236}">
                <a16:creationId xmlns:a16="http://schemas.microsoft.com/office/drawing/2014/main" id="{57037570-DD51-521A-0336-B4EFE8E7193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82868" y="282871"/>
            <a:ext cx="2933877" cy="950794"/>
          </a:xfrm>
          <a:prstGeom prst="rect">
            <a:avLst/>
          </a:prstGeom>
        </p:spPr>
      </p:pic>
    </p:spTree>
    <p:extLst>
      <p:ext uri="{BB962C8B-B14F-4D97-AF65-F5344CB8AC3E}">
        <p14:creationId xmlns:p14="http://schemas.microsoft.com/office/powerpoint/2010/main" val="417230129"/>
      </p:ext>
    </p:extLst>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Holding slide_White">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74FC749D-68A7-422E-C548-5F28A06BD6A7}"/>
              </a:ext>
            </a:extLst>
          </p:cNvPr>
          <p:cNvSpPr/>
          <p:nvPr userDrawn="1"/>
        </p:nvSpPr>
        <p:spPr>
          <a:xfrm>
            <a:off x="215901" y="215900"/>
            <a:ext cx="11760194" cy="5950800"/>
          </a:xfrm>
          <a:prstGeom prst="roundRect">
            <a:avLst>
              <a:gd name="adj" fmla="val 2821"/>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A4E5064D-7C87-9DE3-7C41-87110B1DE527}"/>
              </a:ext>
            </a:extLst>
          </p:cNvPr>
          <p:cNvSpPr>
            <a:spLocks noGrp="1"/>
          </p:cNvSpPr>
          <p:nvPr>
            <p:ph type="ftr" sz="quarter" idx="11"/>
          </p:nvPr>
        </p:nvSpPr>
        <p:spPr>
          <a:xfrm>
            <a:off x="515937" y="6392743"/>
            <a:ext cx="6364800" cy="118800"/>
          </a:xfrm>
        </p:spPr>
        <p:txBody>
          <a:bodyPr/>
          <a:lstStyle/>
          <a:p>
            <a:endParaRPr lang="en-US"/>
          </a:p>
        </p:txBody>
      </p:sp>
      <p:sp>
        <p:nvSpPr>
          <p:cNvPr id="4" name="Slide Number Placeholder 3">
            <a:extLst>
              <a:ext uri="{FF2B5EF4-FFF2-40B4-BE49-F238E27FC236}">
                <a16:creationId xmlns:a16="http://schemas.microsoft.com/office/drawing/2014/main" id="{9FB967FE-E80E-D04A-1188-8579A50D705A}"/>
              </a:ext>
            </a:extLst>
          </p:cNvPr>
          <p:cNvSpPr>
            <a:spLocks noGrp="1"/>
          </p:cNvSpPr>
          <p:nvPr>
            <p:ph type="sldNum" sz="quarter" idx="12"/>
          </p:nvPr>
        </p:nvSpPr>
        <p:spPr/>
        <p:txBody>
          <a:bodyPr/>
          <a:lstStyle/>
          <a:p>
            <a:fld id="{081A679B-E68A-BD49-90E3-E1C9C41AED6B}" type="slidenum">
              <a:rPr lang="en-US" smtClean="0"/>
              <a:t>‹#›</a:t>
            </a:fld>
            <a:endParaRPr lang="en-US"/>
          </a:p>
        </p:txBody>
      </p:sp>
      <p:pic>
        <p:nvPicPr>
          <p:cNvPr id="5" name="Graphic 4">
            <a:extLst>
              <a:ext uri="{FF2B5EF4-FFF2-40B4-BE49-F238E27FC236}">
                <a16:creationId xmlns:a16="http://schemas.microsoft.com/office/drawing/2014/main" id="{9300780E-79AE-D6F7-7DE4-44396114B1F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12911" y="2413690"/>
            <a:ext cx="4766174" cy="1544594"/>
          </a:xfrm>
          <a:prstGeom prst="rect">
            <a:avLst/>
          </a:prstGeom>
        </p:spPr>
      </p:pic>
    </p:spTree>
    <p:extLst>
      <p:ext uri="{BB962C8B-B14F-4D97-AF65-F5344CB8AC3E}">
        <p14:creationId xmlns:p14="http://schemas.microsoft.com/office/powerpoint/2010/main" val="388763286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Holding slide_Re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FA80D690-0463-5003-D69F-40788C9C4081}"/>
              </a:ext>
            </a:extLst>
          </p:cNvPr>
          <p:cNvSpPr/>
          <p:nvPr userDrawn="1"/>
        </p:nvSpPr>
        <p:spPr>
          <a:xfrm>
            <a:off x="215901" y="215900"/>
            <a:ext cx="11760194" cy="5950800"/>
          </a:xfrm>
          <a:prstGeom prst="roundRect">
            <a:avLst>
              <a:gd name="adj" fmla="val 282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A4E5064D-7C87-9DE3-7C41-87110B1DE527}"/>
              </a:ext>
            </a:extLst>
          </p:cNvPr>
          <p:cNvSpPr>
            <a:spLocks noGrp="1"/>
          </p:cNvSpPr>
          <p:nvPr>
            <p:ph type="ftr" sz="quarter" idx="11"/>
          </p:nvPr>
        </p:nvSpPr>
        <p:spPr>
          <a:xfrm>
            <a:off x="515937" y="6392743"/>
            <a:ext cx="6364800" cy="118800"/>
          </a:xfrm>
        </p:spPr>
        <p:txBody>
          <a:bodyPr/>
          <a:lstStyle/>
          <a:p>
            <a:endParaRPr lang="en-US"/>
          </a:p>
        </p:txBody>
      </p:sp>
      <p:sp>
        <p:nvSpPr>
          <p:cNvPr id="4" name="Slide Number Placeholder 3">
            <a:extLst>
              <a:ext uri="{FF2B5EF4-FFF2-40B4-BE49-F238E27FC236}">
                <a16:creationId xmlns:a16="http://schemas.microsoft.com/office/drawing/2014/main" id="{9FB967FE-E80E-D04A-1188-8579A50D705A}"/>
              </a:ext>
            </a:extLst>
          </p:cNvPr>
          <p:cNvSpPr>
            <a:spLocks noGrp="1"/>
          </p:cNvSpPr>
          <p:nvPr>
            <p:ph type="sldNum" sz="quarter" idx="12"/>
          </p:nvPr>
        </p:nvSpPr>
        <p:spPr/>
        <p:txBody>
          <a:bodyPr/>
          <a:lstStyle/>
          <a:p>
            <a:fld id="{081A679B-E68A-BD49-90E3-E1C9C41AED6B}" type="slidenum">
              <a:rPr lang="en-US" smtClean="0"/>
              <a:t>‹#›</a:t>
            </a:fld>
            <a:endParaRPr lang="en-US"/>
          </a:p>
        </p:txBody>
      </p:sp>
      <p:pic>
        <p:nvPicPr>
          <p:cNvPr id="7" name="Graphic 6">
            <a:extLst>
              <a:ext uri="{FF2B5EF4-FFF2-40B4-BE49-F238E27FC236}">
                <a16:creationId xmlns:a16="http://schemas.microsoft.com/office/drawing/2014/main" id="{62698DF7-AB93-79DF-30E0-07C72A1366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12911" y="2413690"/>
            <a:ext cx="4766174" cy="1544594"/>
          </a:xfrm>
          <a:prstGeom prst="rect">
            <a:avLst/>
          </a:prstGeom>
        </p:spPr>
      </p:pic>
    </p:spTree>
    <p:extLst>
      <p:ext uri="{BB962C8B-B14F-4D97-AF65-F5344CB8AC3E}">
        <p14:creationId xmlns:p14="http://schemas.microsoft.com/office/powerpoint/2010/main" val="64202972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Holding slide_DeepRe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F2D785A3-130E-A56B-1E64-91642204EC6B}"/>
              </a:ext>
            </a:extLst>
          </p:cNvPr>
          <p:cNvSpPr/>
          <p:nvPr userDrawn="1"/>
        </p:nvSpPr>
        <p:spPr>
          <a:xfrm>
            <a:off x="215901" y="215900"/>
            <a:ext cx="11760194" cy="5950800"/>
          </a:xfrm>
          <a:prstGeom prst="roundRect">
            <a:avLst>
              <a:gd name="adj" fmla="val 282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A4E5064D-7C87-9DE3-7C41-87110B1DE527}"/>
              </a:ext>
            </a:extLst>
          </p:cNvPr>
          <p:cNvSpPr>
            <a:spLocks noGrp="1"/>
          </p:cNvSpPr>
          <p:nvPr>
            <p:ph type="ftr" sz="quarter" idx="11"/>
          </p:nvPr>
        </p:nvSpPr>
        <p:spPr>
          <a:xfrm>
            <a:off x="515937" y="6392743"/>
            <a:ext cx="6364800" cy="118800"/>
          </a:xfrm>
        </p:spPr>
        <p:txBody>
          <a:bodyPr/>
          <a:lstStyle/>
          <a:p>
            <a:endParaRPr lang="en-US"/>
          </a:p>
        </p:txBody>
      </p:sp>
      <p:sp>
        <p:nvSpPr>
          <p:cNvPr id="4" name="Slide Number Placeholder 3">
            <a:extLst>
              <a:ext uri="{FF2B5EF4-FFF2-40B4-BE49-F238E27FC236}">
                <a16:creationId xmlns:a16="http://schemas.microsoft.com/office/drawing/2014/main" id="{9FB967FE-E80E-D04A-1188-8579A50D705A}"/>
              </a:ext>
            </a:extLst>
          </p:cNvPr>
          <p:cNvSpPr>
            <a:spLocks noGrp="1"/>
          </p:cNvSpPr>
          <p:nvPr>
            <p:ph type="sldNum" sz="quarter" idx="12"/>
          </p:nvPr>
        </p:nvSpPr>
        <p:spPr/>
        <p:txBody>
          <a:bodyPr/>
          <a:lstStyle/>
          <a:p>
            <a:fld id="{081A679B-E68A-BD49-90E3-E1C9C41AED6B}" type="slidenum">
              <a:rPr lang="en-US" smtClean="0"/>
              <a:t>‹#›</a:t>
            </a:fld>
            <a:endParaRPr lang="en-US"/>
          </a:p>
        </p:txBody>
      </p:sp>
      <p:pic>
        <p:nvPicPr>
          <p:cNvPr id="7" name="Graphic 6">
            <a:extLst>
              <a:ext uri="{FF2B5EF4-FFF2-40B4-BE49-F238E27FC236}">
                <a16:creationId xmlns:a16="http://schemas.microsoft.com/office/drawing/2014/main" id="{62698DF7-AB93-79DF-30E0-07C72A13660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12911" y="2413690"/>
            <a:ext cx="4766174" cy="1544594"/>
          </a:xfrm>
          <a:prstGeom prst="rect">
            <a:avLst/>
          </a:prstGeom>
        </p:spPr>
      </p:pic>
    </p:spTree>
    <p:extLst>
      <p:ext uri="{BB962C8B-B14F-4D97-AF65-F5344CB8AC3E}">
        <p14:creationId xmlns:p14="http://schemas.microsoft.com/office/powerpoint/2010/main" val="55572169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Heartbeat_Re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A9111B7-5F4E-C8DC-15F6-2100DE31AE33}"/>
              </a:ext>
            </a:extLst>
          </p:cNvPr>
          <p:cNvPicPr>
            <a:picLocks noChangeAspect="1"/>
          </p:cNvPicPr>
          <p:nvPr userDrawn="1"/>
        </p:nvPicPr>
        <p:blipFill>
          <a:blip>
            <a:extLst>
              <a:ext uri="{96DAC541-7B7A-43D3-8B79-37D633B846F1}">
                <asvg:svgBlip xmlns:asvg="http://schemas.microsoft.com/office/drawing/2016/SVG/main" r:embed="rId2"/>
              </a:ext>
            </a:extLst>
          </a:blip>
          <a:srcRect t="24704" b="24704"/>
          <a:stretch>
            <a:fillRect/>
          </a:stretch>
        </p:blipFill>
        <p:spPr>
          <a:xfrm>
            <a:off x="215901" y="215900"/>
            <a:ext cx="11760198" cy="5949950"/>
          </a:xfrm>
          <a:prstGeom prst="roundRect">
            <a:avLst>
              <a:gd name="adj" fmla="val 2754"/>
            </a:avLst>
          </a:prstGeom>
        </p:spPr>
      </p:pic>
      <p:sp>
        <p:nvSpPr>
          <p:cNvPr id="3" name="Footer Placeholder 2">
            <a:extLst>
              <a:ext uri="{FF2B5EF4-FFF2-40B4-BE49-F238E27FC236}">
                <a16:creationId xmlns:a16="http://schemas.microsoft.com/office/drawing/2014/main" id="{A4E5064D-7C87-9DE3-7C41-87110B1DE527}"/>
              </a:ext>
            </a:extLst>
          </p:cNvPr>
          <p:cNvSpPr>
            <a:spLocks noGrp="1"/>
          </p:cNvSpPr>
          <p:nvPr>
            <p:ph type="ftr" sz="quarter" idx="11"/>
          </p:nvPr>
        </p:nvSpPr>
        <p:spPr>
          <a:xfrm>
            <a:off x="515937" y="6392743"/>
            <a:ext cx="6364800" cy="118800"/>
          </a:xfrm>
        </p:spPr>
        <p:txBody>
          <a:bodyPr/>
          <a:lstStyle/>
          <a:p>
            <a:endParaRPr lang="en-US"/>
          </a:p>
        </p:txBody>
      </p:sp>
      <p:sp>
        <p:nvSpPr>
          <p:cNvPr id="4" name="Slide Number Placeholder 3">
            <a:extLst>
              <a:ext uri="{FF2B5EF4-FFF2-40B4-BE49-F238E27FC236}">
                <a16:creationId xmlns:a16="http://schemas.microsoft.com/office/drawing/2014/main" id="{9FB967FE-E80E-D04A-1188-8579A50D705A}"/>
              </a:ext>
            </a:extLst>
          </p:cNvPr>
          <p:cNvSpPr>
            <a:spLocks noGrp="1"/>
          </p:cNvSpPr>
          <p:nvPr>
            <p:ph type="sldNum" sz="quarter" idx="12"/>
          </p:nvPr>
        </p:nvSpPr>
        <p:spPr/>
        <p:txBody>
          <a:bodyPr/>
          <a:lstStyle/>
          <a:p>
            <a:fld id="{081A679B-E68A-BD49-90E3-E1C9C41AED6B}" type="slidenum">
              <a:rPr lang="en-US" smtClean="0"/>
              <a:t>‹#›</a:t>
            </a:fld>
            <a:endParaRPr lang="en-US"/>
          </a:p>
        </p:txBody>
      </p:sp>
    </p:spTree>
    <p:extLst>
      <p:ext uri="{BB962C8B-B14F-4D97-AF65-F5344CB8AC3E}">
        <p14:creationId xmlns:p14="http://schemas.microsoft.com/office/powerpoint/2010/main" val="85199764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Heartbeat_DarkRed">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0816475-4857-FF96-115D-EAC539B59A0F}"/>
              </a:ext>
            </a:extLst>
          </p:cNvPr>
          <p:cNvPicPr>
            <a:picLocks noChangeAspect="1"/>
          </p:cNvPicPr>
          <p:nvPr userDrawn="1"/>
        </p:nvPicPr>
        <p:blipFill>
          <a:blip>
            <a:extLst>
              <a:ext uri="{96DAC541-7B7A-43D3-8B79-37D633B846F1}">
                <asvg:svgBlip xmlns:asvg="http://schemas.microsoft.com/office/drawing/2016/SVG/main" r:embed="rId2"/>
              </a:ext>
            </a:extLst>
          </a:blip>
          <a:srcRect t="24745" b="24663"/>
          <a:stretch>
            <a:fillRect/>
          </a:stretch>
        </p:blipFill>
        <p:spPr>
          <a:xfrm>
            <a:off x="215901" y="215900"/>
            <a:ext cx="11760198" cy="5949950"/>
          </a:xfrm>
          <a:prstGeom prst="roundRect">
            <a:avLst>
              <a:gd name="adj" fmla="val 3015"/>
            </a:avLst>
          </a:prstGeom>
        </p:spPr>
      </p:pic>
      <p:sp>
        <p:nvSpPr>
          <p:cNvPr id="3" name="Footer Placeholder 2">
            <a:extLst>
              <a:ext uri="{FF2B5EF4-FFF2-40B4-BE49-F238E27FC236}">
                <a16:creationId xmlns:a16="http://schemas.microsoft.com/office/drawing/2014/main" id="{A4E5064D-7C87-9DE3-7C41-87110B1DE527}"/>
              </a:ext>
            </a:extLst>
          </p:cNvPr>
          <p:cNvSpPr>
            <a:spLocks noGrp="1"/>
          </p:cNvSpPr>
          <p:nvPr>
            <p:ph type="ftr" sz="quarter" idx="11"/>
          </p:nvPr>
        </p:nvSpPr>
        <p:spPr>
          <a:xfrm>
            <a:off x="515937" y="6392743"/>
            <a:ext cx="6364800" cy="118800"/>
          </a:xfrm>
        </p:spPr>
        <p:txBody>
          <a:bodyPr/>
          <a:lstStyle/>
          <a:p>
            <a:endParaRPr lang="en-US"/>
          </a:p>
        </p:txBody>
      </p:sp>
      <p:sp>
        <p:nvSpPr>
          <p:cNvPr id="4" name="Slide Number Placeholder 3">
            <a:extLst>
              <a:ext uri="{FF2B5EF4-FFF2-40B4-BE49-F238E27FC236}">
                <a16:creationId xmlns:a16="http://schemas.microsoft.com/office/drawing/2014/main" id="{9FB967FE-E80E-D04A-1188-8579A50D705A}"/>
              </a:ext>
            </a:extLst>
          </p:cNvPr>
          <p:cNvSpPr>
            <a:spLocks noGrp="1"/>
          </p:cNvSpPr>
          <p:nvPr>
            <p:ph type="sldNum" sz="quarter" idx="12"/>
          </p:nvPr>
        </p:nvSpPr>
        <p:spPr/>
        <p:txBody>
          <a:bodyPr/>
          <a:lstStyle/>
          <a:p>
            <a:fld id="{081A679B-E68A-BD49-90E3-E1C9C41AED6B}" type="slidenum">
              <a:rPr lang="en-US" smtClean="0"/>
              <a:t>‹#›</a:t>
            </a:fld>
            <a:endParaRPr lang="en-US"/>
          </a:p>
        </p:txBody>
      </p:sp>
    </p:spTree>
    <p:extLst>
      <p:ext uri="{BB962C8B-B14F-4D97-AF65-F5344CB8AC3E}">
        <p14:creationId xmlns:p14="http://schemas.microsoft.com/office/powerpoint/2010/main" val="117188393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Heartbeat_DeepRe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4E5064D-7C87-9DE3-7C41-87110B1DE527}"/>
              </a:ext>
            </a:extLst>
          </p:cNvPr>
          <p:cNvSpPr>
            <a:spLocks noGrp="1"/>
          </p:cNvSpPr>
          <p:nvPr>
            <p:ph type="ftr" sz="quarter" idx="11"/>
          </p:nvPr>
        </p:nvSpPr>
        <p:spPr>
          <a:xfrm>
            <a:off x="515937" y="6392743"/>
            <a:ext cx="6364800" cy="118800"/>
          </a:xfrm>
        </p:spPr>
        <p:txBody>
          <a:bodyPr/>
          <a:lstStyle/>
          <a:p>
            <a:endParaRPr lang="en-US"/>
          </a:p>
        </p:txBody>
      </p:sp>
      <p:sp>
        <p:nvSpPr>
          <p:cNvPr id="4" name="Slide Number Placeholder 3">
            <a:extLst>
              <a:ext uri="{FF2B5EF4-FFF2-40B4-BE49-F238E27FC236}">
                <a16:creationId xmlns:a16="http://schemas.microsoft.com/office/drawing/2014/main" id="{9FB967FE-E80E-D04A-1188-8579A50D705A}"/>
              </a:ext>
            </a:extLst>
          </p:cNvPr>
          <p:cNvSpPr>
            <a:spLocks noGrp="1"/>
          </p:cNvSpPr>
          <p:nvPr>
            <p:ph type="sldNum" sz="quarter" idx="12"/>
          </p:nvPr>
        </p:nvSpPr>
        <p:spPr/>
        <p:txBody>
          <a:bodyPr/>
          <a:lstStyle/>
          <a:p>
            <a:fld id="{081A679B-E68A-BD49-90E3-E1C9C41AED6B}" type="slidenum">
              <a:rPr lang="en-US" smtClean="0"/>
              <a:t>‹#›</a:t>
            </a:fld>
            <a:endParaRPr lang="en-US"/>
          </a:p>
        </p:txBody>
      </p:sp>
      <p:pic>
        <p:nvPicPr>
          <p:cNvPr id="2" name="Graphic 1">
            <a:extLst>
              <a:ext uri="{FF2B5EF4-FFF2-40B4-BE49-F238E27FC236}">
                <a16:creationId xmlns:a16="http://schemas.microsoft.com/office/drawing/2014/main" id="{1C2FB250-645A-8EB0-7256-1ACD1973BCA1}"/>
              </a:ext>
            </a:extLst>
          </p:cNvPr>
          <p:cNvPicPr>
            <a:picLocks noChangeAspect="1"/>
          </p:cNvPicPr>
          <p:nvPr userDrawn="1"/>
        </p:nvPicPr>
        <p:blipFill>
          <a:blip>
            <a:extLst>
              <a:ext uri="{96DAC541-7B7A-43D3-8B79-37D633B846F1}">
                <asvg:svgBlip xmlns:asvg="http://schemas.microsoft.com/office/drawing/2016/SVG/main" r:embed="rId2"/>
              </a:ext>
            </a:extLst>
          </a:blip>
          <a:srcRect t="24745" b="24663"/>
          <a:stretch>
            <a:fillRect/>
          </a:stretch>
        </p:blipFill>
        <p:spPr>
          <a:xfrm>
            <a:off x="215901" y="215900"/>
            <a:ext cx="11760199" cy="5949950"/>
          </a:xfrm>
          <a:prstGeom prst="roundRect">
            <a:avLst>
              <a:gd name="adj" fmla="val 2870"/>
            </a:avLst>
          </a:prstGeom>
        </p:spPr>
      </p:pic>
    </p:spTree>
    <p:extLst>
      <p:ext uri="{BB962C8B-B14F-4D97-AF65-F5344CB8AC3E}">
        <p14:creationId xmlns:p14="http://schemas.microsoft.com/office/powerpoint/2010/main" val="185813303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_Purple">
    <p:bg>
      <p:bgRef idx="1001">
        <a:schemeClr val="bg2"/>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E0B6BA5-5050-6200-CC69-B2D26B33F843}"/>
              </a:ext>
            </a:extLst>
          </p:cNvPr>
          <p:cNvPicPr>
            <a:picLocks noChangeAspect="1"/>
          </p:cNvPicPr>
          <p:nvPr userDrawn="1"/>
        </p:nvPicPr>
        <p:blipFill>
          <a:blip>
            <a:extLst>
              <a:ext uri="{96DAC541-7B7A-43D3-8B79-37D633B846F1}">
                <asvg:svgBlip xmlns:asvg="http://schemas.microsoft.com/office/drawing/2016/SVG/main" r:embed="rId2"/>
              </a:ext>
            </a:extLst>
          </a:blip>
          <a:srcRect l="-6629" r="18232"/>
          <a:stretch/>
        </p:blipFill>
        <p:spPr>
          <a:xfrm>
            <a:off x="6095999" y="0"/>
            <a:ext cx="6096001" cy="6858000"/>
          </a:xfrm>
          <a:prstGeom prst="rect">
            <a:avLst/>
          </a:prstGeom>
        </p:spPr>
      </p:pic>
      <p:pic>
        <p:nvPicPr>
          <p:cNvPr id="8" name="Graphic 7">
            <a:extLst>
              <a:ext uri="{FF2B5EF4-FFF2-40B4-BE49-F238E27FC236}">
                <a16:creationId xmlns:a16="http://schemas.microsoft.com/office/drawing/2014/main" id="{7E6ED912-490C-1CB5-D98B-EC91A5B5397D}"/>
              </a:ext>
            </a:extLst>
          </p:cNvPr>
          <p:cNvPicPr>
            <a:picLocks noChangeAspect="1"/>
          </p:cNvPicPr>
          <p:nvPr userDrawn="1"/>
        </p:nvPicPr>
        <p:blipFill>
          <a:blip>
            <a:extLst>
              <a:ext uri="{96DAC541-7B7A-43D3-8B79-37D633B846F1}">
                <asvg:svgBlip xmlns:asvg="http://schemas.microsoft.com/office/drawing/2016/SVG/main" r:embed="rId3"/>
              </a:ext>
            </a:extLst>
          </a:blip>
          <a:srcRect l="1459" t="1668" r="3803" b="3985"/>
          <a:stretch/>
        </p:blipFill>
        <p:spPr>
          <a:xfrm>
            <a:off x="364673" y="286917"/>
            <a:ext cx="2406628" cy="832533"/>
          </a:xfrm>
          <a:prstGeom prst="rect">
            <a:avLst/>
          </a:prstGeom>
        </p:spPr>
      </p:pic>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1472255"/>
            <a:ext cx="5580062" cy="2743201"/>
          </a:xfrm>
        </p:spPr>
        <p:txBody>
          <a:bodyPr anchor="b"/>
          <a:lstStyle>
            <a:lvl1pPr algn="l">
              <a:lnSpc>
                <a:spcPct val="76000"/>
              </a:lnSpc>
              <a:defRPr sz="6000" b="0" i="0" spc="-100" baseline="0">
                <a:latin typeface="Aptos Light" panose="020B0004020202020204" pitchFamily="34" charset="0"/>
              </a:defRPr>
            </a:lvl1pPr>
          </a:lstStyle>
          <a:p>
            <a:r>
              <a:rPr lang="en-US"/>
              <a:t>Sample Presentation title 3 lines maximum</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58101"/>
            <a:ext cx="5580059" cy="369863"/>
          </a:xfrm>
        </p:spPr>
        <p:txBody>
          <a:bodyPr anchor="ctr"/>
          <a:lstStyle>
            <a:lvl1pPr marL="0" indent="0" algn="l">
              <a:lnSpc>
                <a:spcPct val="76000"/>
              </a:lnSpc>
              <a:buNone/>
              <a:defRPr sz="2400" spc="-100" baseline="0">
                <a:solidFill>
                  <a:srgbClr val="FF8300"/>
                </a:solidFill>
              </a:defRPr>
            </a:lvl1pPr>
            <a:lvl2pPr marL="7938" indent="0" algn="ctr">
              <a:buFont typeface="Arial" panose="020B0604020202020204" pitchFamily="34" charset="0"/>
              <a:buNone/>
              <a:tabLst/>
              <a:defRPr sz="2000"/>
            </a:lvl2pPr>
            <a:lvl3pPr marL="7938" indent="0" algn="ctr">
              <a:buNone/>
              <a:tabLst/>
              <a:defRPr sz="1800"/>
            </a:lvl3pPr>
            <a:lvl4pPr marL="7938" indent="0" algn="ctr">
              <a:buNone/>
              <a:tabLst/>
              <a:defRPr sz="1600"/>
            </a:lvl4pPr>
            <a:lvl5pPr marL="7938" indent="0" algn="ctr">
              <a:buNone/>
              <a:tabLst/>
              <a:defRPr sz="1600"/>
            </a:lvl5pPr>
            <a:lvl6pPr marL="7938" indent="0" algn="ctr">
              <a:buNone/>
              <a:tabLst/>
              <a:defRPr sz="1600"/>
            </a:lvl6pPr>
            <a:lvl7pPr marL="7938" indent="0" algn="ctr">
              <a:buNone/>
              <a:tabLst/>
              <a:defRPr sz="1600"/>
            </a:lvl7pPr>
            <a:lvl8pPr marL="7938" indent="0" algn="ctr">
              <a:buNone/>
              <a:tabLst/>
              <a:defRPr sz="1600"/>
            </a:lvl8pPr>
            <a:lvl9pPr marL="7938" indent="0" algn="ctr">
              <a:buNone/>
              <a:tabLst/>
              <a:defRPr sz="1600"/>
            </a:lvl9pPr>
          </a:lstStyle>
          <a:p>
            <a:pPr lvl="0"/>
            <a:r>
              <a:rPr lang="en-US"/>
              <a:t>Speaker name</a:t>
            </a:r>
          </a:p>
        </p:txBody>
      </p:sp>
      <p:sp>
        <p:nvSpPr>
          <p:cNvPr id="14" name="Text Placeholder 13">
            <a:extLst>
              <a:ext uri="{FF2B5EF4-FFF2-40B4-BE49-F238E27FC236}">
                <a16:creationId xmlns:a16="http://schemas.microsoft.com/office/drawing/2014/main" id="{E8866482-7B35-B3D2-B672-100B157A5B66}"/>
              </a:ext>
            </a:extLst>
          </p:cNvPr>
          <p:cNvSpPr>
            <a:spLocks noGrp="1"/>
          </p:cNvSpPr>
          <p:nvPr>
            <p:ph type="body" sz="quarter" idx="13" hasCustomPrompt="1"/>
          </p:nvPr>
        </p:nvSpPr>
        <p:spPr>
          <a:xfrm>
            <a:off x="515939" y="4927965"/>
            <a:ext cx="5580000" cy="233550"/>
          </a:xfrm>
        </p:spPr>
        <p:txBody>
          <a:bodyPr anchor="ctr">
            <a:noAutofit/>
          </a:bodyPr>
          <a:lstStyle>
            <a:lvl1pPr marL="0" indent="0">
              <a:buNone/>
              <a:defRPr sz="1400">
                <a:solidFill>
                  <a:srgbClr val="AC9ECA"/>
                </a:solidFill>
              </a:defRPr>
            </a:lvl1pPr>
            <a:lvl2pPr marL="6350" indent="0">
              <a:buNone/>
              <a:tabLst/>
              <a:defRPr sz="1100"/>
            </a:lvl2pPr>
            <a:lvl3pPr marL="6350" indent="0">
              <a:buNone/>
              <a:tabLst/>
              <a:defRPr sz="1100"/>
            </a:lvl3pPr>
            <a:lvl4pPr marL="6350" indent="0">
              <a:buNone/>
              <a:tabLst/>
              <a:defRPr sz="1050"/>
            </a:lvl4pPr>
            <a:lvl5pPr marL="6350" indent="0">
              <a:buNone/>
              <a:tabLst/>
              <a:defRPr/>
            </a:lvl5pPr>
            <a:lvl6pPr marL="0" indent="0">
              <a:buNone/>
              <a:tabLst/>
              <a:defRPr/>
            </a:lvl6pPr>
            <a:lvl7pPr marL="6350" indent="0">
              <a:buNone/>
              <a:tabLst/>
              <a:defRPr/>
            </a:lvl7pPr>
            <a:lvl8pPr marL="6350" indent="0">
              <a:buNone/>
              <a:tabLst/>
              <a:defRPr/>
            </a:lvl8pPr>
            <a:lvl9pPr marL="6350" indent="0">
              <a:buNone/>
              <a:tabLst/>
              <a:defRPr/>
            </a:lvl9pPr>
          </a:lstStyle>
          <a:p>
            <a:pPr lvl="0"/>
            <a:r>
              <a:rPr lang="en-US"/>
              <a:t>Speaker title, Employing entity</a:t>
            </a:r>
          </a:p>
        </p:txBody>
      </p:sp>
      <p:sp>
        <p:nvSpPr>
          <p:cNvPr id="24" name="Text Placeholder 23">
            <a:extLst>
              <a:ext uri="{FF2B5EF4-FFF2-40B4-BE49-F238E27FC236}">
                <a16:creationId xmlns:a16="http://schemas.microsoft.com/office/drawing/2014/main" id="{F23C5481-FC27-8077-3F4B-21FC5FB6242F}"/>
              </a:ext>
            </a:extLst>
          </p:cNvPr>
          <p:cNvSpPr>
            <a:spLocks noGrp="1"/>
          </p:cNvSpPr>
          <p:nvPr>
            <p:ph type="body" sz="quarter" idx="15" hasCustomPrompt="1"/>
          </p:nvPr>
        </p:nvSpPr>
        <p:spPr>
          <a:xfrm>
            <a:off x="515939" y="5762625"/>
            <a:ext cx="5580000" cy="259558"/>
          </a:xfrm>
        </p:spPr>
        <p:txBody>
          <a:bodyPr>
            <a:noAutofit/>
          </a:bodyPr>
          <a:lstStyle>
            <a:lvl1pPr marL="7938" indent="0">
              <a:buNone/>
              <a:tabLst/>
              <a:defRPr sz="1200">
                <a:solidFill>
                  <a:srgbClr val="FF8300"/>
                </a:solidFill>
              </a:defRPr>
            </a:lvl1pPr>
            <a:lvl2pPr marL="7938" indent="0">
              <a:buNone/>
              <a:tabLst/>
              <a:defRPr sz="1200">
                <a:solidFill>
                  <a:srgbClr val="FF8300"/>
                </a:solidFill>
              </a:defRPr>
            </a:lvl2pPr>
            <a:lvl3pPr marL="7938" indent="0">
              <a:buNone/>
              <a:tabLst/>
              <a:defRPr sz="1200">
                <a:solidFill>
                  <a:srgbClr val="FF8300"/>
                </a:solidFill>
              </a:defRPr>
            </a:lvl3pPr>
            <a:lvl4pPr marL="7938" indent="0">
              <a:buNone/>
              <a:tabLst/>
              <a:defRPr sz="1200">
                <a:solidFill>
                  <a:srgbClr val="FF8300"/>
                </a:solidFill>
              </a:defRPr>
            </a:lvl4pPr>
            <a:lvl5pPr marL="7938" indent="0">
              <a:buNone/>
              <a:tabLst/>
              <a:defRPr sz="1200">
                <a:solidFill>
                  <a:srgbClr val="FF8300"/>
                </a:solidFill>
              </a:defRPr>
            </a:lvl5pPr>
          </a:lstStyle>
          <a:p>
            <a:pPr lvl="0"/>
            <a:r>
              <a:rPr lang="en-US" err="1"/>
              <a:t>qualcomm.com</a:t>
            </a:r>
            <a:r>
              <a:rPr lang="en-US"/>
              <a:t>/</a:t>
            </a:r>
            <a:r>
              <a:rPr lang="en-US" err="1"/>
              <a:t>dragonwing</a:t>
            </a:r>
            <a:endParaRPr lang="en-US"/>
          </a:p>
        </p:txBody>
      </p:sp>
      <p:sp>
        <p:nvSpPr>
          <p:cNvPr id="15" name="TextBox 14">
            <a:extLst>
              <a:ext uri="{FF2B5EF4-FFF2-40B4-BE49-F238E27FC236}">
                <a16:creationId xmlns:a16="http://schemas.microsoft.com/office/drawing/2014/main" id="{860B256C-E8EE-297E-887C-2C7FB8EC4598}"/>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rgbClr val="AC9ECA"/>
                </a:solidFill>
                <a:latin typeface="+mn-lt"/>
                <a:ea typeface="+mn-ea"/>
                <a:cs typeface="+mn-cs"/>
              </a:rPr>
              <a:t>Qualcomm branded products are products of Qualcomm Technologies, Inc. and/or its subsidiaries. </a:t>
            </a:r>
            <a:br>
              <a:rPr lang="en-CA" sz="800" kern="1200" baseline="0">
                <a:solidFill>
                  <a:srgbClr val="AC9ECA"/>
                </a:solidFill>
                <a:latin typeface="+mn-lt"/>
                <a:ea typeface="+mn-ea"/>
                <a:cs typeface="+mn-cs"/>
              </a:rPr>
            </a:br>
            <a:r>
              <a:rPr lang="en-CA" sz="800" kern="1200" baseline="0">
                <a:solidFill>
                  <a:srgbClr val="AC9ECA"/>
                </a:solidFill>
                <a:latin typeface="+mn-lt"/>
                <a:ea typeface="+mn-ea"/>
                <a:cs typeface="+mn-cs"/>
              </a:rPr>
              <a:t>Qualcomm patented technologies are licensed by Qualcomm Incorporated.</a:t>
            </a:r>
            <a:endParaRPr lang="en-US" sz="800" kern="1200" baseline="0">
              <a:solidFill>
                <a:srgbClr val="AC9ECA"/>
              </a:solidFill>
              <a:latin typeface="+mn-lt"/>
              <a:ea typeface="+mn-ea"/>
              <a:cs typeface="+mn-cs"/>
            </a:endParaRPr>
          </a:p>
        </p:txBody>
      </p:sp>
      <p:sp>
        <p:nvSpPr>
          <p:cNvPr id="6" name="Slide Number Placeholder 5">
            <a:extLst>
              <a:ext uri="{FF2B5EF4-FFF2-40B4-BE49-F238E27FC236}">
                <a16:creationId xmlns:a16="http://schemas.microsoft.com/office/drawing/2014/main" id="{B849A612-2CBC-82EA-8810-7FC4B244E844}"/>
              </a:ext>
            </a:extLst>
          </p:cNvPr>
          <p:cNvSpPr>
            <a:spLocks noGrp="1"/>
          </p:cNvSpPr>
          <p:nvPr>
            <p:ph type="sldNum" sz="quarter" idx="12"/>
          </p:nvPr>
        </p:nvSpPr>
        <p:spPr>
          <a:xfrm>
            <a:off x="-19148" y="-9574"/>
            <a:ext cx="0" cy="0"/>
          </a:xfrm>
          <a:ln>
            <a:solidFill>
              <a:srgbClr val="ECECEC"/>
            </a:solidFill>
          </a:ln>
        </p:spPr>
        <p:txBody>
          <a:bodyPr lIns="0"/>
          <a:lstStyle>
            <a:lvl1pPr algn="l">
              <a:defRPr sz="100">
                <a:noFill/>
              </a:defRPr>
            </a:lvl1pPr>
          </a:lstStyle>
          <a:p>
            <a:endParaRPr lang="en-US"/>
          </a:p>
        </p:txBody>
      </p:sp>
      <p:sp>
        <p:nvSpPr>
          <p:cNvPr id="4" name="Date Placeholder 3">
            <a:extLst>
              <a:ext uri="{FF2B5EF4-FFF2-40B4-BE49-F238E27FC236}">
                <a16:creationId xmlns:a16="http://schemas.microsoft.com/office/drawing/2014/main" id="{095E1F32-831A-89E9-12EC-4950593EC06E}"/>
              </a:ext>
            </a:extLst>
          </p:cNvPr>
          <p:cNvSpPr>
            <a:spLocks noGrp="1"/>
          </p:cNvSpPr>
          <p:nvPr>
            <p:ph type="dt" sz="half" idx="10"/>
          </p:nvPr>
        </p:nvSpPr>
        <p:spPr>
          <a:xfrm>
            <a:off x="-19148" y="-9574"/>
            <a:ext cx="0" cy="0"/>
          </a:xfrm>
        </p:spPr>
        <p:txBody>
          <a:bodyPr/>
          <a:lstStyle/>
          <a:p>
            <a:fld id="{551F084C-BF5E-9744-87A6-EF161232CA49}" type="datetime1">
              <a:rPr lang="en-CA" smtClean="0"/>
              <a:t>2026-08-19</a:t>
            </a:fld>
            <a:endParaRPr lang="en-US"/>
          </a:p>
        </p:txBody>
      </p:sp>
      <p:sp>
        <p:nvSpPr>
          <p:cNvPr id="5" name="Rechteck 1" descr="{&quot;templafy&quot;:{&quot;id&quot;:&quot;f82a57c2-7924-48c0-b65d-a58e824fe52a&quot;}}">
            <a:extLst>
              <a:ext uri="{FF2B5EF4-FFF2-40B4-BE49-F238E27FC236}">
                <a16:creationId xmlns:a16="http://schemas.microsoft.com/office/drawing/2014/main" id="{3C0D22A5-E429-0F7E-E7A6-17CB67BAB538}"/>
              </a:ext>
            </a:extLst>
          </p:cNvPr>
          <p:cNvSpPr>
            <a:spLocks/>
          </p:cNvSpPr>
          <p:nvPr userDrawn="1"/>
        </p:nvSpPr>
        <p:spPr>
          <a:xfrm>
            <a:off x="515938" y="6396526"/>
            <a:ext cx="5580000"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294114708"/>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_PurpleAlternate">
    <p:bg>
      <p:bgRef idx="1001">
        <a:schemeClr val="bg2"/>
      </p:bgRef>
    </p:bg>
    <p:spTree>
      <p:nvGrpSpPr>
        <p:cNvPr id="1" name=""/>
        <p:cNvGrpSpPr/>
        <p:nvPr/>
      </p:nvGrpSpPr>
      <p:grpSpPr>
        <a:xfrm>
          <a:off x="0" y="0"/>
          <a:ext cx="0" cy="0"/>
          <a:chOff x="0" y="0"/>
          <a:chExt cx="0" cy="0"/>
        </a:xfrm>
      </p:grpSpPr>
      <p:pic>
        <p:nvPicPr>
          <p:cNvPr id="67" name="Graphic 66">
            <a:extLst>
              <a:ext uri="{FF2B5EF4-FFF2-40B4-BE49-F238E27FC236}">
                <a16:creationId xmlns:a16="http://schemas.microsoft.com/office/drawing/2014/main" id="{8FF38AE8-2649-DEF5-F5E6-EA5A61ADC0B2}"/>
              </a:ext>
            </a:extLst>
          </p:cNvPr>
          <p:cNvPicPr>
            <a:picLocks noChangeAspect="1"/>
          </p:cNvPicPr>
          <p:nvPr userDrawn="1"/>
        </p:nvPicPr>
        <p:blipFill>
          <a:blip>
            <a:extLst>
              <a:ext uri="{96DAC541-7B7A-43D3-8B79-37D633B846F1}">
                <asvg:svgBlip xmlns:asvg="http://schemas.microsoft.com/office/drawing/2016/SVG/main" r:embed="rId2"/>
              </a:ext>
            </a:extLst>
          </a:blip>
          <a:srcRect r="8209" b="21173"/>
          <a:stretch/>
        </p:blipFill>
        <p:spPr>
          <a:xfrm rot="19485623" flipH="1">
            <a:off x="274562" y="687731"/>
            <a:ext cx="13824431" cy="8727188"/>
          </a:xfrm>
          <a:custGeom>
            <a:avLst/>
            <a:gdLst>
              <a:gd name="connsiteX0" fmla="*/ 0 w 13824431"/>
              <a:gd name="connsiteY0" fmla="*/ 3066567 h 8727188"/>
              <a:gd name="connsiteX1" fmla="*/ 0 w 13824431"/>
              <a:gd name="connsiteY1" fmla="*/ 3253879 h 8727188"/>
              <a:gd name="connsiteX2" fmla="*/ 3866664 w 13824431"/>
              <a:gd name="connsiteY2" fmla="*/ 8727188 h 8727188"/>
              <a:gd name="connsiteX3" fmla="*/ 13824431 w 13824431"/>
              <a:gd name="connsiteY3" fmla="*/ 1692440 h 8727188"/>
              <a:gd name="connsiteX4" fmla="*/ 12628793 w 13824431"/>
              <a:gd name="connsiteY4" fmla="*/ 0 h 8727188"/>
              <a:gd name="connsiteX5" fmla="*/ 4340761 w 13824431"/>
              <a:gd name="connsiteY5" fmla="*/ 0 h 8727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24431" h="8727188">
                <a:moveTo>
                  <a:pt x="0" y="3066567"/>
                </a:moveTo>
                <a:lnTo>
                  <a:pt x="0" y="3253879"/>
                </a:lnTo>
                <a:lnTo>
                  <a:pt x="3866664" y="8727188"/>
                </a:lnTo>
                <a:lnTo>
                  <a:pt x="13824431" y="1692440"/>
                </a:lnTo>
                <a:lnTo>
                  <a:pt x="12628793" y="0"/>
                </a:lnTo>
                <a:lnTo>
                  <a:pt x="4340761" y="0"/>
                </a:lnTo>
                <a:close/>
              </a:path>
            </a:pathLst>
          </a:custGeom>
        </p:spPr>
      </p:pic>
      <p:sp>
        <p:nvSpPr>
          <p:cNvPr id="17" name="Freeform 16">
            <a:extLst>
              <a:ext uri="{FF2B5EF4-FFF2-40B4-BE49-F238E27FC236}">
                <a16:creationId xmlns:a16="http://schemas.microsoft.com/office/drawing/2014/main" id="{450C019D-5A93-0D99-BFB6-B70482B353E5}"/>
              </a:ext>
            </a:extLst>
          </p:cNvPr>
          <p:cNvSpPr/>
          <p:nvPr userDrawn="1"/>
        </p:nvSpPr>
        <p:spPr>
          <a:xfrm>
            <a:off x="0" y="7519"/>
            <a:ext cx="12192000" cy="6850481"/>
          </a:xfrm>
          <a:custGeom>
            <a:avLst/>
            <a:gdLst>
              <a:gd name="connsiteX0" fmla="*/ 0 w 12192000"/>
              <a:gd name="connsiteY0" fmla="*/ 0 h 6850481"/>
              <a:gd name="connsiteX1" fmla="*/ 12192000 w 12192000"/>
              <a:gd name="connsiteY1" fmla="*/ 0 h 6850481"/>
              <a:gd name="connsiteX2" fmla="*/ 12192000 w 12192000"/>
              <a:gd name="connsiteY2" fmla="*/ 6850481 h 6850481"/>
              <a:gd name="connsiteX3" fmla="*/ 0 w 12192000"/>
              <a:gd name="connsiteY3" fmla="*/ 6850481 h 6850481"/>
            </a:gdLst>
            <a:ahLst/>
            <a:cxnLst>
              <a:cxn ang="0">
                <a:pos x="connsiteX0" y="connsiteY0"/>
              </a:cxn>
              <a:cxn ang="0">
                <a:pos x="connsiteX1" y="connsiteY1"/>
              </a:cxn>
              <a:cxn ang="0">
                <a:pos x="connsiteX2" y="connsiteY2"/>
              </a:cxn>
              <a:cxn ang="0">
                <a:pos x="connsiteX3" y="connsiteY3"/>
              </a:cxn>
            </a:cxnLst>
            <a:rect l="l" t="t" r="r" b="b"/>
            <a:pathLst>
              <a:path w="12192000" h="6850481">
                <a:moveTo>
                  <a:pt x="0" y="0"/>
                </a:moveTo>
                <a:lnTo>
                  <a:pt x="12192000" y="0"/>
                </a:lnTo>
                <a:lnTo>
                  <a:pt x="12192000" y="6850481"/>
                </a:lnTo>
                <a:lnTo>
                  <a:pt x="0" y="6850481"/>
                </a:lnTo>
                <a:close/>
              </a:path>
            </a:pathLst>
          </a:custGeom>
          <a:gradFill flip="none" rotWithShape="1">
            <a:gsLst>
              <a:gs pos="0">
                <a:schemeClr val="accent1"/>
              </a:gs>
              <a:gs pos="70000">
                <a:schemeClr val="accent1">
                  <a:alpha val="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6000"/>
              </a:lnSpc>
            </a:pPr>
            <a:endParaRPr lang="en-US">
              <a:solidFill>
                <a:schemeClr val="bg1"/>
              </a:solidFill>
              <a:latin typeface="Microsoft Sans Serif"/>
              <a:cs typeface="Microsoft Sans Serif" panose="020B0604020202020204" pitchFamily="34" charset="0"/>
            </a:endParaRPr>
          </a:p>
        </p:txBody>
      </p:sp>
      <p:pic>
        <p:nvPicPr>
          <p:cNvPr id="8" name="Graphic 7">
            <a:extLst>
              <a:ext uri="{FF2B5EF4-FFF2-40B4-BE49-F238E27FC236}">
                <a16:creationId xmlns:a16="http://schemas.microsoft.com/office/drawing/2014/main" id="{7E6ED912-490C-1CB5-D98B-EC91A5B5397D}"/>
              </a:ext>
            </a:extLst>
          </p:cNvPr>
          <p:cNvPicPr>
            <a:picLocks noChangeAspect="1"/>
          </p:cNvPicPr>
          <p:nvPr userDrawn="1"/>
        </p:nvPicPr>
        <p:blipFill>
          <a:blip>
            <a:extLst>
              <a:ext uri="{96DAC541-7B7A-43D3-8B79-37D633B846F1}">
                <asvg:svgBlip xmlns:asvg="http://schemas.microsoft.com/office/drawing/2016/SVG/main" r:embed="rId3"/>
              </a:ext>
            </a:extLst>
          </a:blip>
          <a:srcRect l="1459" t="1668" r="3803" b="3985"/>
          <a:stretch/>
        </p:blipFill>
        <p:spPr>
          <a:xfrm>
            <a:off x="364673" y="286917"/>
            <a:ext cx="2406628" cy="832533"/>
          </a:xfrm>
          <a:prstGeom prst="rect">
            <a:avLst/>
          </a:prstGeom>
        </p:spPr>
      </p:pic>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1472255"/>
            <a:ext cx="5580062" cy="2743201"/>
          </a:xfrm>
        </p:spPr>
        <p:txBody>
          <a:bodyPr anchor="b"/>
          <a:lstStyle>
            <a:lvl1pPr algn="l">
              <a:lnSpc>
                <a:spcPct val="76000"/>
              </a:lnSpc>
              <a:defRPr sz="6000" b="0" i="0" spc="-100" baseline="0">
                <a:latin typeface="Aptos Light" panose="020B0004020202020204" pitchFamily="34" charset="0"/>
              </a:defRPr>
            </a:lvl1pPr>
          </a:lstStyle>
          <a:p>
            <a:r>
              <a:rPr lang="en-US"/>
              <a:t>Sample Presentation title 3 lines maximum</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58101"/>
            <a:ext cx="5580059" cy="369863"/>
          </a:xfrm>
        </p:spPr>
        <p:txBody>
          <a:bodyPr anchor="ctr"/>
          <a:lstStyle>
            <a:lvl1pPr marL="0" indent="0" algn="l">
              <a:lnSpc>
                <a:spcPct val="76000"/>
              </a:lnSpc>
              <a:buNone/>
              <a:defRPr sz="2400" spc="-100" baseline="0">
                <a:solidFill>
                  <a:srgbClr val="FF8300"/>
                </a:solidFill>
              </a:defRPr>
            </a:lvl1pPr>
            <a:lvl2pPr marL="7938" indent="0" algn="ctr">
              <a:buFont typeface="Arial" panose="020B0604020202020204" pitchFamily="34" charset="0"/>
              <a:buNone/>
              <a:tabLst/>
              <a:defRPr sz="2000"/>
            </a:lvl2pPr>
            <a:lvl3pPr marL="7938" indent="0" algn="ctr">
              <a:buNone/>
              <a:tabLst/>
              <a:defRPr sz="1800"/>
            </a:lvl3pPr>
            <a:lvl4pPr marL="7938" indent="0" algn="ctr">
              <a:buNone/>
              <a:tabLst/>
              <a:defRPr sz="1600"/>
            </a:lvl4pPr>
            <a:lvl5pPr marL="7938" indent="0" algn="ctr">
              <a:buNone/>
              <a:tabLst/>
              <a:defRPr sz="1600"/>
            </a:lvl5pPr>
            <a:lvl6pPr marL="7938" indent="0" algn="ctr">
              <a:buNone/>
              <a:tabLst/>
              <a:defRPr sz="1600"/>
            </a:lvl6pPr>
            <a:lvl7pPr marL="7938" indent="0" algn="ctr">
              <a:buNone/>
              <a:tabLst/>
              <a:defRPr sz="1600"/>
            </a:lvl7pPr>
            <a:lvl8pPr marL="7938" indent="0" algn="ctr">
              <a:buNone/>
              <a:tabLst/>
              <a:defRPr sz="1600"/>
            </a:lvl8pPr>
            <a:lvl9pPr marL="7938" indent="0" algn="ctr">
              <a:buNone/>
              <a:tabLst/>
              <a:defRPr sz="1600"/>
            </a:lvl9pPr>
          </a:lstStyle>
          <a:p>
            <a:pPr lvl="0"/>
            <a:r>
              <a:rPr lang="en-US"/>
              <a:t>Speaker name</a:t>
            </a:r>
          </a:p>
        </p:txBody>
      </p:sp>
      <p:sp>
        <p:nvSpPr>
          <p:cNvPr id="14" name="Text Placeholder 13">
            <a:extLst>
              <a:ext uri="{FF2B5EF4-FFF2-40B4-BE49-F238E27FC236}">
                <a16:creationId xmlns:a16="http://schemas.microsoft.com/office/drawing/2014/main" id="{E8866482-7B35-B3D2-B672-100B157A5B66}"/>
              </a:ext>
            </a:extLst>
          </p:cNvPr>
          <p:cNvSpPr>
            <a:spLocks noGrp="1"/>
          </p:cNvSpPr>
          <p:nvPr>
            <p:ph type="body" sz="quarter" idx="13" hasCustomPrompt="1"/>
          </p:nvPr>
        </p:nvSpPr>
        <p:spPr>
          <a:xfrm>
            <a:off x="515939" y="4927965"/>
            <a:ext cx="5580000" cy="233550"/>
          </a:xfrm>
        </p:spPr>
        <p:txBody>
          <a:bodyPr anchor="ctr">
            <a:noAutofit/>
          </a:bodyPr>
          <a:lstStyle>
            <a:lvl1pPr marL="0" indent="0">
              <a:buNone/>
              <a:defRPr sz="1400">
                <a:solidFill>
                  <a:srgbClr val="AC9ECA"/>
                </a:solidFill>
              </a:defRPr>
            </a:lvl1pPr>
            <a:lvl2pPr marL="6350" indent="0">
              <a:buNone/>
              <a:tabLst/>
              <a:defRPr sz="1100"/>
            </a:lvl2pPr>
            <a:lvl3pPr marL="6350" indent="0">
              <a:buNone/>
              <a:tabLst/>
              <a:defRPr sz="1100"/>
            </a:lvl3pPr>
            <a:lvl4pPr marL="6350" indent="0">
              <a:buNone/>
              <a:tabLst/>
              <a:defRPr sz="1050"/>
            </a:lvl4pPr>
            <a:lvl5pPr marL="6350" indent="0">
              <a:buNone/>
              <a:tabLst/>
              <a:defRPr/>
            </a:lvl5pPr>
            <a:lvl6pPr marL="0" indent="0">
              <a:buNone/>
              <a:tabLst/>
              <a:defRPr/>
            </a:lvl6pPr>
            <a:lvl7pPr marL="6350" indent="0">
              <a:buNone/>
              <a:tabLst/>
              <a:defRPr/>
            </a:lvl7pPr>
            <a:lvl8pPr marL="6350" indent="0">
              <a:buNone/>
              <a:tabLst/>
              <a:defRPr/>
            </a:lvl8pPr>
            <a:lvl9pPr marL="6350" indent="0">
              <a:buNone/>
              <a:tabLst/>
              <a:defRPr/>
            </a:lvl9pPr>
          </a:lstStyle>
          <a:p>
            <a:pPr lvl="0"/>
            <a:r>
              <a:rPr lang="en-US"/>
              <a:t>Speaker title, Employing entity</a:t>
            </a:r>
          </a:p>
        </p:txBody>
      </p:sp>
      <p:sp>
        <p:nvSpPr>
          <p:cNvPr id="19" name="Text Placeholder 23">
            <a:extLst>
              <a:ext uri="{FF2B5EF4-FFF2-40B4-BE49-F238E27FC236}">
                <a16:creationId xmlns:a16="http://schemas.microsoft.com/office/drawing/2014/main" id="{F2BAF3AA-6B66-F4C5-D596-96523C970F1F}"/>
              </a:ext>
            </a:extLst>
          </p:cNvPr>
          <p:cNvSpPr>
            <a:spLocks noGrp="1"/>
          </p:cNvSpPr>
          <p:nvPr>
            <p:ph type="body" sz="quarter" idx="15" hasCustomPrompt="1"/>
          </p:nvPr>
        </p:nvSpPr>
        <p:spPr>
          <a:xfrm>
            <a:off x="515939" y="5762625"/>
            <a:ext cx="5580000" cy="259558"/>
          </a:xfrm>
        </p:spPr>
        <p:txBody>
          <a:bodyPr>
            <a:noAutofit/>
          </a:bodyPr>
          <a:lstStyle>
            <a:lvl1pPr marL="7938" indent="0">
              <a:buNone/>
              <a:tabLst/>
              <a:defRPr sz="1200">
                <a:solidFill>
                  <a:srgbClr val="FF8300"/>
                </a:solidFill>
              </a:defRPr>
            </a:lvl1pPr>
            <a:lvl2pPr marL="7938" indent="0">
              <a:buNone/>
              <a:tabLst/>
              <a:defRPr sz="1200">
                <a:solidFill>
                  <a:srgbClr val="FF8300"/>
                </a:solidFill>
              </a:defRPr>
            </a:lvl2pPr>
            <a:lvl3pPr marL="7938" indent="0">
              <a:buNone/>
              <a:tabLst/>
              <a:defRPr sz="1200">
                <a:solidFill>
                  <a:srgbClr val="FF8300"/>
                </a:solidFill>
              </a:defRPr>
            </a:lvl3pPr>
            <a:lvl4pPr marL="7938" indent="0">
              <a:buNone/>
              <a:tabLst/>
              <a:defRPr sz="1200">
                <a:solidFill>
                  <a:srgbClr val="FF8300"/>
                </a:solidFill>
              </a:defRPr>
            </a:lvl4pPr>
            <a:lvl5pPr marL="7938" indent="0">
              <a:buNone/>
              <a:tabLst/>
              <a:defRPr sz="1200">
                <a:solidFill>
                  <a:srgbClr val="FF8300"/>
                </a:solidFill>
              </a:defRPr>
            </a:lvl5pPr>
          </a:lstStyle>
          <a:p>
            <a:pPr lvl="0"/>
            <a:r>
              <a:rPr lang="en-US" err="1"/>
              <a:t>qualcomm.com</a:t>
            </a:r>
            <a:r>
              <a:rPr lang="en-US"/>
              <a:t>/</a:t>
            </a:r>
            <a:r>
              <a:rPr lang="en-US" err="1"/>
              <a:t>dragonwing</a:t>
            </a:r>
            <a:endParaRPr lang="en-US"/>
          </a:p>
        </p:txBody>
      </p:sp>
      <p:sp>
        <p:nvSpPr>
          <p:cNvPr id="15" name="TextBox 14">
            <a:extLst>
              <a:ext uri="{FF2B5EF4-FFF2-40B4-BE49-F238E27FC236}">
                <a16:creationId xmlns:a16="http://schemas.microsoft.com/office/drawing/2014/main" id="{860B256C-E8EE-297E-887C-2C7FB8EC4598}"/>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rgbClr val="AC9ECA"/>
                </a:solidFill>
                <a:latin typeface="+mn-lt"/>
                <a:ea typeface="+mn-ea"/>
                <a:cs typeface="+mn-cs"/>
              </a:rPr>
              <a:t>Qualcomm branded products are products of Qualcomm Technologies, Inc. and/or its subsidiaries. </a:t>
            </a:r>
            <a:br>
              <a:rPr lang="en-CA" sz="800" kern="1200" baseline="0">
                <a:solidFill>
                  <a:srgbClr val="AC9ECA"/>
                </a:solidFill>
                <a:latin typeface="+mn-lt"/>
                <a:ea typeface="+mn-ea"/>
                <a:cs typeface="+mn-cs"/>
              </a:rPr>
            </a:br>
            <a:r>
              <a:rPr lang="en-CA" sz="800" kern="1200" baseline="0">
                <a:solidFill>
                  <a:srgbClr val="AC9ECA"/>
                </a:solidFill>
                <a:latin typeface="+mn-lt"/>
                <a:ea typeface="+mn-ea"/>
                <a:cs typeface="+mn-cs"/>
              </a:rPr>
              <a:t>Qualcomm patented technologies are licensed by Qualcomm Incorporated.</a:t>
            </a:r>
            <a:endParaRPr lang="en-US" sz="800" kern="1200" baseline="0">
              <a:solidFill>
                <a:srgbClr val="AC9ECA"/>
              </a:solidFill>
              <a:latin typeface="+mn-lt"/>
              <a:ea typeface="+mn-ea"/>
              <a:cs typeface="+mn-cs"/>
            </a:endParaRPr>
          </a:p>
        </p:txBody>
      </p:sp>
      <p:sp>
        <p:nvSpPr>
          <p:cNvPr id="6" name="Slide Number Placeholder 5">
            <a:extLst>
              <a:ext uri="{FF2B5EF4-FFF2-40B4-BE49-F238E27FC236}">
                <a16:creationId xmlns:a16="http://schemas.microsoft.com/office/drawing/2014/main" id="{B849A612-2CBC-82EA-8810-7FC4B244E844}"/>
              </a:ext>
            </a:extLst>
          </p:cNvPr>
          <p:cNvSpPr>
            <a:spLocks noGrp="1"/>
          </p:cNvSpPr>
          <p:nvPr>
            <p:ph type="sldNum" sz="quarter" idx="12"/>
          </p:nvPr>
        </p:nvSpPr>
        <p:spPr>
          <a:xfrm>
            <a:off x="-19148" y="-9574"/>
            <a:ext cx="0" cy="0"/>
          </a:xfrm>
          <a:ln>
            <a:solidFill>
              <a:srgbClr val="ECECEC"/>
            </a:solidFill>
          </a:ln>
        </p:spPr>
        <p:txBody>
          <a:bodyPr lIns="0"/>
          <a:lstStyle>
            <a:lvl1pPr algn="l">
              <a:defRPr sz="100">
                <a:noFill/>
              </a:defRPr>
            </a:lvl1pPr>
          </a:lstStyle>
          <a:p>
            <a:endParaRPr lang="en-US"/>
          </a:p>
        </p:txBody>
      </p:sp>
      <p:sp>
        <p:nvSpPr>
          <p:cNvPr id="4" name="Date Placeholder 3">
            <a:extLst>
              <a:ext uri="{FF2B5EF4-FFF2-40B4-BE49-F238E27FC236}">
                <a16:creationId xmlns:a16="http://schemas.microsoft.com/office/drawing/2014/main" id="{095E1F32-831A-89E9-12EC-4950593EC06E}"/>
              </a:ext>
            </a:extLst>
          </p:cNvPr>
          <p:cNvSpPr>
            <a:spLocks noGrp="1"/>
          </p:cNvSpPr>
          <p:nvPr>
            <p:ph type="dt" sz="half" idx="10"/>
          </p:nvPr>
        </p:nvSpPr>
        <p:spPr>
          <a:xfrm>
            <a:off x="-19148" y="-9574"/>
            <a:ext cx="0" cy="0"/>
          </a:xfrm>
        </p:spPr>
        <p:txBody>
          <a:bodyPr/>
          <a:lstStyle/>
          <a:p>
            <a:fld id="{535C1718-1557-1140-B17C-BE235B8470AE}" type="datetime1">
              <a:rPr lang="en-CA" smtClean="0"/>
              <a:t>2026-08-19</a:t>
            </a:fld>
            <a:endParaRPr lang="en-US"/>
          </a:p>
        </p:txBody>
      </p:sp>
      <p:sp>
        <p:nvSpPr>
          <p:cNvPr id="5" name="Rechteck 1" descr="{&quot;templafy&quot;:{&quot;id&quot;:&quot;f9a9de8d-f16f-4d52-b3a3-f9408a7586bf&quot;}}">
            <a:extLst>
              <a:ext uri="{FF2B5EF4-FFF2-40B4-BE49-F238E27FC236}">
                <a16:creationId xmlns:a16="http://schemas.microsoft.com/office/drawing/2014/main" id="{2FEA5A01-E127-1966-7802-68A04A7E2E79}"/>
              </a:ext>
            </a:extLst>
          </p:cNvPr>
          <p:cNvSpPr>
            <a:spLocks/>
          </p:cNvSpPr>
          <p:nvPr userDrawn="1"/>
        </p:nvSpPr>
        <p:spPr>
          <a:xfrm>
            <a:off x="515938" y="6396526"/>
            <a:ext cx="5580000"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124607508"/>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Photo_Purple">
    <p:bg>
      <p:bgRef idx="1001">
        <a:schemeClr val="bg2"/>
      </p:bgRef>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E6ED912-490C-1CB5-D98B-EC91A5B5397D}"/>
              </a:ext>
            </a:extLst>
          </p:cNvPr>
          <p:cNvPicPr>
            <a:picLocks noChangeAspect="1"/>
          </p:cNvPicPr>
          <p:nvPr userDrawn="1"/>
        </p:nvPicPr>
        <p:blipFill>
          <a:blip>
            <a:extLst>
              <a:ext uri="{96DAC541-7B7A-43D3-8B79-37D633B846F1}">
                <asvg:svgBlip xmlns:asvg="http://schemas.microsoft.com/office/drawing/2016/SVG/main" r:embed="rId2"/>
              </a:ext>
            </a:extLst>
          </a:blip>
          <a:srcRect l="1459" t="1668" r="3803" b="3985"/>
          <a:stretch/>
        </p:blipFill>
        <p:spPr>
          <a:xfrm>
            <a:off x="364673" y="286917"/>
            <a:ext cx="2406628" cy="832533"/>
          </a:xfrm>
          <a:prstGeom prst="rect">
            <a:avLst/>
          </a:prstGeom>
        </p:spPr>
      </p:pic>
      <p:sp>
        <p:nvSpPr>
          <p:cNvPr id="2" name="Title 1">
            <a:extLst>
              <a:ext uri="{FF2B5EF4-FFF2-40B4-BE49-F238E27FC236}">
                <a16:creationId xmlns:a16="http://schemas.microsoft.com/office/drawing/2014/main" id="{C375E643-7D66-01BD-750E-7789BA490A0C}"/>
              </a:ext>
            </a:extLst>
          </p:cNvPr>
          <p:cNvSpPr>
            <a:spLocks noGrp="1"/>
          </p:cNvSpPr>
          <p:nvPr>
            <p:ph type="ctrTitle" hasCustomPrompt="1"/>
          </p:nvPr>
        </p:nvSpPr>
        <p:spPr>
          <a:xfrm>
            <a:off x="515938" y="1472255"/>
            <a:ext cx="5580062" cy="2743201"/>
          </a:xfrm>
        </p:spPr>
        <p:txBody>
          <a:bodyPr anchor="b"/>
          <a:lstStyle>
            <a:lvl1pPr algn="l">
              <a:lnSpc>
                <a:spcPct val="76000"/>
              </a:lnSpc>
              <a:defRPr sz="6000" b="0" i="0" spc="-100" baseline="0">
                <a:latin typeface="Aptos Light" panose="020B0004020202020204" pitchFamily="34" charset="0"/>
              </a:defRPr>
            </a:lvl1pPr>
          </a:lstStyle>
          <a:p>
            <a:r>
              <a:rPr lang="en-US"/>
              <a:t>Sample Presentation title 3 lines maximum</a:t>
            </a:r>
          </a:p>
        </p:txBody>
      </p:sp>
      <p:sp>
        <p:nvSpPr>
          <p:cNvPr id="3" name="Subtitle 2">
            <a:extLst>
              <a:ext uri="{FF2B5EF4-FFF2-40B4-BE49-F238E27FC236}">
                <a16:creationId xmlns:a16="http://schemas.microsoft.com/office/drawing/2014/main" id="{D1118C62-5E33-F397-CFE2-ABAF0BF36DA8}"/>
              </a:ext>
            </a:extLst>
          </p:cNvPr>
          <p:cNvSpPr>
            <a:spLocks noGrp="1"/>
          </p:cNvSpPr>
          <p:nvPr>
            <p:ph type="subTitle" idx="1" hasCustomPrompt="1"/>
          </p:nvPr>
        </p:nvSpPr>
        <p:spPr>
          <a:xfrm>
            <a:off x="515939" y="4558101"/>
            <a:ext cx="5580059" cy="369863"/>
          </a:xfrm>
        </p:spPr>
        <p:txBody>
          <a:bodyPr anchor="ctr"/>
          <a:lstStyle>
            <a:lvl1pPr marL="0" indent="0" algn="l">
              <a:lnSpc>
                <a:spcPct val="76000"/>
              </a:lnSpc>
              <a:buNone/>
              <a:defRPr sz="2400" spc="-100" baseline="0">
                <a:solidFill>
                  <a:srgbClr val="FF8300"/>
                </a:solidFill>
              </a:defRPr>
            </a:lvl1pPr>
            <a:lvl2pPr marL="7938" indent="0" algn="ctr">
              <a:buFont typeface="Arial" panose="020B0604020202020204" pitchFamily="34" charset="0"/>
              <a:buNone/>
              <a:tabLst/>
              <a:defRPr sz="2000"/>
            </a:lvl2pPr>
            <a:lvl3pPr marL="7938" indent="0" algn="ctr">
              <a:buNone/>
              <a:tabLst/>
              <a:defRPr sz="1800"/>
            </a:lvl3pPr>
            <a:lvl4pPr marL="7938" indent="0" algn="ctr">
              <a:buNone/>
              <a:tabLst/>
              <a:defRPr sz="1600"/>
            </a:lvl4pPr>
            <a:lvl5pPr marL="7938" indent="0" algn="ctr">
              <a:buNone/>
              <a:tabLst/>
              <a:defRPr sz="1600"/>
            </a:lvl5pPr>
            <a:lvl6pPr marL="7938" indent="0" algn="ctr">
              <a:buNone/>
              <a:tabLst/>
              <a:defRPr sz="1600"/>
            </a:lvl6pPr>
            <a:lvl7pPr marL="7938" indent="0" algn="ctr">
              <a:buNone/>
              <a:tabLst/>
              <a:defRPr sz="1600"/>
            </a:lvl7pPr>
            <a:lvl8pPr marL="7938" indent="0" algn="ctr">
              <a:buNone/>
              <a:tabLst/>
              <a:defRPr sz="1600"/>
            </a:lvl8pPr>
            <a:lvl9pPr marL="7938" indent="0" algn="ctr">
              <a:buNone/>
              <a:tabLst/>
              <a:defRPr sz="1600"/>
            </a:lvl9pPr>
          </a:lstStyle>
          <a:p>
            <a:pPr lvl="0"/>
            <a:r>
              <a:rPr lang="en-US"/>
              <a:t>Speaker name</a:t>
            </a:r>
          </a:p>
        </p:txBody>
      </p:sp>
      <p:sp>
        <p:nvSpPr>
          <p:cNvPr id="14" name="Text Placeholder 13">
            <a:extLst>
              <a:ext uri="{FF2B5EF4-FFF2-40B4-BE49-F238E27FC236}">
                <a16:creationId xmlns:a16="http://schemas.microsoft.com/office/drawing/2014/main" id="{E8866482-7B35-B3D2-B672-100B157A5B66}"/>
              </a:ext>
            </a:extLst>
          </p:cNvPr>
          <p:cNvSpPr>
            <a:spLocks noGrp="1"/>
          </p:cNvSpPr>
          <p:nvPr>
            <p:ph type="body" sz="quarter" idx="13" hasCustomPrompt="1"/>
          </p:nvPr>
        </p:nvSpPr>
        <p:spPr>
          <a:xfrm>
            <a:off x="515939" y="4927965"/>
            <a:ext cx="5580000" cy="233550"/>
          </a:xfrm>
        </p:spPr>
        <p:txBody>
          <a:bodyPr anchor="ctr">
            <a:noAutofit/>
          </a:bodyPr>
          <a:lstStyle>
            <a:lvl1pPr marL="0" indent="0">
              <a:buNone/>
              <a:defRPr sz="1400">
                <a:solidFill>
                  <a:srgbClr val="AC9ECA"/>
                </a:solidFill>
              </a:defRPr>
            </a:lvl1pPr>
            <a:lvl2pPr marL="6350" indent="0">
              <a:buNone/>
              <a:tabLst/>
              <a:defRPr sz="1100"/>
            </a:lvl2pPr>
            <a:lvl3pPr marL="6350" indent="0">
              <a:buNone/>
              <a:tabLst/>
              <a:defRPr sz="1100"/>
            </a:lvl3pPr>
            <a:lvl4pPr marL="6350" indent="0">
              <a:buNone/>
              <a:tabLst/>
              <a:defRPr sz="1050"/>
            </a:lvl4pPr>
            <a:lvl5pPr marL="6350" indent="0">
              <a:buNone/>
              <a:tabLst/>
              <a:defRPr/>
            </a:lvl5pPr>
            <a:lvl6pPr marL="0" indent="0">
              <a:buNone/>
              <a:tabLst/>
              <a:defRPr/>
            </a:lvl6pPr>
            <a:lvl7pPr marL="6350" indent="0">
              <a:buNone/>
              <a:tabLst/>
              <a:defRPr/>
            </a:lvl7pPr>
            <a:lvl8pPr marL="6350" indent="0">
              <a:buNone/>
              <a:tabLst/>
              <a:defRPr/>
            </a:lvl8pPr>
            <a:lvl9pPr marL="6350" indent="0">
              <a:buNone/>
              <a:tabLst/>
              <a:defRPr/>
            </a:lvl9pPr>
          </a:lstStyle>
          <a:p>
            <a:pPr lvl="0"/>
            <a:r>
              <a:rPr lang="en-US"/>
              <a:t>Speaker title, Employing entity</a:t>
            </a:r>
          </a:p>
        </p:txBody>
      </p:sp>
      <p:sp>
        <p:nvSpPr>
          <p:cNvPr id="19" name="Text Placeholder 23">
            <a:extLst>
              <a:ext uri="{FF2B5EF4-FFF2-40B4-BE49-F238E27FC236}">
                <a16:creationId xmlns:a16="http://schemas.microsoft.com/office/drawing/2014/main" id="{F2BAF3AA-6B66-F4C5-D596-96523C970F1F}"/>
              </a:ext>
            </a:extLst>
          </p:cNvPr>
          <p:cNvSpPr>
            <a:spLocks noGrp="1"/>
          </p:cNvSpPr>
          <p:nvPr>
            <p:ph type="body" sz="quarter" idx="15" hasCustomPrompt="1"/>
          </p:nvPr>
        </p:nvSpPr>
        <p:spPr>
          <a:xfrm>
            <a:off x="515939" y="5762625"/>
            <a:ext cx="5580000" cy="259558"/>
          </a:xfrm>
        </p:spPr>
        <p:txBody>
          <a:bodyPr>
            <a:noAutofit/>
          </a:bodyPr>
          <a:lstStyle>
            <a:lvl1pPr marL="7938" indent="0">
              <a:buNone/>
              <a:tabLst/>
              <a:defRPr sz="1200">
                <a:solidFill>
                  <a:srgbClr val="FF8300"/>
                </a:solidFill>
              </a:defRPr>
            </a:lvl1pPr>
            <a:lvl2pPr marL="7938" indent="0">
              <a:buNone/>
              <a:tabLst/>
              <a:defRPr sz="1200">
                <a:solidFill>
                  <a:srgbClr val="FF8300"/>
                </a:solidFill>
              </a:defRPr>
            </a:lvl2pPr>
            <a:lvl3pPr marL="7938" indent="0">
              <a:buNone/>
              <a:tabLst/>
              <a:defRPr sz="1200">
                <a:solidFill>
                  <a:srgbClr val="FF8300"/>
                </a:solidFill>
              </a:defRPr>
            </a:lvl3pPr>
            <a:lvl4pPr marL="7938" indent="0">
              <a:buNone/>
              <a:tabLst/>
              <a:defRPr sz="1200">
                <a:solidFill>
                  <a:srgbClr val="FF8300"/>
                </a:solidFill>
              </a:defRPr>
            </a:lvl4pPr>
            <a:lvl5pPr marL="7938" indent="0">
              <a:buNone/>
              <a:tabLst/>
              <a:defRPr sz="1200">
                <a:solidFill>
                  <a:srgbClr val="FF8300"/>
                </a:solidFill>
              </a:defRPr>
            </a:lvl5pPr>
          </a:lstStyle>
          <a:p>
            <a:pPr lvl="0"/>
            <a:r>
              <a:rPr lang="en-US" err="1"/>
              <a:t>qualcomm.com</a:t>
            </a:r>
            <a:r>
              <a:rPr lang="en-US"/>
              <a:t>/</a:t>
            </a:r>
            <a:r>
              <a:rPr lang="en-US" err="1"/>
              <a:t>dragonwing</a:t>
            </a:r>
            <a:endParaRPr lang="en-US"/>
          </a:p>
        </p:txBody>
      </p:sp>
      <p:sp>
        <p:nvSpPr>
          <p:cNvPr id="15" name="TextBox 14">
            <a:extLst>
              <a:ext uri="{FF2B5EF4-FFF2-40B4-BE49-F238E27FC236}">
                <a16:creationId xmlns:a16="http://schemas.microsoft.com/office/drawing/2014/main" id="{860B256C-E8EE-297E-887C-2C7FB8EC4598}"/>
              </a:ext>
            </a:extLst>
          </p:cNvPr>
          <p:cNvSpPr txBox="1"/>
          <p:nvPr userDrawn="1"/>
        </p:nvSpPr>
        <p:spPr>
          <a:xfrm>
            <a:off x="515938" y="6096960"/>
            <a:ext cx="5247709" cy="233910"/>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marL="0" lvl="0" indent="0" algn="l" defTabSz="685800" rtl="0" eaLnBrk="1" latinLnBrk="0" hangingPunct="1">
              <a:lnSpc>
                <a:spcPct val="95000"/>
              </a:lnSpc>
              <a:spcBef>
                <a:spcPts val="1200"/>
              </a:spcBef>
              <a:buClr>
                <a:srgbClr val="3253DC"/>
              </a:buClr>
              <a:buFont typeface="Arial" panose="020B0604020202020204" pitchFamily="34" charset="0"/>
              <a:buNone/>
              <a:tabLst/>
            </a:pPr>
            <a:r>
              <a:rPr lang="en-CA" sz="800" kern="1200" baseline="0">
                <a:solidFill>
                  <a:srgbClr val="AC9ECA"/>
                </a:solidFill>
                <a:latin typeface="+mn-lt"/>
                <a:ea typeface="+mn-ea"/>
                <a:cs typeface="+mn-cs"/>
              </a:rPr>
              <a:t>Qualcomm branded products are products of Qualcomm Technologies, Inc. and/or its subsidiaries. </a:t>
            </a:r>
            <a:br>
              <a:rPr lang="en-CA" sz="800" kern="1200" baseline="0">
                <a:solidFill>
                  <a:srgbClr val="AC9ECA"/>
                </a:solidFill>
                <a:latin typeface="+mn-lt"/>
                <a:ea typeface="+mn-ea"/>
                <a:cs typeface="+mn-cs"/>
              </a:rPr>
            </a:br>
            <a:r>
              <a:rPr lang="en-CA" sz="800" kern="1200" baseline="0">
                <a:solidFill>
                  <a:srgbClr val="AC9ECA"/>
                </a:solidFill>
                <a:latin typeface="+mn-lt"/>
                <a:ea typeface="+mn-ea"/>
                <a:cs typeface="+mn-cs"/>
              </a:rPr>
              <a:t>Qualcomm patented technologies are licensed by Qualcomm Incorporated.</a:t>
            </a:r>
            <a:endParaRPr lang="en-US" sz="800" kern="1200" baseline="0">
              <a:solidFill>
                <a:srgbClr val="AC9ECA"/>
              </a:solidFill>
              <a:latin typeface="+mn-lt"/>
              <a:ea typeface="+mn-ea"/>
              <a:cs typeface="+mn-cs"/>
            </a:endParaRPr>
          </a:p>
        </p:txBody>
      </p:sp>
      <p:sp>
        <p:nvSpPr>
          <p:cNvPr id="6" name="Slide Number Placeholder 5">
            <a:extLst>
              <a:ext uri="{FF2B5EF4-FFF2-40B4-BE49-F238E27FC236}">
                <a16:creationId xmlns:a16="http://schemas.microsoft.com/office/drawing/2014/main" id="{B849A612-2CBC-82EA-8810-7FC4B244E844}"/>
              </a:ext>
            </a:extLst>
          </p:cNvPr>
          <p:cNvSpPr>
            <a:spLocks noGrp="1"/>
          </p:cNvSpPr>
          <p:nvPr>
            <p:ph type="sldNum" sz="quarter" idx="12"/>
          </p:nvPr>
        </p:nvSpPr>
        <p:spPr>
          <a:xfrm>
            <a:off x="-19148" y="-9574"/>
            <a:ext cx="0" cy="0"/>
          </a:xfrm>
          <a:ln>
            <a:solidFill>
              <a:srgbClr val="ECECEC"/>
            </a:solidFill>
          </a:ln>
        </p:spPr>
        <p:txBody>
          <a:bodyPr lIns="0"/>
          <a:lstStyle>
            <a:lvl1pPr algn="l">
              <a:defRPr sz="100">
                <a:noFill/>
              </a:defRPr>
            </a:lvl1pPr>
          </a:lstStyle>
          <a:p>
            <a:endParaRPr lang="en-US"/>
          </a:p>
        </p:txBody>
      </p:sp>
      <p:sp>
        <p:nvSpPr>
          <p:cNvPr id="4" name="Date Placeholder 3">
            <a:extLst>
              <a:ext uri="{FF2B5EF4-FFF2-40B4-BE49-F238E27FC236}">
                <a16:creationId xmlns:a16="http://schemas.microsoft.com/office/drawing/2014/main" id="{095E1F32-831A-89E9-12EC-4950593EC06E}"/>
              </a:ext>
            </a:extLst>
          </p:cNvPr>
          <p:cNvSpPr>
            <a:spLocks noGrp="1"/>
          </p:cNvSpPr>
          <p:nvPr>
            <p:ph type="dt" sz="half" idx="10"/>
          </p:nvPr>
        </p:nvSpPr>
        <p:spPr>
          <a:xfrm>
            <a:off x="-19148" y="-9574"/>
            <a:ext cx="0" cy="0"/>
          </a:xfrm>
        </p:spPr>
        <p:txBody>
          <a:bodyPr/>
          <a:lstStyle/>
          <a:p>
            <a:fld id="{CF399866-B95D-6F41-8E2A-CA11EE0EB9C1}" type="datetime1">
              <a:rPr lang="en-CA" smtClean="0"/>
              <a:t>2026-08-19</a:t>
            </a:fld>
            <a:endParaRPr lang="en-US"/>
          </a:p>
        </p:txBody>
      </p:sp>
      <p:sp>
        <p:nvSpPr>
          <p:cNvPr id="10" name="Picture Placeholder 8">
            <a:extLst>
              <a:ext uri="{FF2B5EF4-FFF2-40B4-BE49-F238E27FC236}">
                <a16:creationId xmlns:a16="http://schemas.microsoft.com/office/drawing/2014/main" id="{78033AF4-C001-615D-312E-B6361EAFFFB1}"/>
              </a:ext>
            </a:extLst>
          </p:cNvPr>
          <p:cNvSpPr>
            <a:spLocks noGrp="1"/>
          </p:cNvSpPr>
          <p:nvPr>
            <p:ph type="pic" sz="quarter" idx="16" hasCustomPrompt="1"/>
          </p:nvPr>
        </p:nvSpPr>
        <p:spPr>
          <a:xfrm>
            <a:off x="7262649" y="0"/>
            <a:ext cx="4929352" cy="6858000"/>
          </a:xfrm>
          <a:noFill/>
        </p:spPr>
        <p:txBody>
          <a:bodyPr lIns="360000" tIns="0" rIns="0" bIns="0" anchor="ctr"/>
          <a:lstStyle>
            <a:lvl1pPr marL="0" indent="0">
              <a:buNone/>
              <a:defRPr/>
            </a:lvl1pPr>
          </a:lstStyle>
          <a:p>
            <a:r>
              <a:rPr lang="en-US"/>
              <a:t>Click the icon</a:t>
            </a:r>
            <a:br>
              <a:rPr lang="en-US"/>
            </a:br>
            <a:r>
              <a:rPr lang="en-US"/>
              <a:t>to insert photo</a:t>
            </a:r>
          </a:p>
        </p:txBody>
      </p:sp>
      <p:sp>
        <p:nvSpPr>
          <p:cNvPr id="5" name="Rechteck 1" descr="{&quot;templafy&quot;:{&quot;id&quot;:&quot;8b0590d2-1d63-4707-ac6f-47d52ae61c82&quot;}}">
            <a:extLst>
              <a:ext uri="{FF2B5EF4-FFF2-40B4-BE49-F238E27FC236}">
                <a16:creationId xmlns:a16="http://schemas.microsoft.com/office/drawing/2014/main" id="{F2D40D74-E725-B61B-2AE6-9D3E48517AA8}"/>
              </a:ext>
            </a:extLst>
          </p:cNvPr>
          <p:cNvSpPr>
            <a:spLocks/>
          </p:cNvSpPr>
          <p:nvPr userDrawn="1"/>
        </p:nvSpPr>
        <p:spPr>
          <a:xfrm>
            <a:off x="515938" y="6396526"/>
            <a:ext cx="5580000"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981982070"/>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Holding slide_Purple">
    <p:bg>
      <p:bgRef idx="1001">
        <a:schemeClr val="bg2"/>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25221017-4303-9BF4-9959-95196640B1D1}"/>
              </a:ext>
            </a:extLst>
          </p:cNvPr>
          <p:cNvPicPr>
            <a:picLocks noChangeAspect="1"/>
          </p:cNvPicPr>
          <p:nvPr userDrawn="1"/>
        </p:nvPicPr>
        <p:blipFill>
          <a:blip>
            <a:extLst>
              <a:ext uri="{96DAC541-7B7A-43D3-8B79-37D633B846F1}">
                <asvg:svgBlip xmlns:asvg="http://schemas.microsoft.com/office/drawing/2016/SVG/main" r:embed="rId2"/>
              </a:ext>
            </a:extLst>
          </a:blip>
          <a:srcRect l="-15022" t="13222" r="-15022" b="13222"/>
          <a:stretch/>
        </p:blipFill>
        <p:spPr>
          <a:xfrm>
            <a:off x="1" y="0"/>
            <a:ext cx="12192000" cy="6858000"/>
          </a:xfrm>
          <a:prstGeom prst="rect">
            <a:avLst/>
          </a:prstGeom>
        </p:spPr>
      </p:pic>
      <p:sp>
        <p:nvSpPr>
          <p:cNvPr id="3" name="Date Placeholder 2">
            <a:extLst>
              <a:ext uri="{FF2B5EF4-FFF2-40B4-BE49-F238E27FC236}">
                <a16:creationId xmlns:a16="http://schemas.microsoft.com/office/drawing/2014/main" id="{091AAB3C-665D-9A26-F23A-47020C817CF8}"/>
              </a:ext>
            </a:extLst>
          </p:cNvPr>
          <p:cNvSpPr>
            <a:spLocks noGrp="1"/>
          </p:cNvSpPr>
          <p:nvPr>
            <p:ph type="dt" sz="half" idx="10"/>
          </p:nvPr>
        </p:nvSpPr>
        <p:spPr>
          <a:xfrm>
            <a:off x="-19148" y="-9574"/>
            <a:ext cx="0" cy="0"/>
          </a:xfrm>
        </p:spPr>
        <p:txBody>
          <a:bodyPr/>
          <a:lstStyle/>
          <a:p>
            <a:fld id="{FFBE5EFE-E48D-1641-98E8-367C87A32557}" type="datetime1">
              <a:rPr lang="en-CA" smtClean="0"/>
              <a:t>2026-08-19</a:t>
            </a:fld>
            <a:endParaRPr lang="en-US"/>
          </a:p>
        </p:txBody>
      </p:sp>
      <p:sp>
        <p:nvSpPr>
          <p:cNvPr id="5" name="Slide Number Placeholder 4">
            <a:extLst>
              <a:ext uri="{FF2B5EF4-FFF2-40B4-BE49-F238E27FC236}">
                <a16:creationId xmlns:a16="http://schemas.microsoft.com/office/drawing/2014/main" id="{C41C7216-A5A6-1A1E-46C8-44B9E24ECD2D}"/>
              </a:ext>
            </a:extLst>
          </p:cNvPr>
          <p:cNvSpPr>
            <a:spLocks noGrp="1"/>
          </p:cNvSpPr>
          <p:nvPr>
            <p:ph type="sldNum" sz="quarter" idx="12"/>
          </p:nvPr>
        </p:nvSpPr>
        <p:spPr>
          <a:xfrm>
            <a:off x="-19148" y="-9574"/>
            <a:ext cx="0" cy="0"/>
          </a:xfrm>
          <a:ln>
            <a:solidFill>
              <a:srgbClr val="ECECEC"/>
            </a:solidFill>
          </a:ln>
        </p:spPr>
        <p:txBody>
          <a:bodyPr/>
          <a:lstStyle>
            <a:lvl1pPr>
              <a:defRPr sz="100">
                <a:noFill/>
              </a:defRPr>
            </a:lvl1pPr>
          </a:lstStyle>
          <a:p>
            <a:fld id="{081A679B-E68A-BD49-90E3-E1C9C41AED6B}" type="slidenum">
              <a:rPr lang="en-US" smtClean="0"/>
              <a:pPr/>
              <a:t>‹#›</a:t>
            </a:fld>
            <a:endParaRPr lang="en-US"/>
          </a:p>
        </p:txBody>
      </p:sp>
      <p:pic>
        <p:nvPicPr>
          <p:cNvPr id="7" name="Graphic 6">
            <a:extLst>
              <a:ext uri="{FF2B5EF4-FFF2-40B4-BE49-F238E27FC236}">
                <a16:creationId xmlns:a16="http://schemas.microsoft.com/office/drawing/2014/main" id="{5B9DFE36-F46C-B045-9455-7143BA080513}"/>
              </a:ext>
            </a:extLst>
          </p:cNvPr>
          <p:cNvPicPr>
            <a:picLocks noChangeAspect="1"/>
          </p:cNvPicPr>
          <p:nvPr userDrawn="1"/>
        </p:nvPicPr>
        <p:blipFill>
          <a:blip>
            <a:extLst>
              <a:ext uri="{96DAC541-7B7A-43D3-8B79-37D633B846F1}">
                <asvg:svgBlip xmlns:asvg="http://schemas.microsoft.com/office/drawing/2016/SVG/main" r:embed="rId3"/>
              </a:ext>
            </a:extLst>
          </a:blip>
          <a:srcRect l="1459" t="1668" r="3803" b="3985"/>
          <a:stretch/>
        </p:blipFill>
        <p:spPr>
          <a:xfrm>
            <a:off x="3810444" y="2638351"/>
            <a:ext cx="4571112" cy="1581298"/>
          </a:xfrm>
          <a:prstGeom prst="rect">
            <a:avLst/>
          </a:prstGeom>
        </p:spPr>
      </p:pic>
    </p:spTree>
    <p:extLst>
      <p:ext uri="{BB962C8B-B14F-4D97-AF65-F5344CB8AC3E}">
        <p14:creationId xmlns:p14="http://schemas.microsoft.com/office/powerpoint/2010/main" val="4703499"/>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Agenda_Purple">
    <p:bg>
      <p:bgRef idx="1001">
        <a:schemeClr val="bg2"/>
      </p:bgRef>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71621FC-72E7-718F-B3D8-F6225247E591}"/>
              </a:ext>
            </a:extLst>
          </p:cNvPr>
          <p:cNvPicPr>
            <a:picLocks noChangeAspect="1"/>
          </p:cNvPicPr>
          <p:nvPr userDrawn="1"/>
        </p:nvPicPr>
        <p:blipFill>
          <a:blip>
            <a:extLst>
              <a:ext uri="{96DAC541-7B7A-43D3-8B79-37D633B846F1}">
                <asvg:svgBlip xmlns:asvg="http://schemas.microsoft.com/office/drawing/2016/SVG/main" r:embed="rId2"/>
              </a:ext>
            </a:extLst>
          </a:blip>
          <a:srcRect l="41905" t="2598" r="-1072" b="18477"/>
          <a:stretch/>
        </p:blipFill>
        <p:spPr>
          <a:xfrm>
            <a:off x="0" y="0"/>
            <a:ext cx="5169878" cy="6858000"/>
          </a:xfrm>
          <a:prstGeom prst="rect">
            <a:avLst/>
          </a:prstGeom>
        </p:spPr>
      </p:pic>
      <p:sp>
        <p:nvSpPr>
          <p:cNvPr id="7" name="Title 1">
            <a:extLst>
              <a:ext uri="{FF2B5EF4-FFF2-40B4-BE49-F238E27FC236}">
                <a16:creationId xmlns:a16="http://schemas.microsoft.com/office/drawing/2014/main" id="{58A99F27-4AAB-728F-78FF-E0A7587C5E9D}"/>
              </a:ext>
            </a:extLst>
          </p:cNvPr>
          <p:cNvSpPr txBox="1">
            <a:spLocks/>
          </p:cNvSpPr>
          <p:nvPr userDrawn="1"/>
        </p:nvSpPr>
        <p:spPr>
          <a:xfrm>
            <a:off x="1061062" y="3059315"/>
            <a:ext cx="2369623" cy="739370"/>
          </a:xfrm>
          <a:prstGeom prst="rect">
            <a:avLst/>
          </a:prstGeom>
        </p:spPr>
        <p:txBody>
          <a:bodyPr wrap="square" lIns="0" tIns="0" rIns="0" bIns="0">
            <a:spAutoFit/>
          </a:bodyPr>
          <a:lstStyle>
            <a:lvl1pPr algn="l" defTabSz="914400" rtl="0" eaLnBrk="1" latinLnBrk="0" hangingPunct="1">
              <a:lnSpc>
                <a:spcPct val="90000"/>
              </a:lnSpc>
              <a:spcBef>
                <a:spcPct val="0"/>
              </a:spcBef>
              <a:buNone/>
              <a:defRPr sz="3400" b="0" i="0" kern="1200" spc="-50" baseline="0">
                <a:solidFill>
                  <a:schemeClr val="tx2"/>
                </a:solidFill>
                <a:latin typeface="+mj-lt"/>
                <a:ea typeface="Aktiv Grotesk Black" panose="020B0504020202020204" pitchFamily="34" charset="0"/>
                <a:cs typeface="Aktiv Grotesk Thin" panose="020B0404020202020204" pitchFamily="34" charset="77"/>
              </a:defRPr>
            </a:lvl1pPr>
          </a:lstStyle>
          <a:p>
            <a:pPr>
              <a:lnSpc>
                <a:spcPct val="76000"/>
              </a:lnSpc>
            </a:pPr>
            <a:r>
              <a:rPr lang="en-CA" sz="6000" spc="-100">
                <a:solidFill>
                  <a:schemeClr val="tx1"/>
                </a:solidFill>
                <a:latin typeface="Aptos Light" panose="020B0004020202020204" pitchFamily="34" charset="0"/>
                <a:ea typeface="Alfabet Light" pitchFamily="2" charset="0"/>
                <a:cs typeface="+mn-cs"/>
              </a:rPr>
              <a:t>Agenda</a:t>
            </a:r>
            <a:endParaRPr lang="en-US" sz="6000" spc="-100">
              <a:solidFill>
                <a:schemeClr val="tx1"/>
              </a:solidFill>
              <a:latin typeface="Aptos Light" panose="020B0004020202020204" pitchFamily="34" charset="0"/>
              <a:ea typeface="Alfabet Light" pitchFamily="2" charset="0"/>
              <a:cs typeface="+mn-cs"/>
            </a:endParaRPr>
          </a:p>
        </p:txBody>
      </p:sp>
      <p:sp>
        <p:nvSpPr>
          <p:cNvPr id="10" name="Text Placeholder 9">
            <a:extLst>
              <a:ext uri="{FF2B5EF4-FFF2-40B4-BE49-F238E27FC236}">
                <a16:creationId xmlns:a16="http://schemas.microsoft.com/office/drawing/2014/main" id="{5824D95E-0289-8D6C-EC8E-CBA4AF077588}"/>
              </a:ext>
            </a:extLst>
          </p:cNvPr>
          <p:cNvSpPr>
            <a:spLocks noGrp="1"/>
          </p:cNvSpPr>
          <p:nvPr>
            <p:ph type="body" sz="quarter" idx="13" hasCustomPrompt="1"/>
          </p:nvPr>
        </p:nvSpPr>
        <p:spPr>
          <a:xfrm>
            <a:off x="6096000" y="620713"/>
            <a:ext cx="5580063" cy="5545137"/>
          </a:xfrm>
        </p:spPr>
        <p:txBody>
          <a:bodyPr anchor="ctr"/>
          <a:lstStyle>
            <a:lvl1pPr marL="0" indent="0">
              <a:spcBef>
                <a:spcPts val="2000"/>
              </a:spcBef>
              <a:buNone/>
              <a:defRPr sz="2800"/>
            </a:lvl1pPr>
            <a:lvl2pPr marL="180975" indent="-171450">
              <a:tabLst/>
              <a:defRPr/>
            </a:lvl2pPr>
            <a:lvl3pPr marL="361950" indent="-180975">
              <a:tabLst/>
              <a:defRPr/>
            </a:lvl3pPr>
            <a:lvl4pPr marL="534988" indent="-173038">
              <a:tabLst/>
              <a:defRPr/>
            </a:lvl4pPr>
            <a:lvl5pPr marL="669925" indent="-134938">
              <a:tabLst/>
              <a:defRPr/>
            </a:lvl5pPr>
          </a:lstStyle>
          <a:p>
            <a:pPr lvl="0"/>
            <a:r>
              <a:rPr lang="en-US"/>
              <a:t>First section</a:t>
            </a:r>
          </a:p>
          <a:p>
            <a:pPr lvl="0"/>
            <a:r>
              <a:rPr lang="en-US"/>
              <a:t>Second section</a:t>
            </a:r>
          </a:p>
          <a:p>
            <a:pPr lvl="0"/>
            <a:r>
              <a:rPr lang="en-US"/>
              <a:t>Third section</a:t>
            </a:r>
          </a:p>
          <a:p>
            <a:pPr lvl="0"/>
            <a:r>
              <a:rPr lang="en-US"/>
              <a:t>Fourth section</a:t>
            </a:r>
          </a:p>
          <a:p>
            <a:pPr lvl="0"/>
            <a:r>
              <a:rPr lang="en-US"/>
              <a:t>Fifth section</a:t>
            </a:r>
          </a:p>
          <a:p>
            <a:pPr lvl="0"/>
            <a:r>
              <a:rPr lang="en-US"/>
              <a:t>Sixth section</a:t>
            </a:r>
          </a:p>
          <a:p>
            <a:pPr lvl="0"/>
            <a:endParaRPr lang="en-US"/>
          </a:p>
        </p:txBody>
      </p:sp>
      <p:sp>
        <p:nvSpPr>
          <p:cNvPr id="4" name="Footer Placeholder 3">
            <a:extLst>
              <a:ext uri="{FF2B5EF4-FFF2-40B4-BE49-F238E27FC236}">
                <a16:creationId xmlns:a16="http://schemas.microsoft.com/office/drawing/2014/main" id="{B1DB7596-98F1-F9A4-DD77-30DFF73DBA79}"/>
              </a:ext>
            </a:extLst>
          </p:cNvPr>
          <p:cNvSpPr>
            <a:spLocks noGrp="1"/>
          </p:cNvSpPr>
          <p:nvPr>
            <p:ph type="ftr" sz="quarter" idx="11"/>
          </p:nvPr>
        </p:nvSpPr>
        <p:spPr>
          <a:xfrm>
            <a:off x="515937" y="6392743"/>
            <a:ext cx="6364800" cy="118800"/>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98CC8C01-EFBB-34AC-280E-EBE9D12CBA9A}"/>
              </a:ext>
            </a:extLst>
          </p:cNvPr>
          <p:cNvSpPr>
            <a:spLocks noGrp="1"/>
          </p:cNvSpPr>
          <p:nvPr>
            <p:ph type="sldNum" sz="quarter" idx="12"/>
          </p:nvPr>
        </p:nvSpPr>
        <p:spPr/>
        <p:txBody>
          <a:bodyPr/>
          <a:lstStyle/>
          <a:p>
            <a:fld id="{081A679B-E68A-BD49-90E3-E1C9C41AED6B}" type="slidenum">
              <a:rPr lang="en-US" smtClean="0"/>
              <a:pPr/>
              <a:t>‹#›</a:t>
            </a:fld>
            <a:endParaRPr lang="en-US"/>
          </a:p>
        </p:txBody>
      </p:sp>
      <p:sp>
        <p:nvSpPr>
          <p:cNvPr id="3" name="Date Placeholder 2">
            <a:extLst>
              <a:ext uri="{FF2B5EF4-FFF2-40B4-BE49-F238E27FC236}">
                <a16:creationId xmlns:a16="http://schemas.microsoft.com/office/drawing/2014/main" id="{43377C57-16DD-354A-3741-053579EBCCBE}"/>
              </a:ext>
            </a:extLst>
          </p:cNvPr>
          <p:cNvSpPr>
            <a:spLocks noGrp="1"/>
          </p:cNvSpPr>
          <p:nvPr>
            <p:ph type="dt" sz="half" idx="10"/>
          </p:nvPr>
        </p:nvSpPr>
        <p:spPr/>
        <p:txBody>
          <a:bodyPr/>
          <a:lstStyle/>
          <a:p>
            <a:fld id="{10021908-2EE9-6049-94CF-2078B74F5AB4}" type="datetime1">
              <a:rPr lang="en-CA" smtClean="0"/>
              <a:t>2026-08-19</a:t>
            </a:fld>
            <a:endParaRPr lang="en-US"/>
          </a:p>
        </p:txBody>
      </p:sp>
      <p:sp>
        <p:nvSpPr>
          <p:cNvPr id="8" name="Rechteck 1" descr="{&quot;templafy&quot;:{&quot;id&quot;:&quot;1abf5085-354d-4f2a-97ea-fa8a3284e34f&quot;}}">
            <a:extLst>
              <a:ext uri="{FF2B5EF4-FFF2-40B4-BE49-F238E27FC236}">
                <a16:creationId xmlns:a16="http://schemas.microsoft.com/office/drawing/2014/main" id="{86ADFEF8-6DD5-642E-A53A-3C2AF70B3837}"/>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9061576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Divider_Purple_Full">
    <p:bg>
      <p:bgRef idx="1001">
        <a:schemeClr val="bg2"/>
      </p:bgRef>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E13ECDE-D3AF-A122-B02D-741D28CD833A}"/>
              </a:ext>
            </a:extLst>
          </p:cNvPr>
          <p:cNvPicPr>
            <a:picLocks noChangeAspect="1"/>
          </p:cNvPicPr>
          <p:nvPr userDrawn="1"/>
        </p:nvPicPr>
        <p:blipFill>
          <a:blip>
            <a:extLst>
              <a:ext uri="{96DAC541-7B7A-43D3-8B79-37D633B846F1}">
                <asvg:svgBlip xmlns:asvg="http://schemas.microsoft.com/office/drawing/2016/SVG/main" r:embed="rId2"/>
              </a:ext>
            </a:extLst>
          </a:blip>
          <a:srcRect l="-110671" t="-48602" r="5744" b="32216"/>
          <a:stretch/>
        </p:blipFill>
        <p:spPr>
          <a:xfrm>
            <a:off x="0" y="-27851"/>
            <a:ext cx="12192000" cy="6885851"/>
          </a:xfrm>
          <a:prstGeom prst="rect">
            <a:avLst/>
          </a:prstGeom>
        </p:spPr>
      </p:pic>
      <p:sp>
        <p:nvSpPr>
          <p:cNvPr id="3" name="Text Placeholder 2">
            <a:extLst>
              <a:ext uri="{FF2B5EF4-FFF2-40B4-BE49-F238E27FC236}">
                <a16:creationId xmlns:a16="http://schemas.microsoft.com/office/drawing/2014/main" id="{5544E74E-AFEB-771D-3618-F6DA4670923C}"/>
              </a:ext>
            </a:extLst>
          </p:cNvPr>
          <p:cNvSpPr>
            <a:spLocks noGrp="1"/>
          </p:cNvSpPr>
          <p:nvPr>
            <p:ph type="body" idx="1" hasCustomPrompt="1"/>
          </p:nvPr>
        </p:nvSpPr>
        <p:spPr>
          <a:xfrm>
            <a:off x="515939" y="2314674"/>
            <a:ext cx="6657860" cy="331329"/>
          </a:xfrm>
        </p:spPr>
        <p:txBody>
          <a:bodyPr anchor="b">
            <a:normAutofit/>
          </a:bodyPr>
          <a:lstStyle>
            <a:lvl1pPr marL="0" indent="0">
              <a:buNone/>
              <a:defRPr sz="1800">
                <a:solidFill>
                  <a:srgbClr val="FF8300"/>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Optional eyebrow text here</a:t>
            </a:r>
          </a:p>
        </p:txBody>
      </p:sp>
      <p:sp>
        <p:nvSpPr>
          <p:cNvPr id="2" name="Title 1">
            <a:extLst>
              <a:ext uri="{FF2B5EF4-FFF2-40B4-BE49-F238E27FC236}">
                <a16:creationId xmlns:a16="http://schemas.microsoft.com/office/drawing/2014/main" id="{00BF4042-168E-4C2C-A64F-4B968599F73D}"/>
              </a:ext>
            </a:extLst>
          </p:cNvPr>
          <p:cNvSpPr>
            <a:spLocks noGrp="1"/>
          </p:cNvSpPr>
          <p:nvPr>
            <p:ph type="title" hasCustomPrompt="1"/>
          </p:nvPr>
        </p:nvSpPr>
        <p:spPr>
          <a:xfrm>
            <a:off x="515939" y="2769178"/>
            <a:ext cx="6657860" cy="1554457"/>
          </a:xfrm>
        </p:spPr>
        <p:txBody>
          <a:bodyPr anchor="t"/>
          <a:lstStyle>
            <a:lvl1pPr>
              <a:lnSpc>
                <a:spcPct val="80000"/>
              </a:lnSpc>
              <a:defRPr sz="6000" b="0" i="0" spc="-100" baseline="0">
                <a:solidFill>
                  <a:schemeClr val="tx1"/>
                </a:solidFill>
                <a:latin typeface="Aptos Light" panose="020B0004020202020204" pitchFamily="34" charset="0"/>
              </a:defRPr>
            </a:lvl1pPr>
          </a:lstStyle>
          <a:p>
            <a:r>
              <a:rPr lang="en-US"/>
              <a:t>Sample divider slide title 2 lines maximum</a:t>
            </a:r>
          </a:p>
        </p:txBody>
      </p:sp>
      <p:grpSp>
        <p:nvGrpSpPr>
          <p:cNvPr id="6" name="Group 5">
            <a:extLst>
              <a:ext uri="{FF2B5EF4-FFF2-40B4-BE49-F238E27FC236}">
                <a16:creationId xmlns:a16="http://schemas.microsoft.com/office/drawing/2014/main" id="{8B8C9FDB-58A3-AB4A-B89C-BE216942A39C}"/>
              </a:ext>
            </a:extLst>
          </p:cNvPr>
          <p:cNvGrpSpPr/>
          <p:nvPr userDrawn="1"/>
        </p:nvGrpSpPr>
        <p:grpSpPr>
          <a:xfrm>
            <a:off x="1" y="0"/>
            <a:ext cx="12191999" cy="457200"/>
            <a:chOff x="1" y="0"/>
            <a:chExt cx="12191999" cy="457200"/>
          </a:xfrm>
        </p:grpSpPr>
        <p:sp>
          <p:nvSpPr>
            <p:cNvPr id="8" name="Rectangle 7">
              <a:extLst>
                <a:ext uri="{FF2B5EF4-FFF2-40B4-BE49-F238E27FC236}">
                  <a16:creationId xmlns:a16="http://schemas.microsoft.com/office/drawing/2014/main" id="{31968A8F-C3AA-301A-AC54-0273414090C6}"/>
                </a:ext>
              </a:extLst>
            </p:cNvPr>
            <p:cNvSpPr/>
            <p:nvPr/>
          </p:nvSpPr>
          <p:spPr>
            <a:xfrm rot="5400000">
              <a:off x="5979001" y="-5979000"/>
              <a:ext cx="234000" cy="12191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CA0C667-2981-8A5A-E079-739BE4E5215B}"/>
                </a:ext>
              </a:extLst>
            </p:cNvPr>
            <p:cNvSpPr>
              <a:spLocks noChangeAspect="1"/>
            </p:cNvSpPr>
            <p:nvPr/>
          </p:nvSpPr>
          <p:spPr>
            <a:xfrm>
              <a:off x="11454472" y="7200"/>
              <a:ext cx="450000" cy="450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13" name="Graphic 12">
              <a:extLst>
                <a:ext uri="{FF2B5EF4-FFF2-40B4-BE49-F238E27FC236}">
                  <a16:creationId xmlns:a16="http://schemas.microsoft.com/office/drawing/2014/main" id="{3CC081C3-B187-D48E-5D65-669C3992A6BE}"/>
                </a:ext>
              </a:extLst>
            </p:cNvPr>
            <p:cNvPicPr>
              <a:picLocks noChangeAspect="1"/>
            </p:cNvPicPr>
            <p:nvPr/>
          </p:nvPicPr>
          <p:blipFill rotWithShape="1">
            <a:blip>
              <a:extLst>
                <a:ext uri="{96DAC541-7B7A-43D3-8B79-37D633B846F1}">
                  <asvg:svgBlip xmlns:asvg="http://schemas.microsoft.com/office/drawing/2016/SVG/main" r:embed="rId3"/>
                </a:ext>
              </a:extLst>
            </a:blip>
            <a:srcRect l="7762" t="22424" r="74045" b="25277"/>
            <a:stretch/>
          </p:blipFill>
          <p:spPr>
            <a:xfrm>
              <a:off x="11566972" y="119700"/>
              <a:ext cx="225000" cy="225000"/>
            </a:xfrm>
            <a:prstGeom prst="ellipse">
              <a:avLst/>
            </a:prstGeom>
          </p:spPr>
        </p:pic>
      </p:grpSp>
      <p:sp>
        <p:nvSpPr>
          <p:cNvPr id="7" name="Rechteck 1" descr="{&quot;templafy&quot;:{&quot;id&quot;:&quot;07aba393-fc4e-4528-bdac-8c9043605601&quot;}}">
            <a:extLst>
              <a:ext uri="{FF2B5EF4-FFF2-40B4-BE49-F238E27FC236}">
                <a16:creationId xmlns:a16="http://schemas.microsoft.com/office/drawing/2014/main" id="{F772D074-A8F8-5D1B-4273-3D3ABFBD46A1}"/>
              </a:ext>
            </a:extLst>
          </p:cNvPr>
          <p:cNvSpPr>
            <a:spLocks/>
          </p:cNvSpPr>
          <p:nvPr userDrawn="1"/>
        </p:nvSpPr>
        <p:spPr>
          <a:xfrm>
            <a:off x="515938" y="6396526"/>
            <a:ext cx="5580000"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302411720"/>
      </p:ext>
    </p:extLst>
  </p:cSld>
  <p:clrMapOvr>
    <a:overrideClrMapping bg1="dk1" tx1="lt1" bg2="dk2" tx2="lt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reserve="1">
  <p:cSld name="Divider_Purple">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E7D75DB2-6729-B722-A0CF-3DEFD0A615F5}"/>
              </a:ext>
            </a:extLst>
          </p:cNvPr>
          <p:cNvPicPr>
            <a:picLocks noChangeAspect="1"/>
          </p:cNvPicPr>
          <p:nvPr userDrawn="1"/>
        </p:nvPicPr>
        <p:blipFill>
          <a:blip>
            <a:extLst>
              <a:ext uri="{96DAC541-7B7A-43D3-8B79-37D633B846F1}">
                <asvg:svgBlip xmlns:asvg="http://schemas.microsoft.com/office/drawing/2016/SVG/main" r:embed="rId2"/>
              </a:ext>
            </a:extLst>
          </a:blip>
          <a:srcRect l="-3882" t="1549" r="19493" b="2985"/>
          <a:stretch/>
        </p:blipFill>
        <p:spPr>
          <a:xfrm>
            <a:off x="6095999" y="0"/>
            <a:ext cx="6096001" cy="6858000"/>
          </a:xfrm>
          <a:prstGeom prst="rect">
            <a:avLst/>
          </a:prstGeom>
        </p:spPr>
      </p:pic>
      <p:sp>
        <p:nvSpPr>
          <p:cNvPr id="3" name="Text Placeholder 2">
            <a:extLst>
              <a:ext uri="{FF2B5EF4-FFF2-40B4-BE49-F238E27FC236}">
                <a16:creationId xmlns:a16="http://schemas.microsoft.com/office/drawing/2014/main" id="{5544E74E-AFEB-771D-3618-F6DA4670923C}"/>
              </a:ext>
            </a:extLst>
          </p:cNvPr>
          <p:cNvSpPr>
            <a:spLocks noGrp="1"/>
          </p:cNvSpPr>
          <p:nvPr>
            <p:ph type="body" idx="1" hasCustomPrompt="1"/>
          </p:nvPr>
        </p:nvSpPr>
        <p:spPr>
          <a:xfrm>
            <a:off x="2063751" y="2314674"/>
            <a:ext cx="8513124" cy="331329"/>
          </a:xfrm>
        </p:spPr>
        <p:txBody>
          <a:bodyPr anchor="b">
            <a:normAutofit/>
          </a:bodyPr>
          <a:lstStyle>
            <a:lvl1pPr marL="0" indent="0">
              <a:buNone/>
              <a:defRPr sz="1800">
                <a:solidFill>
                  <a:srgbClr val="FF5F00"/>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Optional eyebrow text here</a:t>
            </a:r>
          </a:p>
        </p:txBody>
      </p:sp>
      <p:sp>
        <p:nvSpPr>
          <p:cNvPr id="2" name="Title 1">
            <a:extLst>
              <a:ext uri="{FF2B5EF4-FFF2-40B4-BE49-F238E27FC236}">
                <a16:creationId xmlns:a16="http://schemas.microsoft.com/office/drawing/2014/main" id="{00BF4042-168E-4C2C-A64F-4B968599F73D}"/>
              </a:ext>
            </a:extLst>
          </p:cNvPr>
          <p:cNvSpPr>
            <a:spLocks noGrp="1"/>
          </p:cNvSpPr>
          <p:nvPr>
            <p:ph type="title" hasCustomPrompt="1"/>
          </p:nvPr>
        </p:nvSpPr>
        <p:spPr>
          <a:xfrm>
            <a:off x="2063751" y="2769178"/>
            <a:ext cx="8513124" cy="1554457"/>
          </a:xfrm>
        </p:spPr>
        <p:txBody>
          <a:bodyPr anchor="t"/>
          <a:lstStyle>
            <a:lvl1pPr>
              <a:lnSpc>
                <a:spcPct val="80000"/>
              </a:lnSpc>
              <a:defRPr sz="6000" b="0" i="0" spc="-100" baseline="0">
                <a:solidFill>
                  <a:schemeClr val="tx2"/>
                </a:solidFill>
                <a:latin typeface="Aptos Light" panose="020B0004020202020204" pitchFamily="34" charset="0"/>
              </a:defRPr>
            </a:lvl1pPr>
          </a:lstStyle>
          <a:p>
            <a:r>
              <a:rPr lang="en-US"/>
              <a:t>Sample divider slide title</a:t>
            </a:r>
            <a:br>
              <a:rPr lang="en-US"/>
            </a:br>
            <a:r>
              <a:rPr lang="en-US"/>
              <a:t>2 lines maximum</a:t>
            </a:r>
          </a:p>
        </p:txBody>
      </p:sp>
      <p:sp>
        <p:nvSpPr>
          <p:cNvPr id="7" name="Rectangle 6">
            <a:extLst>
              <a:ext uri="{FF2B5EF4-FFF2-40B4-BE49-F238E27FC236}">
                <a16:creationId xmlns:a16="http://schemas.microsoft.com/office/drawing/2014/main" id="{4A823F94-A48D-7A7B-756E-4683E1DC2A8B}"/>
              </a:ext>
            </a:extLst>
          </p:cNvPr>
          <p:cNvSpPr/>
          <p:nvPr userDrawn="1"/>
        </p:nvSpPr>
        <p:spPr>
          <a:xfrm>
            <a:off x="1" y="0"/>
            <a:ext cx="1078778" cy="68579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7DDFB6E-38EA-21E4-C038-E6F7860E50E1}"/>
              </a:ext>
            </a:extLst>
          </p:cNvPr>
          <p:cNvGrpSpPr>
            <a:grpSpLocks noChangeAspect="1"/>
          </p:cNvGrpSpPr>
          <p:nvPr userDrawn="1"/>
        </p:nvGrpSpPr>
        <p:grpSpPr>
          <a:xfrm>
            <a:off x="764758" y="3109853"/>
            <a:ext cx="637200" cy="637200"/>
            <a:chOff x="11454473" y="-256"/>
            <a:chExt cx="457200" cy="457200"/>
          </a:xfrm>
        </p:grpSpPr>
        <p:sp>
          <p:nvSpPr>
            <p:cNvPr id="9" name="Oval 8">
              <a:extLst>
                <a:ext uri="{FF2B5EF4-FFF2-40B4-BE49-F238E27FC236}">
                  <a16:creationId xmlns:a16="http://schemas.microsoft.com/office/drawing/2014/main" id="{3A65ABD2-E581-8486-DE53-4AD1CED96981}"/>
                </a:ext>
              </a:extLst>
            </p:cNvPr>
            <p:cNvSpPr>
              <a:spLocks noChangeAspect="1"/>
            </p:cNvSpPr>
            <p:nvPr/>
          </p:nvSpPr>
          <p:spPr>
            <a:xfrm>
              <a:off x="11454473" y="-256"/>
              <a:ext cx="457200" cy="45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6AE03D66-5C89-699D-F915-11FA38123D66}"/>
                </a:ext>
              </a:extLst>
            </p:cNvPr>
            <p:cNvPicPr>
              <a:picLocks noChangeAspect="1"/>
            </p:cNvPicPr>
            <p:nvPr/>
          </p:nvPicPr>
          <p:blipFill rotWithShape="1">
            <a:blip>
              <a:extLst>
                <a:ext uri="{96DAC541-7B7A-43D3-8B79-37D633B846F1}">
                  <asvg:svgBlip xmlns:asvg="http://schemas.microsoft.com/office/drawing/2016/SVG/main" r:embed="rId3"/>
                </a:ext>
              </a:extLst>
            </a:blip>
            <a:srcRect l="7762" t="22424" r="74045" b="25277"/>
            <a:stretch/>
          </p:blipFill>
          <p:spPr>
            <a:xfrm>
              <a:off x="11545913" y="91184"/>
              <a:ext cx="274320" cy="274320"/>
            </a:xfrm>
            <a:prstGeom prst="ellipse">
              <a:avLst/>
            </a:prstGeom>
          </p:spPr>
        </p:pic>
      </p:grpSp>
      <p:sp>
        <p:nvSpPr>
          <p:cNvPr id="4" name="Date Placeholder 3">
            <a:extLst>
              <a:ext uri="{FF2B5EF4-FFF2-40B4-BE49-F238E27FC236}">
                <a16:creationId xmlns:a16="http://schemas.microsoft.com/office/drawing/2014/main" id="{F0921A04-9578-EAA6-BFB2-23C5BB681EE2}"/>
              </a:ext>
            </a:extLst>
          </p:cNvPr>
          <p:cNvSpPr>
            <a:spLocks noGrp="1"/>
          </p:cNvSpPr>
          <p:nvPr>
            <p:ph type="dt" sz="half" idx="10"/>
          </p:nvPr>
        </p:nvSpPr>
        <p:spPr/>
        <p:txBody>
          <a:bodyPr/>
          <a:lstStyle/>
          <a:p>
            <a:fld id="{EDB216C1-417A-4443-B4BB-4F82CF6A23CF}" type="datetime1">
              <a:rPr lang="en-CA" smtClean="0"/>
              <a:t>2026-08-19</a:t>
            </a:fld>
            <a:endParaRPr lang="en-US"/>
          </a:p>
        </p:txBody>
      </p:sp>
    </p:spTree>
    <p:extLst>
      <p:ext uri="{BB962C8B-B14F-4D97-AF65-F5344CB8AC3E}">
        <p14:creationId xmlns:p14="http://schemas.microsoft.com/office/powerpoint/2010/main" val="358194962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secHead" preserve="1">
  <p:cSld name="Divider_Purple_Supergraphic">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029BA0A-2E23-9D68-6F81-82698B018D9F}"/>
              </a:ext>
            </a:extLst>
          </p:cNvPr>
          <p:cNvSpPr/>
          <p:nvPr userDrawn="1"/>
        </p:nvSpPr>
        <p:spPr>
          <a:xfrm>
            <a:off x="8025453" y="0"/>
            <a:ext cx="4166548" cy="68579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2C81D0B7-0989-2917-358B-3D690D2CAFC9}"/>
              </a:ext>
            </a:extLst>
          </p:cNvPr>
          <p:cNvPicPr>
            <a:picLocks noChangeAspect="1"/>
          </p:cNvPicPr>
          <p:nvPr userDrawn="1"/>
        </p:nvPicPr>
        <p:blipFill>
          <a:blip>
            <a:extLst>
              <a:ext uri="{96DAC541-7B7A-43D3-8B79-37D633B846F1}">
                <asvg:svgBlip xmlns:asvg="http://schemas.microsoft.com/office/drawing/2016/SVG/main" r:embed="rId2"/>
              </a:ext>
            </a:extLst>
          </a:blip>
          <a:srcRect l="33291" t="-5567" r="12648" b="16088"/>
          <a:stretch/>
        </p:blipFill>
        <p:spPr>
          <a:xfrm>
            <a:off x="8025452" y="0"/>
            <a:ext cx="4166548" cy="6858000"/>
          </a:xfrm>
          <a:prstGeom prst="rect">
            <a:avLst/>
          </a:prstGeom>
        </p:spPr>
      </p:pic>
      <p:sp>
        <p:nvSpPr>
          <p:cNvPr id="3" name="Text Placeholder 2">
            <a:extLst>
              <a:ext uri="{FF2B5EF4-FFF2-40B4-BE49-F238E27FC236}">
                <a16:creationId xmlns:a16="http://schemas.microsoft.com/office/drawing/2014/main" id="{5544E74E-AFEB-771D-3618-F6DA4670923C}"/>
              </a:ext>
            </a:extLst>
          </p:cNvPr>
          <p:cNvSpPr>
            <a:spLocks noGrp="1"/>
          </p:cNvSpPr>
          <p:nvPr>
            <p:ph type="body" idx="1" hasCustomPrompt="1"/>
          </p:nvPr>
        </p:nvSpPr>
        <p:spPr>
          <a:xfrm>
            <a:off x="515939" y="2314674"/>
            <a:ext cx="6657860" cy="331329"/>
          </a:xfrm>
        </p:spPr>
        <p:txBody>
          <a:bodyPr anchor="b">
            <a:normAutofit/>
          </a:bodyPr>
          <a:lstStyle>
            <a:lvl1pPr marL="0" indent="0">
              <a:buNone/>
              <a:defRPr sz="1800">
                <a:solidFill>
                  <a:srgbClr val="FF5F00"/>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Optional eyebrow text here</a:t>
            </a:r>
          </a:p>
        </p:txBody>
      </p:sp>
      <p:sp>
        <p:nvSpPr>
          <p:cNvPr id="2" name="Title 1">
            <a:extLst>
              <a:ext uri="{FF2B5EF4-FFF2-40B4-BE49-F238E27FC236}">
                <a16:creationId xmlns:a16="http://schemas.microsoft.com/office/drawing/2014/main" id="{00BF4042-168E-4C2C-A64F-4B968599F73D}"/>
              </a:ext>
            </a:extLst>
          </p:cNvPr>
          <p:cNvSpPr>
            <a:spLocks noGrp="1"/>
          </p:cNvSpPr>
          <p:nvPr>
            <p:ph type="title" hasCustomPrompt="1"/>
          </p:nvPr>
        </p:nvSpPr>
        <p:spPr>
          <a:xfrm>
            <a:off x="515939" y="2769178"/>
            <a:ext cx="6657860" cy="1554457"/>
          </a:xfrm>
        </p:spPr>
        <p:txBody>
          <a:bodyPr anchor="t"/>
          <a:lstStyle>
            <a:lvl1pPr>
              <a:lnSpc>
                <a:spcPct val="80000"/>
              </a:lnSpc>
              <a:defRPr sz="6000" b="0" i="0" spc="-100" baseline="0">
                <a:solidFill>
                  <a:schemeClr val="tx2"/>
                </a:solidFill>
                <a:latin typeface="Aptos Light" panose="020B0004020202020204" pitchFamily="34" charset="0"/>
              </a:defRPr>
            </a:lvl1pPr>
          </a:lstStyle>
          <a:p>
            <a:r>
              <a:rPr lang="en-US"/>
              <a:t>Sample divider slide title 2 lines maximum</a:t>
            </a:r>
          </a:p>
        </p:txBody>
      </p:sp>
      <p:grpSp>
        <p:nvGrpSpPr>
          <p:cNvPr id="12" name="Group 11">
            <a:extLst>
              <a:ext uri="{FF2B5EF4-FFF2-40B4-BE49-F238E27FC236}">
                <a16:creationId xmlns:a16="http://schemas.microsoft.com/office/drawing/2014/main" id="{AD671888-8D2B-6D74-11EC-2CF151930A47}"/>
              </a:ext>
            </a:extLst>
          </p:cNvPr>
          <p:cNvGrpSpPr>
            <a:grpSpLocks noChangeAspect="1"/>
          </p:cNvGrpSpPr>
          <p:nvPr userDrawn="1"/>
        </p:nvGrpSpPr>
        <p:grpSpPr>
          <a:xfrm>
            <a:off x="7705067" y="3109853"/>
            <a:ext cx="637200" cy="637200"/>
            <a:chOff x="11454473" y="-256"/>
            <a:chExt cx="457200" cy="457200"/>
          </a:xfrm>
        </p:grpSpPr>
        <p:sp>
          <p:nvSpPr>
            <p:cNvPr id="13" name="Oval 12">
              <a:extLst>
                <a:ext uri="{FF2B5EF4-FFF2-40B4-BE49-F238E27FC236}">
                  <a16:creationId xmlns:a16="http://schemas.microsoft.com/office/drawing/2014/main" id="{55859859-9E32-98CB-320C-C99927D47842}"/>
                </a:ext>
              </a:extLst>
            </p:cNvPr>
            <p:cNvSpPr>
              <a:spLocks noChangeAspect="1"/>
            </p:cNvSpPr>
            <p:nvPr/>
          </p:nvSpPr>
          <p:spPr>
            <a:xfrm>
              <a:off x="11454473" y="-256"/>
              <a:ext cx="457200" cy="45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a:extLst>
                <a:ext uri="{FF2B5EF4-FFF2-40B4-BE49-F238E27FC236}">
                  <a16:creationId xmlns:a16="http://schemas.microsoft.com/office/drawing/2014/main" id="{625F2B77-F288-9488-C42F-8F92095E10D4}"/>
                </a:ext>
              </a:extLst>
            </p:cNvPr>
            <p:cNvPicPr>
              <a:picLocks noChangeAspect="1"/>
            </p:cNvPicPr>
            <p:nvPr/>
          </p:nvPicPr>
          <p:blipFill rotWithShape="1">
            <a:blip>
              <a:extLst>
                <a:ext uri="{96DAC541-7B7A-43D3-8B79-37D633B846F1}">
                  <asvg:svgBlip xmlns:asvg="http://schemas.microsoft.com/office/drawing/2016/SVG/main" r:embed="rId3"/>
                </a:ext>
              </a:extLst>
            </a:blip>
            <a:srcRect l="7762" t="22424" r="74045" b="25277"/>
            <a:stretch/>
          </p:blipFill>
          <p:spPr>
            <a:xfrm>
              <a:off x="11545913" y="91184"/>
              <a:ext cx="274320" cy="274320"/>
            </a:xfrm>
            <a:prstGeom prst="ellipse">
              <a:avLst/>
            </a:prstGeom>
          </p:spPr>
        </p:pic>
      </p:grpSp>
      <p:sp>
        <p:nvSpPr>
          <p:cNvPr id="4" name="Rechteck 1" descr="{&quot;templafy&quot;:{&quot;id&quot;:&quot;4b3d034d-e18b-4ce8-8781-5774708c6264&quot;}}">
            <a:extLst>
              <a:ext uri="{FF2B5EF4-FFF2-40B4-BE49-F238E27FC236}">
                <a16:creationId xmlns:a16="http://schemas.microsoft.com/office/drawing/2014/main" id="{57868971-3033-77CD-E1B2-4BFCC9156E32}"/>
              </a:ext>
            </a:extLst>
          </p:cNvPr>
          <p:cNvSpPr>
            <a:spLocks/>
          </p:cNvSpPr>
          <p:nvPr userDrawn="1"/>
        </p:nvSpPr>
        <p:spPr>
          <a:xfrm>
            <a:off x="515938" y="6396526"/>
            <a:ext cx="5580000"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5"/>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00198289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Quote_Purple">
    <p:bg>
      <p:bgRef idx="1001">
        <a:schemeClr val="bg2"/>
      </p:bgRef>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CF39FCF4-6970-736F-0069-FC8C0AC2EA1D}"/>
              </a:ext>
            </a:extLst>
          </p:cNvPr>
          <p:cNvPicPr>
            <a:picLocks noChangeAspect="1"/>
          </p:cNvPicPr>
          <p:nvPr userDrawn="1"/>
        </p:nvPicPr>
        <p:blipFill>
          <a:blip>
            <a:extLst>
              <a:ext uri="{96DAC541-7B7A-43D3-8B79-37D633B846F1}">
                <asvg:svgBlip xmlns:asvg="http://schemas.microsoft.com/office/drawing/2016/SVG/main" r:embed="rId2"/>
              </a:ext>
            </a:extLst>
          </a:blip>
          <a:srcRect r="8195" b="21146"/>
          <a:stretch/>
        </p:blipFill>
        <p:spPr>
          <a:xfrm rot="19485623" flipH="1">
            <a:off x="273506" y="688065"/>
            <a:ext cx="13826540" cy="8730174"/>
          </a:xfrm>
          <a:custGeom>
            <a:avLst/>
            <a:gdLst>
              <a:gd name="connsiteX0" fmla="*/ 0 w 13826540"/>
              <a:gd name="connsiteY0" fmla="*/ 3066567 h 8730174"/>
              <a:gd name="connsiteX1" fmla="*/ 0 w 13826540"/>
              <a:gd name="connsiteY1" fmla="*/ 3253884 h 8730174"/>
              <a:gd name="connsiteX2" fmla="*/ 3868772 w 13826540"/>
              <a:gd name="connsiteY2" fmla="*/ 8730174 h 8730174"/>
              <a:gd name="connsiteX3" fmla="*/ 13826540 w 13826540"/>
              <a:gd name="connsiteY3" fmla="*/ 1695425 h 8730174"/>
              <a:gd name="connsiteX4" fmla="*/ 12628793 w 13826540"/>
              <a:gd name="connsiteY4" fmla="*/ 0 h 8730174"/>
              <a:gd name="connsiteX5" fmla="*/ 4340761 w 13826540"/>
              <a:gd name="connsiteY5" fmla="*/ 0 h 8730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26540" h="8730174">
                <a:moveTo>
                  <a:pt x="0" y="3066567"/>
                </a:moveTo>
                <a:lnTo>
                  <a:pt x="0" y="3253884"/>
                </a:lnTo>
                <a:lnTo>
                  <a:pt x="3868772" y="8730174"/>
                </a:lnTo>
                <a:lnTo>
                  <a:pt x="13826540" y="1695425"/>
                </a:lnTo>
                <a:lnTo>
                  <a:pt x="12628793" y="0"/>
                </a:lnTo>
                <a:lnTo>
                  <a:pt x="4340761" y="0"/>
                </a:lnTo>
                <a:close/>
              </a:path>
            </a:pathLst>
          </a:custGeom>
        </p:spPr>
      </p:pic>
      <p:sp>
        <p:nvSpPr>
          <p:cNvPr id="17" name="Rectangle 16">
            <a:extLst>
              <a:ext uri="{FF2B5EF4-FFF2-40B4-BE49-F238E27FC236}">
                <a16:creationId xmlns:a16="http://schemas.microsoft.com/office/drawing/2014/main" id="{65A8F78F-7011-8DB1-9ACE-99231421D659}"/>
              </a:ext>
            </a:extLst>
          </p:cNvPr>
          <p:cNvSpPr/>
          <p:nvPr userDrawn="1"/>
        </p:nvSpPr>
        <p:spPr>
          <a:xfrm>
            <a:off x="0" y="7519"/>
            <a:ext cx="12192000" cy="6850481"/>
          </a:xfrm>
          <a:prstGeom prst="rect">
            <a:avLst/>
          </a:prstGeom>
          <a:gradFill flip="none" rotWithShape="1">
            <a:gsLst>
              <a:gs pos="0">
                <a:schemeClr val="accent1"/>
              </a:gs>
              <a:gs pos="70000">
                <a:schemeClr val="accent1">
                  <a:alpha val="0"/>
                </a:scheme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a:solidFill>
                <a:schemeClr val="bg1"/>
              </a:solidFill>
              <a:latin typeface="Microsoft Sans Serif"/>
              <a:cs typeface="Microsoft Sans Serif" panose="020B0604020202020204" pitchFamily="34" charset="0"/>
            </a:endParaRPr>
          </a:p>
        </p:txBody>
      </p:sp>
      <p:sp>
        <p:nvSpPr>
          <p:cNvPr id="2" name="Title 1">
            <a:extLst>
              <a:ext uri="{FF2B5EF4-FFF2-40B4-BE49-F238E27FC236}">
                <a16:creationId xmlns:a16="http://schemas.microsoft.com/office/drawing/2014/main" id="{570610ED-CF31-B77A-4122-846E6E18A26A}"/>
              </a:ext>
            </a:extLst>
          </p:cNvPr>
          <p:cNvSpPr>
            <a:spLocks noGrp="1"/>
          </p:cNvSpPr>
          <p:nvPr>
            <p:ph type="title" hasCustomPrompt="1"/>
          </p:nvPr>
        </p:nvSpPr>
        <p:spPr>
          <a:xfrm>
            <a:off x="515938" y="1411282"/>
            <a:ext cx="10465571" cy="3347936"/>
          </a:xfrm>
        </p:spPr>
        <p:txBody>
          <a:bodyPr>
            <a:noAutofit/>
          </a:bodyPr>
          <a:lstStyle>
            <a:lvl1pPr>
              <a:lnSpc>
                <a:spcPct val="87000"/>
              </a:lnSpc>
              <a:defRPr sz="5400" b="0" i="0" spc="-100" baseline="0">
                <a:latin typeface="Aptos Light" panose="020B0004020202020204" pitchFamily="34" charset="0"/>
              </a:defRPr>
            </a:lvl1pPr>
          </a:lstStyle>
          <a:p>
            <a:r>
              <a:rPr lang="en-US"/>
              <a:t>Sample quote here on 4 lines max</a:t>
            </a:r>
            <a:br>
              <a:rPr lang="en-US"/>
            </a:br>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a:t>
            </a:r>
          </a:p>
        </p:txBody>
      </p:sp>
      <p:sp>
        <p:nvSpPr>
          <p:cNvPr id="19" name="Text Placeholder 14">
            <a:extLst>
              <a:ext uri="{FF2B5EF4-FFF2-40B4-BE49-F238E27FC236}">
                <a16:creationId xmlns:a16="http://schemas.microsoft.com/office/drawing/2014/main" id="{74A898D8-4468-D9BA-21C3-658A90E9A823}"/>
              </a:ext>
            </a:extLst>
          </p:cNvPr>
          <p:cNvSpPr>
            <a:spLocks noGrp="1"/>
          </p:cNvSpPr>
          <p:nvPr>
            <p:ph type="body" sz="quarter" idx="13" hasCustomPrompt="1"/>
          </p:nvPr>
        </p:nvSpPr>
        <p:spPr>
          <a:xfrm>
            <a:off x="515938" y="4759217"/>
            <a:ext cx="10456862" cy="560931"/>
          </a:xfrm>
          <a:prstGeom prst="callout1">
            <a:avLst>
              <a:gd name="adj1" fmla="val 452"/>
              <a:gd name="adj2" fmla="val 23198"/>
              <a:gd name="adj3" fmla="val 854"/>
              <a:gd name="adj4" fmla="val 70"/>
            </a:avLst>
          </a:prstGeom>
          <a:ln w="19050">
            <a:solidFill>
              <a:srgbClr val="FF8300"/>
            </a:solidFill>
          </a:ln>
        </p:spPr>
        <p:txBody>
          <a:bodyPr tIns="216000">
            <a:noAutofit/>
          </a:bodyPr>
          <a:lstStyle>
            <a:lvl1pPr marL="7938" indent="0">
              <a:buNone/>
              <a:tabLst/>
              <a:defRPr sz="1800">
                <a:solidFill>
                  <a:srgbClr val="FF8300"/>
                </a:solidFill>
              </a:defRPr>
            </a:lvl1pPr>
            <a:lvl2pPr marL="7938" indent="0">
              <a:spcBef>
                <a:spcPts val="0"/>
              </a:spcBef>
              <a:buNone/>
              <a:tabLst/>
              <a:defRPr sz="1400"/>
            </a:lvl2pPr>
            <a:lvl3pPr marL="7938" indent="0">
              <a:buNone/>
              <a:tabLst/>
              <a:defRPr sz="1200"/>
            </a:lvl3pPr>
            <a:lvl4pPr marL="7938" indent="0">
              <a:buNone/>
              <a:tabLst/>
              <a:defRPr sz="1100"/>
            </a:lvl4pPr>
            <a:lvl5pPr marL="7938" indent="0">
              <a:buNone/>
              <a:tabLst/>
              <a:defRPr sz="900"/>
            </a:lvl5pPr>
          </a:lstStyle>
          <a:p>
            <a:pPr lvl="0"/>
            <a:r>
              <a:rPr lang="en-US"/>
              <a:t>Quote attribution here</a:t>
            </a:r>
          </a:p>
        </p:txBody>
      </p:sp>
      <p:sp>
        <p:nvSpPr>
          <p:cNvPr id="4" name="Footer Placeholder 3">
            <a:extLst>
              <a:ext uri="{FF2B5EF4-FFF2-40B4-BE49-F238E27FC236}">
                <a16:creationId xmlns:a16="http://schemas.microsoft.com/office/drawing/2014/main" id="{F57F8883-6089-74C5-9F2B-24AA0B8BEF35}"/>
              </a:ext>
            </a:extLst>
          </p:cNvPr>
          <p:cNvSpPr>
            <a:spLocks noGrp="1"/>
          </p:cNvSpPr>
          <p:nvPr>
            <p:ph type="ftr" sz="quarter" idx="11"/>
          </p:nvPr>
        </p:nvSpPr>
        <p:spPr>
          <a:xfrm>
            <a:off x="515937" y="6392743"/>
            <a:ext cx="6364800" cy="118800"/>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C520A562-0B85-CED2-60D2-A14FD7454B6A}"/>
              </a:ext>
            </a:extLst>
          </p:cNvPr>
          <p:cNvSpPr>
            <a:spLocks noGrp="1"/>
          </p:cNvSpPr>
          <p:nvPr>
            <p:ph type="sldNum" sz="quarter" idx="12"/>
          </p:nvPr>
        </p:nvSpPr>
        <p:spPr/>
        <p:txBody>
          <a:bodyPr/>
          <a:lstStyle>
            <a:lvl1pPr>
              <a:defRPr>
                <a:solidFill>
                  <a:srgbClr val="AC9ECA"/>
                </a:solidFill>
              </a:defRPr>
            </a:lvl1pPr>
          </a:lstStyle>
          <a:p>
            <a:fld id="{081A679B-E68A-BD49-90E3-E1C9C41AED6B}" type="slidenum">
              <a:rPr lang="en-US" smtClean="0"/>
              <a:pPr/>
              <a:t>‹#›</a:t>
            </a:fld>
            <a:endParaRPr lang="en-US"/>
          </a:p>
        </p:txBody>
      </p:sp>
      <p:grpSp>
        <p:nvGrpSpPr>
          <p:cNvPr id="20" name="Group 19">
            <a:extLst>
              <a:ext uri="{FF2B5EF4-FFF2-40B4-BE49-F238E27FC236}">
                <a16:creationId xmlns:a16="http://schemas.microsoft.com/office/drawing/2014/main" id="{6EF25EC5-EFEF-C3B4-DBE1-1EE36937C60E}"/>
              </a:ext>
            </a:extLst>
          </p:cNvPr>
          <p:cNvGrpSpPr/>
          <p:nvPr userDrawn="1"/>
        </p:nvGrpSpPr>
        <p:grpSpPr>
          <a:xfrm>
            <a:off x="1" y="0"/>
            <a:ext cx="12191999" cy="457200"/>
            <a:chOff x="1" y="0"/>
            <a:chExt cx="12191999" cy="457200"/>
          </a:xfrm>
        </p:grpSpPr>
        <p:sp>
          <p:nvSpPr>
            <p:cNvPr id="21" name="Rectangle 20">
              <a:extLst>
                <a:ext uri="{FF2B5EF4-FFF2-40B4-BE49-F238E27FC236}">
                  <a16:creationId xmlns:a16="http://schemas.microsoft.com/office/drawing/2014/main" id="{9BA45479-30E7-43C7-7848-C201BA27374C}"/>
                </a:ext>
              </a:extLst>
            </p:cNvPr>
            <p:cNvSpPr/>
            <p:nvPr/>
          </p:nvSpPr>
          <p:spPr>
            <a:xfrm rot="5400000">
              <a:off x="5979001" y="-5979000"/>
              <a:ext cx="234000" cy="12191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17BA6D6-8769-96B6-2C61-7BC83D99B158}"/>
                </a:ext>
              </a:extLst>
            </p:cNvPr>
            <p:cNvSpPr>
              <a:spLocks noChangeAspect="1"/>
            </p:cNvSpPr>
            <p:nvPr/>
          </p:nvSpPr>
          <p:spPr>
            <a:xfrm>
              <a:off x="11454472" y="7200"/>
              <a:ext cx="450000" cy="450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23" name="Graphic 22">
              <a:extLst>
                <a:ext uri="{FF2B5EF4-FFF2-40B4-BE49-F238E27FC236}">
                  <a16:creationId xmlns:a16="http://schemas.microsoft.com/office/drawing/2014/main" id="{E87AF14E-4F4B-472D-3E97-57530E4DE45E}"/>
                </a:ext>
              </a:extLst>
            </p:cNvPr>
            <p:cNvPicPr>
              <a:picLocks noChangeAspect="1"/>
            </p:cNvPicPr>
            <p:nvPr/>
          </p:nvPicPr>
          <p:blipFill rotWithShape="1">
            <a:blip>
              <a:extLst>
                <a:ext uri="{96DAC541-7B7A-43D3-8B79-37D633B846F1}">
                  <asvg:svgBlip xmlns:asvg="http://schemas.microsoft.com/office/drawing/2016/SVG/main" r:embed="rId3"/>
                </a:ext>
              </a:extLst>
            </a:blip>
            <a:srcRect l="7762" t="22424" r="74045" b="25277"/>
            <a:stretch/>
          </p:blipFill>
          <p:spPr>
            <a:xfrm>
              <a:off x="11566972" y="119700"/>
              <a:ext cx="225000" cy="225000"/>
            </a:xfrm>
            <a:prstGeom prst="ellipse">
              <a:avLst/>
            </a:prstGeom>
          </p:spPr>
        </p:pic>
      </p:grpSp>
      <p:sp>
        <p:nvSpPr>
          <p:cNvPr id="3" name="Rechteck 1" descr="{&quot;templafy&quot;:{&quot;id&quot;:&quot;84c81dad-d3bd-4911-8fe8-6938f8ea2a59&quot;}}">
            <a:extLst>
              <a:ext uri="{FF2B5EF4-FFF2-40B4-BE49-F238E27FC236}">
                <a16:creationId xmlns:a16="http://schemas.microsoft.com/office/drawing/2014/main" id="{FA8A4E7F-AB8E-14D4-C47C-33B1603A025F}"/>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747361742"/>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_Purple">
    <p:bg>
      <p:bgRef idx="1001">
        <a:schemeClr val="bg2"/>
      </p:bgRef>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8BD7EC7-4521-5859-051E-3BCAAA3B253B}"/>
              </a:ext>
            </a:extLst>
          </p:cNvPr>
          <p:cNvSpPr>
            <a:spLocks noGrp="1"/>
          </p:cNvSpPr>
          <p:nvPr>
            <p:ph type="body" sz="half" idx="2" hasCustomPrompt="1"/>
          </p:nvPr>
        </p:nvSpPr>
        <p:spPr>
          <a:xfrm>
            <a:off x="515937" y="2096533"/>
            <a:ext cx="5920487" cy="395829"/>
          </a:xfrm>
        </p:spPr>
        <p:txBody>
          <a:bodyPr anchor="b">
            <a:normAutofit/>
          </a:bodyPr>
          <a:lstStyle>
            <a:lvl1pPr marL="0" indent="0">
              <a:buNone/>
              <a:defRPr sz="1800">
                <a:solidFill>
                  <a:srgbClr val="FF8300"/>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Optional eyebrow text here </a:t>
            </a:r>
          </a:p>
        </p:txBody>
      </p:sp>
      <p:sp>
        <p:nvSpPr>
          <p:cNvPr id="2" name="Title 1">
            <a:extLst>
              <a:ext uri="{FF2B5EF4-FFF2-40B4-BE49-F238E27FC236}">
                <a16:creationId xmlns:a16="http://schemas.microsoft.com/office/drawing/2014/main" id="{E0D83331-B3DF-5C7C-998C-7EB5D56FD7FA}"/>
              </a:ext>
            </a:extLst>
          </p:cNvPr>
          <p:cNvSpPr>
            <a:spLocks noGrp="1"/>
          </p:cNvSpPr>
          <p:nvPr>
            <p:ph type="title" hasCustomPrompt="1"/>
          </p:nvPr>
        </p:nvSpPr>
        <p:spPr>
          <a:xfrm>
            <a:off x="515938" y="2570338"/>
            <a:ext cx="5920487" cy="1301018"/>
          </a:xfrm>
        </p:spPr>
        <p:txBody>
          <a:bodyPr anchor="t">
            <a:normAutofit/>
          </a:bodyPr>
          <a:lstStyle>
            <a:lvl1pPr>
              <a:defRPr sz="4000"/>
            </a:lvl1pPr>
          </a:lstStyle>
          <a:p>
            <a:r>
              <a:rPr lang="en-US"/>
              <a:t>Sample slide title here on 2 lines maximum </a:t>
            </a:r>
          </a:p>
        </p:txBody>
      </p:sp>
      <p:sp>
        <p:nvSpPr>
          <p:cNvPr id="29" name="Text Placeholder 28">
            <a:extLst>
              <a:ext uri="{FF2B5EF4-FFF2-40B4-BE49-F238E27FC236}">
                <a16:creationId xmlns:a16="http://schemas.microsoft.com/office/drawing/2014/main" id="{1B22D198-A8DE-5EA4-A43F-646981ABA6C7}"/>
              </a:ext>
            </a:extLst>
          </p:cNvPr>
          <p:cNvSpPr>
            <a:spLocks noGrp="1"/>
          </p:cNvSpPr>
          <p:nvPr>
            <p:ph type="body" sz="quarter" idx="13" hasCustomPrompt="1"/>
          </p:nvPr>
        </p:nvSpPr>
        <p:spPr>
          <a:xfrm>
            <a:off x="515938" y="3966384"/>
            <a:ext cx="5920487" cy="1888316"/>
          </a:xfrm>
        </p:spPr>
        <p:txBody>
          <a:bodyPr/>
          <a:lstStyle>
            <a:lvl1pPr marL="0" indent="0">
              <a:buNone/>
              <a:defRPr sz="1600"/>
            </a:lvl1pPr>
            <a:lvl2pPr marL="177800" indent="-166688">
              <a:buFont typeface="Arial" panose="020B0604020202020204" pitchFamily="34" charset="0"/>
              <a:buChar char="•"/>
              <a:tabLst/>
              <a:defRPr sz="1400"/>
            </a:lvl2pPr>
            <a:lvl3pPr marL="177800" indent="-166688">
              <a:buFont typeface="Arial" panose="020B0604020202020204" pitchFamily="34" charset="0"/>
              <a:buChar char="•"/>
              <a:tabLst/>
              <a:defRPr sz="1200"/>
            </a:lvl3pPr>
            <a:lvl4pPr marL="182563" indent="-171450">
              <a:buFont typeface="Arial" panose="020B0604020202020204" pitchFamily="34" charset="0"/>
              <a:buChar char="•"/>
              <a:tabLst/>
              <a:defRPr/>
            </a:lvl4pPr>
            <a:lvl5pPr marL="182563" indent="-171450">
              <a:buFont typeface="Arial" panose="020B0604020202020204" pitchFamily="34" charset="0"/>
              <a:buChar char="•"/>
              <a:tabLst/>
              <a:defRPr/>
            </a:lvl5pPr>
          </a:lstStyle>
          <a:p>
            <a:pPr lvl="0"/>
            <a:r>
              <a:rPr lang="en-US"/>
              <a:t>Lorem ipsum dolor sit amet, consectetuer adipiscing elit. Maecenas porttitor congue massa. Fusce posuere, magna sed pulvinar ultricies, purus lectus </a:t>
            </a:r>
            <a:r>
              <a:rPr lang="en-US" err="1"/>
              <a:t>malesuada</a:t>
            </a:r>
            <a:r>
              <a:rPr lang="en-US"/>
              <a:t> libero.</a:t>
            </a:r>
          </a:p>
          <a:p>
            <a:pPr lvl="0"/>
            <a:endParaRPr lang="en-US"/>
          </a:p>
        </p:txBody>
      </p:sp>
      <p:grpSp>
        <p:nvGrpSpPr>
          <p:cNvPr id="20" name="Group 19">
            <a:extLst>
              <a:ext uri="{FF2B5EF4-FFF2-40B4-BE49-F238E27FC236}">
                <a16:creationId xmlns:a16="http://schemas.microsoft.com/office/drawing/2014/main" id="{5B203311-083C-3C59-A5DB-3C0E4F233E08}"/>
              </a:ext>
            </a:extLst>
          </p:cNvPr>
          <p:cNvGrpSpPr/>
          <p:nvPr userDrawn="1"/>
        </p:nvGrpSpPr>
        <p:grpSpPr>
          <a:xfrm>
            <a:off x="1" y="0"/>
            <a:ext cx="12191999" cy="457200"/>
            <a:chOff x="1" y="0"/>
            <a:chExt cx="12191999" cy="457200"/>
          </a:xfrm>
        </p:grpSpPr>
        <p:sp>
          <p:nvSpPr>
            <p:cNvPr id="21" name="Rectangle 20">
              <a:extLst>
                <a:ext uri="{FF2B5EF4-FFF2-40B4-BE49-F238E27FC236}">
                  <a16:creationId xmlns:a16="http://schemas.microsoft.com/office/drawing/2014/main" id="{4BB9FDAD-B3CF-FE80-34C5-C4001167E0FD}"/>
                </a:ext>
              </a:extLst>
            </p:cNvPr>
            <p:cNvSpPr/>
            <p:nvPr/>
          </p:nvSpPr>
          <p:spPr>
            <a:xfrm rot="5400000">
              <a:off x="5979001" y="-5979000"/>
              <a:ext cx="234000" cy="12191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B05F964-7817-EF98-3E31-5AD159D013D6}"/>
                </a:ext>
              </a:extLst>
            </p:cNvPr>
            <p:cNvSpPr>
              <a:spLocks noChangeAspect="1"/>
            </p:cNvSpPr>
            <p:nvPr/>
          </p:nvSpPr>
          <p:spPr>
            <a:xfrm>
              <a:off x="11454472" y="7200"/>
              <a:ext cx="450000" cy="450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23" name="Graphic 22">
              <a:extLst>
                <a:ext uri="{FF2B5EF4-FFF2-40B4-BE49-F238E27FC236}">
                  <a16:creationId xmlns:a16="http://schemas.microsoft.com/office/drawing/2014/main" id="{F99B1EE3-CE20-2FF1-BBF9-14BC5776F4DC}"/>
                </a:ext>
              </a:extLst>
            </p:cNvPr>
            <p:cNvPicPr>
              <a:picLocks noChangeAspect="1"/>
            </p:cNvPicPr>
            <p:nvPr/>
          </p:nvPicPr>
          <p:blipFill rotWithShape="1">
            <a:blip>
              <a:extLst>
                <a:ext uri="{96DAC541-7B7A-43D3-8B79-37D633B846F1}">
                  <asvg:svgBlip xmlns:asvg="http://schemas.microsoft.com/office/drawing/2016/SVG/main" r:embed="rId2"/>
                </a:ext>
              </a:extLst>
            </a:blip>
            <a:srcRect l="7762" t="22424" r="74045" b="25277"/>
            <a:stretch/>
          </p:blipFill>
          <p:spPr>
            <a:xfrm>
              <a:off x="11566972" y="119700"/>
              <a:ext cx="225000" cy="225000"/>
            </a:xfrm>
            <a:prstGeom prst="ellipse">
              <a:avLst/>
            </a:prstGeom>
          </p:spPr>
        </p:pic>
      </p:grpSp>
      <p:sp>
        <p:nvSpPr>
          <p:cNvPr id="19" name="Picture Placeholder 18">
            <a:extLst>
              <a:ext uri="{FF2B5EF4-FFF2-40B4-BE49-F238E27FC236}">
                <a16:creationId xmlns:a16="http://schemas.microsoft.com/office/drawing/2014/main" id="{716DF298-E81F-A897-7FAB-F9620E4638B4}"/>
              </a:ext>
            </a:extLst>
          </p:cNvPr>
          <p:cNvSpPr>
            <a:spLocks noGrp="1"/>
          </p:cNvSpPr>
          <p:nvPr>
            <p:ph type="pic" idx="1" hasCustomPrompt="1"/>
          </p:nvPr>
        </p:nvSpPr>
        <p:spPr>
          <a:xfrm>
            <a:off x="7262648" y="234001"/>
            <a:ext cx="4929352" cy="6623998"/>
          </a:xfrm>
          <a:custGeom>
            <a:avLst/>
            <a:gdLst>
              <a:gd name="connsiteX0" fmla="*/ 0 w 4929352"/>
              <a:gd name="connsiteY0" fmla="*/ 0 h 6623998"/>
              <a:gd name="connsiteX1" fmla="*/ 4192186 w 4929352"/>
              <a:gd name="connsiteY1" fmla="*/ 0 h 6623998"/>
              <a:gd name="connsiteX2" fmla="*/ 4209504 w 4929352"/>
              <a:gd name="connsiteY2" fmla="*/ 85781 h 6623998"/>
              <a:gd name="connsiteX3" fmla="*/ 4416822 w 4929352"/>
              <a:gd name="connsiteY3" fmla="*/ 223201 h 6623998"/>
              <a:gd name="connsiteX4" fmla="*/ 4624140 w 4929352"/>
              <a:gd name="connsiteY4" fmla="*/ 85781 h 6623998"/>
              <a:gd name="connsiteX5" fmla="*/ 4641460 w 4929352"/>
              <a:gd name="connsiteY5" fmla="*/ 0 h 6623998"/>
              <a:gd name="connsiteX6" fmla="*/ 4929350 w 4929352"/>
              <a:gd name="connsiteY6" fmla="*/ 0 h 6623998"/>
              <a:gd name="connsiteX7" fmla="*/ 4929352 w 4929352"/>
              <a:gd name="connsiteY7" fmla="*/ 0 h 6623998"/>
              <a:gd name="connsiteX8" fmla="*/ 4929352 w 4929352"/>
              <a:gd name="connsiteY8" fmla="*/ 6623998 h 6623998"/>
              <a:gd name="connsiteX9" fmla="*/ 0 w 4929352"/>
              <a:gd name="connsiteY9" fmla="*/ 6623998 h 662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29352" h="6623998">
                <a:moveTo>
                  <a:pt x="0" y="0"/>
                </a:moveTo>
                <a:lnTo>
                  <a:pt x="4192186" y="0"/>
                </a:lnTo>
                <a:lnTo>
                  <a:pt x="4209504" y="85781"/>
                </a:lnTo>
                <a:cubicBezTo>
                  <a:pt x="4243662" y="166537"/>
                  <a:pt x="4323624" y="223201"/>
                  <a:pt x="4416822" y="223201"/>
                </a:cubicBezTo>
                <a:cubicBezTo>
                  <a:pt x="4510020" y="223201"/>
                  <a:pt x="4589984" y="166537"/>
                  <a:pt x="4624140" y="85781"/>
                </a:cubicBezTo>
                <a:lnTo>
                  <a:pt x="4641460" y="0"/>
                </a:lnTo>
                <a:lnTo>
                  <a:pt x="4929350" y="0"/>
                </a:lnTo>
                <a:lnTo>
                  <a:pt x="4929352" y="0"/>
                </a:lnTo>
                <a:lnTo>
                  <a:pt x="4929352" y="6623998"/>
                </a:lnTo>
                <a:lnTo>
                  <a:pt x="0" y="6623998"/>
                </a:lnTo>
                <a:close/>
              </a:path>
            </a:pathLst>
          </a:custGeom>
          <a:noFill/>
        </p:spPr>
        <p:txBody>
          <a:bodyPr wrap="square" lIns="360000" tIns="0" rIns="0" bIns="0" anchor="ctr">
            <a:no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the icon</a:t>
            </a:r>
            <a:br>
              <a:rPr lang="en-US"/>
            </a:br>
            <a:r>
              <a:rPr lang="en-US"/>
              <a:t>to insert photo</a:t>
            </a:r>
          </a:p>
        </p:txBody>
      </p:sp>
      <p:sp>
        <p:nvSpPr>
          <p:cNvPr id="6" name="Footer Placeholder 5">
            <a:extLst>
              <a:ext uri="{FF2B5EF4-FFF2-40B4-BE49-F238E27FC236}">
                <a16:creationId xmlns:a16="http://schemas.microsoft.com/office/drawing/2014/main" id="{4DCDE8FB-A50F-E214-6FB4-AEB6E2544870}"/>
              </a:ext>
            </a:extLst>
          </p:cNvPr>
          <p:cNvSpPr>
            <a:spLocks noGrp="1"/>
          </p:cNvSpPr>
          <p:nvPr>
            <p:ph type="ftr" sz="quarter" idx="11"/>
          </p:nvPr>
        </p:nvSpPr>
        <p:spPr>
          <a:xfrm>
            <a:off x="515937" y="6179221"/>
            <a:ext cx="5920487" cy="118800"/>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85E7EA3-7CB8-9B35-C9DA-663FDCEB8B70}"/>
              </a:ext>
            </a:extLst>
          </p:cNvPr>
          <p:cNvSpPr>
            <a:spLocks noGrp="1"/>
          </p:cNvSpPr>
          <p:nvPr>
            <p:ph type="sldNum" sz="quarter" idx="12"/>
          </p:nvPr>
        </p:nvSpPr>
        <p:spPr/>
        <p:txBody>
          <a:bodyPr/>
          <a:lstStyle>
            <a:lvl1pPr marL="0" algn="l" defTabSz="914400" rtl="0" eaLnBrk="1" latinLnBrk="0" hangingPunct="1">
              <a:defRPr lang="en-US" sz="800" kern="1200" smtClean="0">
                <a:solidFill>
                  <a:srgbClr val="AC9ECA"/>
                </a:solidFill>
                <a:latin typeface="+mn-lt"/>
                <a:ea typeface="+mn-ea"/>
                <a:cs typeface="+mn-cs"/>
              </a:defRPr>
            </a:lvl1pPr>
          </a:lstStyle>
          <a:p>
            <a:fld id="{081A679B-E68A-BD49-90E3-E1C9C41AED6B}" type="slidenum">
              <a:rPr lang="en-CA" smtClean="0"/>
              <a:pPr/>
              <a:t>‹#›</a:t>
            </a:fld>
            <a:endParaRPr lang="en-CA"/>
          </a:p>
        </p:txBody>
      </p:sp>
      <p:sp>
        <p:nvSpPr>
          <p:cNvPr id="5" name="Date Placeholder 4">
            <a:extLst>
              <a:ext uri="{FF2B5EF4-FFF2-40B4-BE49-F238E27FC236}">
                <a16:creationId xmlns:a16="http://schemas.microsoft.com/office/drawing/2014/main" id="{02BDF9E3-6614-3AF2-D443-012B4AFF5D52}"/>
              </a:ext>
            </a:extLst>
          </p:cNvPr>
          <p:cNvSpPr>
            <a:spLocks noGrp="1"/>
          </p:cNvSpPr>
          <p:nvPr>
            <p:ph type="dt" sz="half" idx="10"/>
          </p:nvPr>
        </p:nvSpPr>
        <p:spPr/>
        <p:txBody>
          <a:bodyPr/>
          <a:lstStyle/>
          <a:p>
            <a:fld id="{D6AA1981-CC61-FD47-B83D-1AE546CFE755}" type="datetime1">
              <a:rPr lang="en-CA" smtClean="0"/>
              <a:t>2026-08-19</a:t>
            </a:fld>
            <a:endParaRPr lang="en-US"/>
          </a:p>
        </p:txBody>
      </p:sp>
      <p:sp>
        <p:nvSpPr>
          <p:cNvPr id="3" name="Rechteck 1" descr="{&quot;templafy&quot;:{&quot;id&quot;:&quot;1debf8e0-8888-4b5b-a3ca-3b70cca324db&quot;}}">
            <a:extLst>
              <a:ext uri="{FF2B5EF4-FFF2-40B4-BE49-F238E27FC236}">
                <a16:creationId xmlns:a16="http://schemas.microsoft.com/office/drawing/2014/main" id="{ADA3B8B8-E88F-FEB0-0783-77DBF3242A44}"/>
              </a:ext>
            </a:extLst>
          </p:cNvPr>
          <p:cNvSpPr>
            <a:spLocks/>
          </p:cNvSpPr>
          <p:nvPr userDrawn="1"/>
        </p:nvSpPr>
        <p:spPr>
          <a:xfrm>
            <a:off x="515938" y="6396526"/>
            <a:ext cx="5580000"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63202205"/>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wo column with icons_Purple">
    <p:bg>
      <p:bgRef idx="1001">
        <a:schemeClr val="bg2"/>
      </p:bgRef>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D39FD0A-31F9-6A6C-CF91-F3D4FA328F91}"/>
              </a:ext>
            </a:extLst>
          </p:cNvPr>
          <p:cNvCxnSpPr>
            <a:cxnSpLocks/>
          </p:cNvCxnSpPr>
          <p:nvPr userDrawn="1"/>
        </p:nvCxnSpPr>
        <p:spPr>
          <a:xfrm>
            <a:off x="515938" y="3506051"/>
            <a:ext cx="11676062" cy="0"/>
          </a:xfrm>
          <a:prstGeom prst="line">
            <a:avLst/>
          </a:prstGeom>
          <a:ln w="19050">
            <a:solidFill>
              <a:srgbClr val="FF83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53BCD-11C9-0F7C-0A97-6386B16E75ED}"/>
              </a:ext>
            </a:extLst>
          </p:cNvPr>
          <p:cNvSpPr>
            <a:spLocks noGrp="1"/>
          </p:cNvSpPr>
          <p:nvPr>
            <p:ph type="title" hasCustomPrompt="1"/>
          </p:nvPr>
        </p:nvSpPr>
        <p:spPr/>
        <p:txBody>
          <a:bodyPr/>
          <a:lstStyle/>
          <a:p>
            <a:r>
              <a:rPr lang="en-CA"/>
              <a:t>Slide title here for two column layout on 2 lines maximum</a:t>
            </a:r>
            <a:endParaRPr lang="en-US"/>
          </a:p>
        </p:txBody>
      </p:sp>
      <p:sp>
        <p:nvSpPr>
          <p:cNvPr id="20" name="Picture Placeholder 19">
            <a:extLst>
              <a:ext uri="{FF2B5EF4-FFF2-40B4-BE49-F238E27FC236}">
                <a16:creationId xmlns:a16="http://schemas.microsoft.com/office/drawing/2014/main" id="{7807A659-5386-E89A-493E-F09BA29819FE}"/>
              </a:ext>
            </a:extLst>
          </p:cNvPr>
          <p:cNvSpPr>
            <a:spLocks noGrp="1" noChangeAspect="1"/>
          </p:cNvSpPr>
          <p:nvPr>
            <p:ph type="pic" sz="quarter" idx="15" hasCustomPrompt="1"/>
          </p:nvPr>
        </p:nvSpPr>
        <p:spPr>
          <a:xfrm>
            <a:off x="515938" y="1936527"/>
            <a:ext cx="648000" cy="648000"/>
          </a:xfrm>
        </p:spPr>
        <p:txBody>
          <a:bodyPr tIns="0" rIns="0" bIns="0"/>
          <a:lstStyle>
            <a:lvl1pPr marL="0" indent="0" algn="ctr">
              <a:buNone/>
              <a:defRPr sz="1000"/>
            </a:lvl1pPr>
          </a:lstStyle>
          <a:p>
            <a:r>
              <a:rPr lang="en-US"/>
              <a:t>Icon</a:t>
            </a:r>
          </a:p>
        </p:txBody>
      </p:sp>
      <p:sp>
        <p:nvSpPr>
          <p:cNvPr id="18" name="Text Placeholder 17">
            <a:extLst>
              <a:ext uri="{FF2B5EF4-FFF2-40B4-BE49-F238E27FC236}">
                <a16:creationId xmlns:a16="http://schemas.microsoft.com/office/drawing/2014/main" id="{CAF3C7AA-528C-F8EC-3B27-5394BB5804CD}"/>
              </a:ext>
            </a:extLst>
          </p:cNvPr>
          <p:cNvSpPr>
            <a:spLocks noGrp="1"/>
          </p:cNvSpPr>
          <p:nvPr>
            <p:ph type="body" sz="quarter" idx="14" hasCustomPrompt="1"/>
          </p:nvPr>
        </p:nvSpPr>
        <p:spPr>
          <a:xfrm>
            <a:off x="515938" y="2773599"/>
            <a:ext cx="5332412" cy="568666"/>
          </a:xfrm>
        </p:spPr>
        <p:txBody>
          <a:bodyPr rIns="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16" name="Text Placeholder 15">
            <a:extLst>
              <a:ext uri="{FF2B5EF4-FFF2-40B4-BE49-F238E27FC236}">
                <a16:creationId xmlns:a16="http://schemas.microsoft.com/office/drawing/2014/main" id="{935180FA-0207-F22A-9920-76AD747C2F2C}"/>
              </a:ext>
            </a:extLst>
          </p:cNvPr>
          <p:cNvSpPr>
            <a:spLocks noGrp="1"/>
          </p:cNvSpPr>
          <p:nvPr>
            <p:ph type="body" sz="quarter" idx="13"/>
          </p:nvPr>
        </p:nvSpPr>
        <p:spPr>
          <a:xfrm>
            <a:off x="515938" y="3712785"/>
            <a:ext cx="5332412" cy="2453057"/>
          </a:xfrm>
        </p:spPr>
        <p:txBody>
          <a:bodyPr tIns="0" rIns="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19">
            <a:extLst>
              <a:ext uri="{FF2B5EF4-FFF2-40B4-BE49-F238E27FC236}">
                <a16:creationId xmlns:a16="http://schemas.microsoft.com/office/drawing/2014/main" id="{0B00CFEF-1FB3-67C7-9D29-C2CD6EF6C916}"/>
              </a:ext>
            </a:extLst>
          </p:cNvPr>
          <p:cNvSpPr>
            <a:spLocks noGrp="1" noChangeAspect="1"/>
          </p:cNvSpPr>
          <p:nvPr>
            <p:ph type="pic" sz="quarter" idx="16" hasCustomPrompt="1"/>
          </p:nvPr>
        </p:nvSpPr>
        <p:spPr>
          <a:xfrm>
            <a:off x="6343651" y="1936527"/>
            <a:ext cx="648000" cy="648000"/>
          </a:xfrm>
        </p:spPr>
        <p:txBody>
          <a:bodyPr tIns="0" rIns="0" bIns="0"/>
          <a:lstStyle>
            <a:lvl1pPr marL="0" indent="0" algn="ctr">
              <a:buNone/>
              <a:defRPr sz="1000"/>
            </a:lvl1pPr>
          </a:lstStyle>
          <a:p>
            <a:r>
              <a:rPr lang="en-US"/>
              <a:t>Icon</a:t>
            </a:r>
          </a:p>
        </p:txBody>
      </p:sp>
      <p:sp>
        <p:nvSpPr>
          <p:cNvPr id="22" name="Text Placeholder 17">
            <a:extLst>
              <a:ext uri="{FF2B5EF4-FFF2-40B4-BE49-F238E27FC236}">
                <a16:creationId xmlns:a16="http://schemas.microsoft.com/office/drawing/2014/main" id="{D8DA6888-9D84-11D8-9326-8A8A712E090B}"/>
              </a:ext>
            </a:extLst>
          </p:cNvPr>
          <p:cNvSpPr>
            <a:spLocks noGrp="1"/>
          </p:cNvSpPr>
          <p:nvPr>
            <p:ph type="body" sz="quarter" idx="17" hasCustomPrompt="1"/>
          </p:nvPr>
        </p:nvSpPr>
        <p:spPr>
          <a:xfrm>
            <a:off x="6343651" y="2773599"/>
            <a:ext cx="5332412" cy="568666"/>
          </a:xfrm>
        </p:spPr>
        <p:txBody>
          <a:bodyPr rIns="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23" name="Text Placeholder 15">
            <a:extLst>
              <a:ext uri="{FF2B5EF4-FFF2-40B4-BE49-F238E27FC236}">
                <a16:creationId xmlns:a16="http://schemas.microsoft.com/office/drawing/2014/main" id="{52367878-2B43-D2B3-724D-D0579CB13B53}"/>
              </a:ext>
            </a:extLst>
          </p:cNvPr>
          <p:cNvSpPr>
            <a:spLocks noGrp="1"/>
          </p:cNvSpPr>
          <p:nvPr>
            <p:ph type="body" sz="quarter" idx="18"/>
          </p:nvPr>
        </p:nvSpPr>
        <p:spPr>
          <a:xfrm>
            <a:off x="6343651" y="3712785"/>
            <a:ext cx="5332412" cy="2453057"/>
          </a:xfrm>
        </p:spPr>
        <p:txBody>
          <a:bodyPr tIns="0" rIns="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4" name="Group 23">
            <a:extLst>
              <a:ext uri="{FF2B5EF4-FFF2-40B4-BE49-F238E27FC236}">
                <a16:creationId xmlns:a16="http://schemas.microsoft.com/office/drawing/2014/main" id="{33EDC530-AE50-7B0C-8022-5848E9F266B5}"/>
              </a:ext>
            </a:extLst>
          </p:cNvPr>
          <p:cNvGrpSpPr/>
          <p:nvPr userDrawn="1"/>
        </p:nvGrpSpPr>
        <p:grpSpPr>
          <a:xfrm>
            <a:off x="1" y="0"/>
            <a:ext cx="12191999" cy="457200"/>
            <a:chOff x="1" y="0"/>
            <a:chExt cx="12191999" cy="457200"/>
          </a:xfrm>
        </p:grpSpPr>
        <p:sp>
          <p:nvSpPr>
            <p:cNvPr id="25" name="Rectangle 24">
              <a:extLst>
                <a:ext uri="{FF2B5EF4-FFF2-40B4-BE49-F238E27FC236}">
                  <a16:creationId xmlns:a16="http://schemas.microsoft.com/office/drawing/2014/main" id="{27E117AA-0F63-88A5-3BAF-8C7377291D2E}"/>
                </a:ext>
              </a:extLst>
            </p:cNvPr>
            <p:cNvSpPr/>
            <p:nvPr/>
          </p:nvSpPr>
          <p:spPr>
            <a:xfrm rot="5400000">
              <a:off x="5979001" y="-5979000"/>
              <a:ext cx="234000" cy="12191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572C021-883D-3C9A-198E-76B787492331}"/>
                </a:ext>
              </a:extLst>
            </p:cNvPr>
            <p:cNvSpPr>
              <a:spLocks noChangeAspect="1"/>
            </p:cNvSpPr>
            <p:nvPr/>
          </p:nvSpPr>
          <p:spPr>
            <a:xfrm>
              <a:off x="11454472" y="7200"/>
              <a:ext cx="450000" cy="450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27" name="Graphic 26">
              <a:extLst>
                <a:ext uri="{FF2B5EF4-FFF2-40B4-BE49-F238E27FC236}">
                  <a16:creationId xmlns:a16="http://schemas.microsoft.com/office/drawing/2014/main" id="{998D21EC-04FA-557C-B1EF-BC8B21FA3CD2}"/>
                </a:ext>
              </a:extLst>
            </p:cNvPr>
            <p:cNvPicPr>
              <a:picLocks noChangeAspect="1"/>
            </p:cNvPicPr>
            <p:nvPr/>
          </p:nvPicPr>
          <p:blipFill rotWithShape="1">
            <a:blip>
              <a:extLst>
                <a:ext uri="{96DAC541-7B7A-43D3-8B79-37D633B846F1}">
                  <asvg:svgBlip xmlns:asvg="http://schemas.microsoft.com/office/drawing/2016/SVG/main" r:embed="rId2"/>
                </a:ext>
              </a:extLst>
            </a:blip>
            <a:srcRect l="7762" t="22424" r="74045" b="25277"/>
            <a:stretch/>
          </p:blipFill>
          <p:spPr>
            <a:xfrm>
              <a:off x="11566972" y="119700"/>
              <a:ext cx="225000" cy="225000"/>
            </a:xfrm>
            <a:prstGeom prst="ellipse">
              <a:avLst/>
            </a:prstGeom>
          </p:spPr>
        </p:pic>
      </p:grpSp>
      <p:sp>
        <p:nvSpPr>
          <p:cNvPr id="4" name="Footer Placeholder 3">
            <a:extLst>
              <a:ext uri="{FF2B5EF4-FFF2-40B4-BE49-F238E27FC236}">
                <a16:creationId xmlns:a16="http://schemas.microsoft.com/office/drawing/2014/main" id="{0FA82E5E-5C1C-9DB3-0060-75DC51E7ACF9}"/>
              </a:ext>
            </a:extLst>
          </p:cNvPr>
          <p:cNvSpPr>
            <a:spLocks noGrp="1"/>
          </p:cNvSpPr>
          <p:nvPr>
            <p:ph type="ftr" sz="quarter" idx="11"/>
          </p:nvPr>
        </p:nvSpPr>
        <p:spPr>
          <a:xfrm>
            <a:off x="515937" y="6392743"/>
            <a:ext cx="6364800" cy="118800"/>
          </a:xfrm>
          <a:prstGeom prst="rect">
            <a:avLst/>
          </a:prstGeom>
        </p:spPr>
        <p:txBody>
          <a:bodyPr/>
          <a:lstStyle>
            <a:lvl1pPr>
              <a:defRPr>
                <a:solidFill>
                  <a:srgbClr val="AC9ECA"/>
                </a:solidFill>
              </a:defRPr>
            </a:lvl1pPr>
          </a:lstStyle>
          <a:p>
            <a:endParaRPr lang="en-US"/>
          </a:p>
        </p:txBody>
      </p:sp>
      <p:sp>
        <p:nvSpPr>
          <p:cNvPr id="5" name="Slide Number Placeholder 4">
            <a:extLst>
              <a:ext uri="{FF2B5EF4-FFF2-40B4-BE49-F238E27FC236}">
                <a16:creationId xmlns:a16="http://schemas.microsoft.com/office/drawing/2014/main" id="{CA224CC7-B747-4C80-4438-C7FB699FD31E}"/>
              </a:ext>
            </a:extLst>
          </p:cNvPr>
          <p:cNvSpPr>
            <a:spLocks noGrp="1"/>
          </p:cNvSpPr>
          <p:nvPr>
            <p:ph type="sldNum" sz="quarter" idx="12"/>
          </p:nvPr>
        </p:nvSpPr>
        <p:spPr/>
        <p:txBody>
          <a:bodyPr/>
          <a:lstStyle>
            <a:lvl1pPr>
              <a:defRPr>
                <a:solidFill>
                  <a:srgbClr val="AC9ECA"/>
                </a:solidFill>
              </a:defRPr>
            </a:lvl1pPr>
          </a:lstStyle>
          <a:p>
            <a:fld id="{081A679B-E68A-BD49-90E3-E1C9C41AED6B}" type="slidenum">
              <a:rPr lang="en-US" smtClean="0"/>
              <a:pPr/>
              <a:t>‹#›</a:t>
            </a:fld>
            <a:endParaRPr lang="en-US"/>
          </a:p>
        </p:txBody>
      </p:sp>
      <p:sp>
        <p:nvSpPr>
          <p:cNvPr id="3" name="Date Placeholder 2">
            <a:extLst>
              <a:ext uri="{FF2B5EF4-FFF2-40B4-BE49-F238E27FC236}">
                <a16:creationId xmlns:a16="http://schemas.microsoft.com/office/drawing/2014/main" id="{E1CD2898-AA3B-9C7F-4710-8EB57386F421}"/>
              </a:ext>
            </a:extLst>
          </p:cNvPr>
          <p:cNvSpPr>
            <a:spLocks noGrp="1"/>
          </p:cNvSpPr>
          <p:nvPr>
            <p:ph type="dt" sz="half" idx="10"/>
          </p:nvPr>
        </p:nvSpPr>
        <p:spPr/>
        <p:txBody>
          <a:bodyPr/>
          <a:lstStyle/>
          <a:p>
            <a:fld id="{68DA86D8-87C7-C34F-B507-2CEFB47FF676}" type="datetime1">
              <a:rPr lang="en-CA" smtClean="0"/>
              <a:t>2026-08-19</a:t>
            </a:fld>
            <a:endParaRPr lang="en-US"/>
          </a:p>
        </p:txBody>
      </p:sp>
      <p:sp>
        <p:nvSpPr>
          <p:cNvPr id="6" name="Rechteck 1" descr="{&quot;templafy&quot;:{&quot;id&quot;:&quot;44937968-7fcb-48ce-9c5d-c09593c2dc19&quot;}}">
            <a:extLst>
              <a:ext uri="{FF2B5EF4-FFF2-40B4-BE49-F238E27FC236}">
                <a16:creationId xmlns:a16="http://schemas.microsoft.com/office/drawing/2014/main" id="{0E31D74F-9702-5506-F048-5EA70ECF2010}"/>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30711520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wo column_Purple">
    <p:bg>
      <p:bgRef idx="1001">
        <a:schemeClr val="bg2"/>
      </p:bgRef>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D39FD0A-31F9-6A6C-CF91-F3D4FA328F91}"/>
              </a:ext>
            </a:extLst>
          </p:cNvPr>
          <p:cNvCxnSpPr>
            <a:cxnSpLocks/>
          </p:cNvCxnSpPr>
          <p:nvPr userDrawn="1"/>
        </p:nvCxnSpPr>
        <p:spPr>
          <a:xfrm>
            <a:off x="515938" y="2460559"/>
            <a:ext cx="11676062" cy="0"/>
          </a:xfrm>
          <a:prstGeom prst="line">
            <a:avLst/>
          </a:prstGeom>
          <a:ln w="19050">
            <a:solidFill>
              <a:srgbClr val="FF83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53BCD-11C9-0F7C-0A97-6386B16E75ED}"/>
              </a:ext>
            </a:extLst>
          </p:cNvPr>
          <p:cNvSpPr>
            <a:spLocks noGrp="1"/>
          </p:cNvSpPr>
          <p:nvPr>
            <p:ph type="title" hasCustomPrompt="1"/>
          </p:nvPr>
        </p:nvSpPr>
        <p:spPr/>
        <p:txBody>
          <a:bodyPr/>
          <a:lstStyle/>
          <a:p>
            <a:r>
              <a:rPr lang="en-CA"/>
              <a:t>Slide title here for two column layout on 2 lines maximum</a:t>
            </a:r>
            <a:endParaRPr lang="en-US"/>
          </a:p>
        </p:txBody>
      </p:sp>
      <p:sp>
        <p:nvSpPr>
          <p:cNvPr id="18" name="Text Placeholder 17">
            <a:extLst>
              <a:ext uri="{FF2B5EF4-FFF2-40B4-BE49-F238E27FC236}">
                <a16:creationId xmlns:a16="http://schemas.microsoft.com/office/drawing/2014/main" id="{CAF3C7AA-528C-F8EC-3B27-5394BB5804CD}"/>
              </a:ext>
            </a:extLst>
          </p:cNvPr>
          <p:cNvSpPr>
            <a:spLocks noGrp="1"/>
          </p:cNvSpPr>
          <p:nvPr>
            <p:ph type="body" sz="quarter" idx="14" hasCustomPrompt="1"/>
          </p:nvPr>
        </p:nvSpPr>
        <p:spPr>
          <a:xfrm>
            <a:off x="515938" y="1728107"/>
            <a:ext cx="5332412" cy="568666"/>
          </a:xfrm>
        </p:spPr>
        <p:txBody>
          <a:bodyPr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16" name="Text Placeholder 15">
            <a:extLst>
              <a:ext uri="{FF2B5EF4-FFF2-40B4-BE49-F238E27FC236}">
                <a16:creationId xmlns:a16="http://schemas.microsoft.com/office/drawing/2014/main" id="{935180FA-0207-F22A-9920-76AD747C2F2C}"/>
              </a:ext>
            </a:extLst>
          </p:cNvPr>
          <p:cNvSpPr>
            <a:spLocks noGrp="1"/>
          </p:cNvSpPr>
          <p:nvPr>
            <p:ph type="body" sz="quarter" idx="13"/>
          </p:nvPr>
        </p:nvSpPr>
        <p:spPr>
          <a:xfrm>
            <a:off x="515938" y="2667294"/>
            <a:ext cx="5332412" cy="3498556"/>
          </a:xfrm>
        </p:spPr>
        <p:txBody>
          <a:bodyPr tIns="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7">
            <a:extLst>
              <a:ext uri="{FF2B5EF4-FFF2-40B4-BE49-F238E27FC236}">
                <a16:creationId xmlns:a16="http://schemas.microsoft.com/office/drawing/2014/main" id="{D8DA6888-9D84-11D8-9326-8A8A712E090B}"/>
              </a:ext>
            </a:extLst>
          </p:cNvPr>
          <p:cNvSpPr>
            <a:spLocks noGrp="1"/>
          </p:cNvSpPr>
          <p:nvPr>
            <p:ph type="body" sz="quarter" idx="17" hasCustomPrompt="1"/>
          </p:nvPr>
        </p:nvSpPr>
        <p:spPr>
          <a:xfrm>
            <a:off x="6343651" y="1728107"/>
            <a:ext cx="5332412" cy="568666"/>
          </a:xfrm>
        </p:spPr>
        <p:txBody>
          <a:bodyPr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23" name="Text Placeholder 15">
            <a:extLst>
              <a:ext uri="{FF2B5EF4-FFF2-40B4-BE49-F238E27FC236}">
                <a16:creationId xmlns:a16="http://schemas.microsoft.com/office/drawing/2014/main" id="{52367878-2B43-D2B3-724D-D0579CB13B53}"/>
              </a:ext>
            </a:extLst>
          </p:cNvPr>
          <p:cNvSpPr>
            <a:spLocks noGrp="1"/>
          </p:cNvSpPr>
          <p:nvPr>
            <p:ph type="body" sz="quarter" idx="18"/>
          </p:nvPr>
        </p:nvSpPr>
        <p:spPr>
          <a:xfrm>
            <a:off x="6343651" y="2667294"/>
            <a:ext cx="5332412" cy="3498556"/>
          </a:xfrm>
        </p:spPr>
        <p:txBody>
          <a:bodyPr tIns="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4" name="Group 23">
            <a:extLst>
              <a:ext uri="{FF2B5EF4-FFF2-40B4-BE49-F238E27FC236}">
                <a16:creationId xmlns:a16="http://schemas.microsoft.com/office/drawing/2014/main" id="{33EDC530-AE50-7B0C-8022-5848E9F266B5}"/>
              </a:ext>
            </a:extLst>
          </p:cNvPr>
          <p:cNvGrpSpPr/>
          <p:nvPr userDrawn="1"/>
        </p:nvGrpSpPr>
        <p:grpSpPr>
          <a:xfrm>
            <a:off x="1" y="0"/>
            <a:ext cx="12191999" cy="457200"/>
            <a:chOff x="1" y="0"/>
            <a:chExt cx="12191999" cy="457200"/>
          </a:xfrm>
        </p:grpSpPr>
        <p:sp>
          <p:nvSpPr>
            <p:cNvPr id="25" name="Rectangle 24">
              <a:extLst>
                <a:ext uri="{FF2B5EF4-FFF2-40B4-BE49-F238E27FC236}">
                  <a16:creationId xmlns:a16="http://schemas.microsoft.com/office/drawing/2014/main" id="{27E117AA-0F63-88A5-3BAF-8C7377291D2E}"/>
                </a:ext>
              </a:extLst>
            </p:cNvPr>
            <p:cNvSpPr/>
            <p:nvPr/>
          </p:nvSpPr>
          <p:spPr>
            <a:xfrm rot="5400000">
              <a:off x="5979001" y="-5979000"/>
              <a:ext cx="234000" cy="12191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572C021-883D-3C9A-198E-76B787492331}"/>
                </a:ext>
              </a:extLst>
            </p:cNvPr>
            <p:cNvSpPr>
              <a:spLocks noChangeAspect="1"/>
            </p:cNvSpPr>
            <p:nvPr/>
          </p:nvSpPr>
          <p:spPr>
            <a:xfrm>
              <a:off x="11454472" y="7200"/>
              <a:ext cx="450000" cy="450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27" name="Graphic 26">
              <a:extLst>
                <a:ext uri="{FF2B5EF4-FFF2-40B4-BE49-F238E27FC236}">
                  <a16:creationId xmlns:a16="http://schemas.microsoft.com/office/drawing/2014/main" id="{998D21EC-04FA-557C-B1EF-BC8B21FA3CD2}"/>
                </a:ext>
              </a:extLst>
            </p:cNvPr>
            <p:cNvPicPr>
              <a:picLocks noChangeAspect="1"/>
            </p:cNvPicPr>
            <p:nvPr/>
          </p:nvPicPr>
          <p:blipFill rotWithShape="1">
            <a:blip>
              <a:extLst>
                <a:ext uri="{96DAC541-7B7A-43D3-8B79-37D633B846F1}">
                  <asvg:svgBlip xmlns:asvg="http://schemas.microsoft.com/office/drawing/2016/SVG/main" r:embed="rId2"/>
                </a:ext>
              </a:extLst>
            </a:blip>
            <a:srcRect l="7762" t="22424" r="74045" b="25277"/>
            <a:stretch/>
          </p:blipFill>
          <p:spPr>
            <a:xfrm>
              <a:off x="11566972" y="119700"/>
              <a:ext cx="225000" cy="225000"/>
            </a:xfrm>
            <a:prstGeom prst="ellipse">
              <a:avLst/>
            </a:prstGeom>
          </p:spPr>
        </p:pic>
      </p:grpSp>
      <p:sp>
        <p:nvSpPr>
          <p:cNvPr id="4" name="Footer Placeholder 3">
            <a:extLst>
              <a:ext uri="{FF2B5EF4-FFF2-40B4-BE49-F238E27FC236}">
                <a16:creationId xmlns:a16="http://schemas.microsoft.com/office/drawing/2014/main" id="{0FA82E5E-5C1C-9DB3-0060-75DC51E7ACF9}"/>
              </a:ext>
            </a:extLst>
          </p:cNvPr>
          <p:cNvSpPr>
            <a:spLocks noGrp="1"/>
          </p:cNvSpPr>
          <p:nvPr>
            <p:ph type="ftr" sz="quarter" idx="11"/>
          </p:nvPr>
        </p:nvSpPr>
        <p:spPr>
          <a:xfrm>
            <a:off x="515937" y="6392743"/>
            <a:ext cx="6364800" cy="118800"/>
          </a:xfrm>
          <a:prstGeom prst="rect">
            <a:avLst/>
          </a:prstGeom>
        </p:spPr>
        <p:txBody>
          <a:bodyPr/>
          <a:lstStyle>
            <a:lvl1pPr>
              <a:defRPr>
                <a:solidFill>
                  <a:srgbClr val="AC9ECA"/>
                </a:solidFill>
              </a:defRPr>
            </a:lvl1pPr>
          </a:lstStyle>
          <a:p>
            <a:endParaRPr lang="en-US"/>
          </a:p>
        </p:txBody>
      </p:sp>
      <p:sp>
        <p:nvSpPr>
          <p:cNvPr id="5" name="Slide Number Placeholder 4">
            <a:extLst>
              <a:ext uri="{FF2B5EF4-FFF2-40B4-BE49-F238E27FC236}">
                <a16:creationId xmlns:a16="http://schemas.microsoft.com/office/drawing/2014/main" id="{CA224CC7-B747-4C80-4438-C7FB699FD31E}"/>
              </a:ext>
            </a:extLst>
          </p:cNvPr>
          <p:cNvSpPr>
            <a:spLocks noGrp="1"/>
          </p:cNvSpPr>
          <p:nvPr>
            <p:ph type="sldNum" sz="quarter" idx="12"/>
          </p:nvPr>
        </p:nvSpPr>
        <p:spPr/>
        <p:txBody>
          <a:bodyPr/>
          <a:lstStyle>
            <a:lvl1pPr>
              <a:defRPr>
                <a:solidFill>
                  <a:srgbClr val="AC9ECA"/>
                </a:solidFill>
              </a:defRPr>
            </a:lvl1pPr>
          </a:lstStyle>
          <a:p>
            <a:fld id="{081A679B-E68A-BD49-90E3-E1C9C41AED6B}" type="slidenum">
              <a:rPr lang="en-US" smtClean="0"/>
              <a:pPr/>
              <a:t>‹#›</a:t>
            </a:fld>
            <a:endParaRPr lang="en-US"/>
          </a:p>
        </p:txBody>
      </p:sp>
      <p:sp>
        <p:nvSpPr>
          <p:cNvPr id="3" name="Date Placeholder 2">
            <a:extLst>
              <a:ext uri="{FF2B5EF4-FFF2-40B4-BE49-F238E27FC236}">
                <a16:creationId xmlns:a16="http://schemas.microsoft.com/office/drawing/2014/main" id="{E1CD2898-AA3B-9C7F-4710-8EB57386F421}"/>
              </a:ext>
            </a:extLst>
          </p:cNvPr>
          <p:cNvSpPr>
            <a:spLocks noGrp="1"/>
          </p:cNvSpPr>
          <p:nvPr>
            <p:ph type="dt" sz="half" idx="10"/>
          </p:nvPr>
        </p:nvSpPr>
        <p:spPr>
          <a:xfrm>
            <a:off x="-29658" y="-9574"/>
            <a:ext cx="0" cy="0"/>
          </a:xfrm>
        </p:spPr>
        <p:txBody>
          <a:bodyPr/>
          <a:lstStyle/>
          <a:p>
            <a:fld id="{5458B687-AF82-3248-B6A9-608CC1AD247F}" type="datetime1">
              <a:rPr lang="en-CA" smtClean="0"/>
              <a:t>2026-08-19</a:t>
            </a:fld>
            <a:endParaRPr lang="en-US"/>
          </a:p>
        </p:txBody>
      </p:sp>
      <p:sp>
        <p:nvSpPr>
          <p:cNvPr id="6" name="Rechteck 1" descr="{&quot;templafy&quot;:{&quot;id&quot;:&quot;8916d6c0-f538-4272-98b6-f58f275cdd51&quot;}}">
            <a:extLst>
              <a:ext uri="{FF2B5EF4-FFF2-40B4-BE49-F238E27FC236}">
                <a16:creationId xmlns:a16="http://schemas.microsoft.com/office/drawing/2014/main" id="{94B63C99-1C4D-3FF4-7073-172B57BA65ED}"/>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020638007"/>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hree column with icons_Purple">
    <p:bg>
      <p:bgRef idx="1001">
        <a:schemeClr val="bg2"/>
      </p:bgRef>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D39FD0A-31F9-6A6C-CF91-F3D4FA328F91}"/>
              </a:ext>
            </a:extLst>
          </p:cNvPr>
          <p:cNvCxnSpPr>
            <a:cxnSpLocks/>
          </p:cNvCxnSpPr>
          <p:nvPr userDrawn="1"/>
        </p:nvCxnSpPr>
        <p:spPr>
          <a:xfrm>
            <a:off x="515938" y="3506051"/>
            <a:ext cx="11676062" cy="0"/>
          </a:xfrm>
          <a:prstGeom prst="line">
            <a:avLst/>
          </a:prstGeom>
          <a:ln w="19050">
            <a:solidFill>
              <a:srgbClr val="FF8300"/>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33EDC530-AE50-7B0C-8022-5848E9F266B5}"/>
              </a:ext>
            </a:extLst>
          </p:cNvPr>
          <p:cNvGrpSpPr/>
          <p:nvPr userDrawn="1"/>
        </p:nvGrpSpPr>
        <p:grpSpPr>
          <a:xfrm>
            <a:off x="1" y="0"/>
            <a:ext cx="12191999" cy="457200"/>
            <a:chOff x="1" y="0"/>
            <a:chExt cx="12191999" cy="457200"/>
          </a:xfrm>
        </p:grpSpPr>
        <p:sp>
          <p:nvSpPr>
            <p:cNvPr id="25" name="Rectangle 24">
              <a:extLst>
                <a:ext uri="{FF2B5EF4-FFF2-40B4-BE49-F238E27FC236}">
                  <a16:creationId xmlns:a16="http://schemas.microsoft.com/office/drawing/2014/main" id="{27E117AA-0F63-88A5-3BAF-8C7377291D2E}"/>
                </a:ext>
              </a:extLst>
            </p:cNvPr>
            <p:cNvSpPr/>
            <p:nvPr/>
          </p:nvSpPr>
          <p:spPr>
            <a:xfrm rot="5400000">
              <a:off x="5979001" y="-5979000"/>
              <a:ext cx="234000" cy="12191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572C021-883D-3C9A-198E-76B787492331}"/>
                </a:ext>
              </a:extLst>
            </p:cNvPr>
            <p:cNvSpPr>
              <a:spLocks noChangeAspect="1"/>
            </p:cNvSpPr>
            <p:nvPr/>
          </p:nvSpPr>
          <p:spPr>
            <a:xfrm>
              <a:off x="11454472" y="7200"/>
              <a:ext cx="450000" cy="450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27" name="Graphic 26">
              <a:extLst>
                <a:ext uri="{FF2B5EF4-FFF2-40B4-BE49-F238E27FC236}">
                  <a16:creationId xmlns:a16="http://schemas.microsoft.com/office/drawing/2014/main" id="{998D21EC-04FA-557C-B1EF-BC8B21FA3CD2}"/>
                </a:ext>
              </a:extLst>
            </p:cNvPr>
            <p:cNvPicPr>
              <a:picLocks noChangeAspect="1"/>
            </p:cNvPicPr>
            <p:nvPr/>
          </p:nvPicPr>
          <p:blipFill rotWithShape="1">
            <a:blip>
              <a:extLst>
                <a:ext uri="{96DAC541-7B7A-43D3-8B79-37D633B846F1}">
                  <asvg:svgBlip xmlns:asvg="http://schemas.microsoft.com/office/drawing/2016/SVG/main" r:embed="rId2"/>
                </a:ext>
              </a:extLst>
            </a:blip>
            <a:srcRect l="7762" t="22424" r="74045" b="25277"/>
            <a:stretch/>
          </p:blipFill>
          <p:spPr>
            <a:xfrm>
              <a:off x="11566972" y="119700"/>
              <a:ext cx="225000" cy="225000"/>
            </a:xfrm>
            <a:prstGeom prst="ellipse">
              <a:avLst/>
            </a:prstGeom>
          </p:spPr>
        </p:pic>
      </p:grpSp>
      <p:sp>
        <p:nvSpPr>
          <p:cNvPr id="2" name="Title 1">
            <a:extLst>
              <a:ext uri="{FF2B5EF4-FFF2-40B4-BE49-F238E27FC236}">
                <a16:creationId xmlns:a16="http://schemas.microsoft.com/office/drawing/2014/main" id="{A7353BCD-11C9-0F7C-0A97-6386B16E75ED}"/>
              </a:ext>
            </a:extLst>
          </p:cNvPr>
          <p:cNvSpPr>
            <a:spLocks noGrp="1"/>
          </p:cNvSpPr>
          <p:nvPr>
            <p:ph type="title" hasCustomPrompt="1"/>
          </p:nvPr>
        </p:nvSpPr>
        <p:spPr/>
        <p:txBody>
          <a:bodyPr/>
          <a:lstStyle/>
          <a:p>
            <a:r>
              <a:rPr lang="en-CA"/>
              <a:t>Slide title here for three column layout on 2 lines maximum</a:t>
            </a:r>
            <a:endParaRPr lang="en-US"/>
          </a:p>
        </p:txBody>
      </p:sp>
      <p:sp>
        <p:nvSpPr>
          <p:cNvPr id="20" name="Picture Placeholder 19">
            <a:extLst>
              <a:ext uri="{FF2B5EF4-FFF2-40B4-BE49-F238E27FC236}">
                <a16:creationId xmlns:a16="http://schemas.microsoft.com/office/drawing/2014/main" id="{7807A659-5386-E89A-493E-F09BA29819FE}"/>
              </a:ext>
            </a:extLst>
          </p:cNvPr>
          <p:cNvSpPr>
            <a:spLocks noGrp="1" noChangeAspect="1"/>
          </p:cNvSpPr>
          <p:nvPr>
            <p:ph type="pic" sz="quarter" idx="15" hasCustomPrompt="1"/>
          </p:nvPr>
        </p:nvSpPr>
        <p:spPr>
          <a:xfrm>
            <a:off x="515938" y="1936527"/>
            <a:ext cx="648000" cy="648000"/>
          </a:xfrm>
        </p:spPr>
        <p:txBody>
          <a:bodyPr tIns="0" rIns="0" bIns="0"/>
          <a:lstStyle>
            <a:lvl1pPr marL="0" indent="0" algn="ctr">
              <a:buNone/>
              <a:defRPr sz="1000"/>
            </a:lvl1pPr>
          </a:lstStyle>
          <a:p>
            <a:r>
              <a:rPr lang="en-US"/>
              <a:t>Icon</a:t>
            </a:r>
          </a:p>
        </p:txBody>
      </p:sp>
      <p:sp>
        <p:nvSpPr>
          <p:cNvPr id="18" name="Text Placeholder 17">
            <a:extLst>
              <a:ext uri="{FF2B5EF4-FFF2-40B4-BE49-F238E27FC236}">
                <a16:creationId xmlns:a16="http://schemas.microsoft.com/office/drawing/2014/main" id="{CAF3C7AA-528C-F8EC-3B27-5394BB5804CD}"/>
              </a:ext>
            </a:extLst>
          </p:cNvPr>
          <p:cNvSpPr>
            <a:spLocks noGrp="1"/>
          </p:cNvSpPr>
          <p:nvPr>
            <p:ph type="body" sz="quarter" idx="14" hasCustomPrompt="1"/>
          </p:nvPr>
        </p:nvSpPr>
        <p:spPr>
          <a:xfrm>
            <a:off x="515939" y="2773599"/>
            <a:ext cx="3471270" cy="568666"/>
          </a:xfrm>
        </p:spPr>
        <p:txBody>
          <a:bodyPr rIns="7200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16" name="Text Placeholder 15">
            <a:extLst>
              <a:ext uri="{FF2B5EF4-FFF2-40B4-BE49-F238E27FC236}">
                <a16:creationId xmlns:a16="http://schemas.microsoft.com/office/drawing/2014/main" id="{935180FA-0207-F22A-9920-76AD747C2F2C}"/>
              </a:ext>
            </a:extLst>
          </p:cNvPr>
          <p:cNvSpPr>
            <a:spLocks noGrp="1"/>
          </p:cNvSpPr>
          <p:nvPr>
            <p:ph type="body" sz="quarter" idx="13"/>
          </p:nvPr>
        </p:nvSpPr>
        <p:spPr>
          <a:xfrm>
            <a:off x="515939" y="3712785"/>
            <a:ext cx="3471270" cy="2453057"/>
          </a:xfrm>
        </p:spPr>
        <p:txBody>
          <a:bodyPr tIns="0" rIns="7200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9">
            <a:extLst>
              <a:ext uri="{FF2B5EF4-FFF2-40B4-BE49-F238E27FC236}">
                <a16:creationId xmlns:a16="http://schemas.microsoft.com/office/drawing/2014/main" id="{CCA4957E-2627-2369-CEB3-0FA39779F197}"/>
              </a:ext>
            </a:extLst>
          </p:cNvPr>
          <p:cNvSpPr>
            <a:spLocks noGrp="1" noChangeAspect="1"/>
          </p:cNvSpPr>
          <p:nvPr>
            <p:ph type="pic" sz="quarter" idx="16" hasCustomPrompt="1"/>
          </p:nvPr>
        </p:nvSpPr>
        <p:spPr>
          <a:xfrm>
            <a:off x="4360364" y="1936527"/>
            <a:ext cx="648000" cy="648000"/>
          </a:xfrm>
        </p:spPr>
        <p:txBody>
          <a:bodyPr tIns="0" rIns="0" bIns="0"/>
          <a:lstStyle>
            <a:lvl1pPr marL="0" indent="0" algn="ctr">
              <a:buNone/>
              <a:defRPr sz="1000"/>
            </a:lvl1pPr>
          </a:lstStyle>
          <a:p>
            <a:r>
              <a:rPr lang="en-US"/>
              <a:t>Icon</a:t>
            </a:r>
          </a:p>
        </p:txBody>
      </p:sp>
      <p:sp>
        <p:nvSpPr>
          <p:cNvPr id="12" name="Text Placeholder 17">
            <a:extLst>
              <a:ext uri="{FF2B5EF4-FFF2-40B4-BE49-F238E27FC236}">
                <a16:creationId xmlns:a16="http://schemas.microsoft.com/office/drawing/2014/main" id="{09708F56-2024-54CD-36C4-16CD768F925C}"/>
              </a:ext>
            </a:extLst>
          </p:cNvPr>
          <p:cNvSpPr>
            <a:spLocks noGrp="1"/>
          </p:cNvSpPr>
          <p:nvPr>
            <p:ph type="body" sz="quarter" idx="17" hasCustomPrompt="1"/>
          </p:nvPr>
        </p:nvSpPr>
        <p:spPr>
          <a:xfrm>
            <a:off x="4360365" y="2773599"/>
            <a:ext cx="3471270" cy="568666"/>
          </a:xfrm>
        </p:spPr>
        <p:txBody>
          <a:bodyPr rIns="7200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13" name="Text Placeholder 15">
            <a:extLst>
              <a:ext uri="{FF2B5EF4-FFF2-40B4-BE49-F238E27FC236}">
                <a16:creationId xmlns:a16="http://schemas.microsoft.com/office/drawing/2014/main" id="{396A636C-9C74-5BCA-2C42-2D2042E4C68F}"/>
              </a:ext>
            </a:extLst>
          </p:cNvPr>
          <p:cNvSpPr>
            <a:spLocks noGrp="1"/>
          </p:cNvSpPr>
          <p:nvPr>
            <p:ph type="body" sz="quarter" idx="18"/>
          </p:nvPr>
        </p:nvSpPr>
        <p:spPr>
          <a:xfrm>
            <a:off x="4360365" y="3712785"/>
            <a:ext cx="3471270" cy="2453057"/>
          </a:xfrm>
        </p:spPr>
        <p:txBody>
          <a:bodyPr tIns="0" rIns="7200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9">
            <a:extLst>
              <a:ext uri="{FF2B5EF4-FFF2-40B4-BE49-F238E27FC236}">
                <a16:creationId xmlns:a16="http://schemas.microsoft.com/office/drawing/2014/main" id="{8AAA7E2F-FEC4-038C-B6E0-A354E2FF06DB}"/>
              </a:ext>
            </a:extLst>
          </p:cNvPr>
          <p:cNvSpPr>
            <a:spLocks noGrp="1" noChangeAspect="1"/>
          </p:cNvSpPr>
          <p:nvPr>
            <p:ph type="pic" sz="quarter" idx="19" hasCustomPrompt="1"/>
          </p:nvPr>
        </p:nvSpPr>
        <p:spPr>
          <a:xfrm>
            <a:off x="8204790" y="1936527"/>
            <a:ext cx="648000" cy="648000"/>
          </a:xfrm>
        </p:spPr>
        <p:txBody>
          <a:bodyPr tIns="0" rIns="0" bIns="0"/>
          <a:lstStyle>
            <a:lvl1pPr marL="0" indent="0" algn="ctr">
              <a:buNone/>
              <a:defRPr sz="1000"/>
            </a:lvl1pPr>
          </a:lstStyle>
          <a:p>
            <a:r>
              <a:rPr lang="en-US"/>
              <a:t>Icon</a:t>
            </a:r>
          </a:p>
        </p:txBody>
      </p:sp>
      <p:sp>
        <p:nvSpPr>
          <p:cNvPr id="17" name="Text Placeholder 17">
            <a:extLst>
              <a:ext uri="{FF2B5EF4-FFF2-40B4-BE49-F238E27FC236}">
                <a16:creationId xmlns:a16="http://schemas.microsoft.com/office/drawing/2014/main" id="{81A01D4F-463E-2874-494D-60563A0D8EAD}"/>
              </a:ext>
            </a:extLst>
          </p:cNvPr>
          <p:cNvSpPr>
            <a:spLocks noGrp="1"/>
          </p:cNvSpPr>
          <p:nvPr>
            <p:ph type="body" sz="quarter" idx="20" hasCustomPrompt="1"/>
          </p:nvPr>
        </p:nvSpPr>
        <p:spPr>
          <a:xfrm>
            <a:off x="8204791" y="2773599"/>
            <a:ext cx="3471270" cy="568666"/>
          </a:xfrm>
        </p:spPr>
        <p:txBody>
          <a:bodyPr rIns="7200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19" name="Text Placeholder 15">
            <a:extLst>
              <a:ext uri="{FF2B5EF4-FFF2-40B4-BE49-F238E27FC236}">
                <a16:creationId xmlns:a16="http://schemas.microsoft.com/office/drawing/2014/main" id="{74C857A5-F766-E81E-4A78-AC11DA9E902C}"/>
              </a:ext>
            </a:extLst>
          </p:cNvPr>
          <p:cNvSpPr>
            <a:spLocks noGrp="1"/>
          </p:cNvSpPr>
          <p:nvPr>
            <p:ph type="body" sz="quarter" idx="21"/>
          </p:nvPr>
        </p:nvSpPr>
        <p:spPr>
          <a:xfrm>
            <a:off x="8204791" y="3712785"/>
            <a:ext cx="3471270" cy="2453057"/>
          </a:xfrm>
        </p:spPr>
        <p:txBody>
          <a:bodyPr tIns="0" rIns="7200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1CD2898-AA3B-9C7F-4710-8EB57386F421}"/>
              </a:ext>
            </a:extLst>
          </p:cNvPr>
          <p:cNvSpPr>
            <a:spLocks noGrp="1"/>
          </p:cNvSpPr>
          <p:nvPr>
            <p:ph type="dt" sz="half" idx="10"/>
          </p:nvPr>
        </p:nvSpPr>
        <p:spPr/>
        <p:txBody>
          <a:bodyPr/>
          <a:lstStyle/>
          <a:p>
            <a:fld id="{C872D857-54AD-4443-AE24-0932B92477BF}" type="datetime1">
              <a:rPr lang="en-CA" smtClean="0"/>
              <a:t>2026-08-19</a:t>
            </a:fld>
            <a:endParaRPr lang="en-US"/>
          </a:p>
        </p:txBody>
      </p:sp>
      <p:sp>
        <p:nvSpPr>
          <p:cNvPr id="32" name="Footer Placeholder 3">
            <a:extLst>
              <a:ext uri="{FF2B5EF4-FFF2-40B4-BE49-F238E27FC236}">
                <a16:creationId xmlns:a16="http://schemas.microsoft.com/office/drawing/2014/main" id="{AF46CD01-2C26-9E92-1373-C30126B3D370}"/>
              </a:ext>
            </a:extLst>
          </p:cNvPr>
          <p:cNvSpPr>
            <a:spLocks noGrp="1"/>
          </p:cNvSpPr>
          <p:nvPr>
            <p:ph type="ftr" sz="quarter" idx="11"/>
          </p:nvPr>
        </p:nvSpPr>
        <p:spPr>
          <a:xfrm>
            <a:off x="515937" y="6392743"/>
            <a:ext cx="6364800" cy="118800"/>
          </a:xfrm>
          <a:prstGeom prst="rect">
            <a:avLst/>
          </a:prstGeom>
        </p:spPr>
        <p:txBody>
          <a:bodyPr/>
          <a:lstStyle>
            <a:lvl1pPr>
              <a:defRPr>
                <a:solidFill>
                  <a:srgbClr val="AC9ECA"/>
                </a:solidFill>
              </a:defRPr>
            </a:lvl1pPr>
          </a:lstStyle>
          <a:p>
            <a:endParaRPr lang="en-US"/>
          </a:p>
        </p:txBody>
      </p:sp>
      <p:sp>
        <p:nvSpPr>
          <p:cNvPr id="5" name="Slide Number Placeholder 4">
            <a:extLst>
              <a:ext uri="{FF2B5EF4-FFF2-40B4-BE49-F238E27FC236}">
                <a16:creationId xmlns:a16="http://schemas.microsoft.com/office/drawing/2014/main" id="{78F5AA58-E5C1-2A85-9F05-540D03E625C0}"/>
              </a:ext>
            </a:extLst>
          </p:cNvPr>
          <p:cNvSpPr>
            <a:spLocks noGrp="1"/>
          </p:cNvSpPr>
          <p:nvPr>
            <p:ph type="sldNum" sz="quarter" idx="12"/>
          </p:nvPr>
        </p:nvSpPr>
        <p:spPr>
          <a:xfrm>
            <a:off x="11676063" y="6392743"/>
            <a:ext cx="345452" cy="118800"/>
          </a:xfrm>
        </p:spPr>
        <p:txBody>
          <a:bodyPr/>
          <a:lstStyle>
            <a:lvl1pPr>
              <a:defRPr>
                <a:solidFill>
                  <a:srgbClr val="AC9ECA"/>
                </a:solidFill>
              </a:defRPr>
            </a:lvl1pPr>
          </a:lstStyle>
          <a:p>
            <a:fld id="{081A679B-E68A-BD49-90E3-E1C9C41AED6B}" type="slidenum">
              <a:rPr lang="en-US" smtClean="0"/>
              <a:pPr/>
              <a:t>‹#›</a:t>
            </a:fld>
            <a:endParaRPr lang="en-US"/>
          </a:p>
        </p:txBody>
      </p:sp>
      <p:sp>
        <p:nvSpPr>
          <p:cNvPr id="4" name="Rechteck 1" descr="{&quot;templafy&quot;:{&quot;id&quot;:&quot;367b6e51-7fb3-444c-b800-ae3802763796&quot;}}">
            <a:extLst>
              <a:ext uri="{FF2B5EF4-FFF2-40B4-BE49-F238E27FC236}">
                <a16:creationId xmlns:a16="http://schemas.microsoft.com/office/drawing/2014/main" id="{7A5F96AE-C1F7-4A25-2C27-376E969D0EF3}"/>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259018844"/>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hree column_Purple">
    <p:bg>
      <p:bgRef idx="1001">
        <a:schemeClr val="bg2"/>
      </p:bgRef>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33EDC530-AE50-7B0C-8022-5848E9F266B5}"/>
              </a:ext>
            </a:extLst>
          </p:cNvPr>
          <p:cNvGrpSpPr/>
          <p:nvPr userDrawn="1"/>
        </p:nvGrpSpPr>
        <p:grpSpPr>
          <a:xfrm>
            <a:off x="1" y="0"/>
            <a:ext cx="12191999" cy="457200"/>
            <a:chOff x="1" y="0"/>
            <a:chExt cx="12191999" cy="457200"/>
          </a:xfrm>
        </p:grpSpPr>
        <p:sp>
          <p:nvSpPr>
            <p:cNvPr id="25" name="Rectangle 24">
              <a:extLst>
                <a:ext uri="{FF2B5EF4-FFF2-40B4-BE49-F238E27FC236}">
                  <a16:creationId xmlns:a16="http://schemas.microsoft.com/office/drawing/2014/main" id="{27E117AA-0F63-88A5-3BAF-8C7377291D2E}"/>
                </a:ext>
              </a:extLst>
            </p:cNvPr>
            <p:cNvSpPr/>
            <p:nvPr/>
          </p:nvSpPr>
          <p:spPr>
            <a:xfrm rot="5400000">
              <a:off x="5979001" y="-5979000"/>
              <a:ext cx="234000" cy="12191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572C021-883D-3C9A-198E-76B787492331}"/>
                </a:ext>
              </a:extLst>
            </p:cNvPr>
            <p:cNvSpPr>
              <a:spLocks noChangeAspect="1"/>
            </p:cNvSpPr>
            <p:nvPr/>
          </p:nvSpPr>
          <p:spPr>
            <a:xfrm>
              <a:off x="11454472" y="7200"/>
              <a:ext cx="450000" cy="450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27" name="Graphic 26">
              <a:extLst>
                <a:ext uri="{FF2B5EF4-FFF2-40B4-BE49-F238E27FC236}">
                  <a16:creationId xmlns:a16="http://schemas.microsoft.com/office/drawing/2014/main" id="{998D21EC-04FA-557C-B1EF-BC8B21FA3CD2}"/>
                </a:ext>
              </a:extLst>
            </p:cNvPr>
            <p:cNvPicPr>
              <a:picLocks noChangeAspect="1"/>
            </p:cNvPicPr>
            <p:nvPr/>
          </p:nvPicPr>
          <p:blipFill rotWithShape="1">
            <a:blip>
              <a:extLst>
                <a:ext uri="{96DAC541-7B7A-43D3-8B79-37D633B846F1}">
                  <asvg:svgBlip xmlns:asvg="http://schemas.microsoft.com/office/drawing/2016/SVG/main" r:embed="rId2"/>
                </a:ext>
              </a:extLst>
            </a:blip>
            <a:srcRect l="7762" t="22424" r="74045" b="25277"/>
            <a:stretch/>
          </p:blipFill>
          <p:spPr>
            <a:xfrm>
              <a:off x="11566972" y="119700"/>
              <a:ext cx="225000" cy="225000"/>
            </a:xfrm>
            <a:prstGeom prst="ellipse">
              <a:avLst/>
            </a:prstGeom>
          </p:spPr>
        </p:pic>
      </p:grpSp>
      <p:sp>
        <p:nvSpPr>
          <p:cNvPr id="2" name="Title 1">
            <a:extLst>
              <a:ext uri="{FF2B5EF4-FFF2-40B4-BE49-F238E27FC236}">
                <a16:creationId xmlns:a16="http://schemas.microsoft.com/office/drawing/2014/main" id="{A7353BCD-11C9-0F7C-0A97-6386B16E75ED}"/>
              </a:ext>
            </a:extLst>
          </p:cNvPr>
          <p:cNvSpPr>
            <a:spLocks noGrp="1"/>
          </p:cNvSpPr>
          <p:nvPr>
            <p:ph type="title" hasCustomPrompt="1"/>
          </p:nvPr>
        </p:nvSpPr>
        <p:spPr/>
        <p:txBody>
          <a:bodyPr/>
          <a:lstStyle/>
          <a:p>
            <a:r>
              <a:rPr lang="en-CA"/>
              <a:t>Slide title here for three column layout on 2 lines maximum</a:t>
            </a:r>
            <a:endParaRPr lang="en-US"/>
          </a:p>
        </p:txBody>
      </p:sp>
      <p:sp>
        <p:nvSpPr>
          <p:cNvPr id="18" name="Text Placeholder 17">
            <a:extLst>
              <a:ext uri="{FF2B5EF4-FFF2-40B4-BE49-F238E27FC236}">
                <a16:creationId xmlns:a16="http://schemas.microsoft.com/office/drawing/2014/main" id="{CAF3C7AA-528C-F8EC-3B27-5394BB5804CD}"/>
              </a:ext>
            </a:extLst>
          </p:cNvPr>
          <p:cNvSpPr>
            <a:spLocks noGrp="1"/>
          </p:cNvSpPr>
          <p:nvPr>
            <p:ph type="body" sz="quarter" idx="14" hasCustomPrompt="1"/>
          </p:nvPr>
        </p:nvSpPr>
        <p:spPr>
          <a:xfrm>
            <a:off x="515939" y="1728107"/>
            <a:ext cx="3471270" cy="568666"/>
          </a:xfrm>
        </p:spPr>
        <p:txBody>
          <a:bodyPr rIns="7200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16" name="Text Placeholder 15">
            <a:extLst>
              <a:ext uri="{FF2B5EF4-FFF2-40B4-BE49-F238E27FC236}">
                <a16:creationId xmlns:a16="http://schemas.microsoft.com/office/drawing/2014/main" id="{935180FA-0207-F22A-9920-76AD747C2F2C}"/>
              </a:ext>
            </a:extLst>
          </p:cNvPr>
          <p:cNvSpPr>
            <a:spLocks noGrp="1"/>
          </p:cNvSpPr>
          <p:nvPr>
            <p:ph type="body" sz="quarter" idx="13"/>
          </p:nvPr>
        </p:nvSpPr>
        <p:spPr>
          <a:xfrm>
            <a:off x="515939" y="2667294"/>
            <a:ext cx="3471270" cy="3498556"/>
          </a:xfrm>
        </p:spPr>
        <p:txBody>
          <a:bodyPr tIns="0" rIns="7200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7">
            <a:extLst>
              <a:ext uri="{FF2B5EF4-FFF2-40B4-BE49-F238E27FC236}">
                <a16:creationId xmlns:a16="http://schemas.microsoft.com/office/drawing/2014/main" id="{09708F56-2024-54CD-36C4-16CD768F925C}"/>
              </a:ext>
            </a:extLst>
          </p:cNvPr>
          <p:cNvSpPr>
            <a:spLocks noGrp="1"/>
          </p:cNvSpPr>
          <p:nvPr>
            <p:ph type="body" sz="quarter" idx="17" hasCustomPrompt="1"/>
          </p:nvPr>
        </p:nvSpPr>
        <p:spPr>
          <a:xfrm>
            <a:off x="4360365" y="1728107"/>
            <a:ext cx="3471270" cy="568666"/>
          </a:xfrm>
        </p:spPr>
        <p:txBody>
          <a:bodyPr rIns="7200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13" name="Text Placeholder 15">
            <a:extLst>
              <a:ext uri="{FF2B5EF4-FFF2-40B4-BE49-F238E27FC236}">
                <a16:creationId xmlns:a16="http://schemas.microsoft.com/office/drawing/2014/main" id="{396A636C-9C74-5BCA-2C42-2D2042E4C68F}"/>
              </a:ext>
            </a:extLst>
          </p:cNvPr>
          <p:cNvSpPr>
            <a:spLocks noGrp="1"/>
          </p:cNvSpPr>
          <p:nvPr>
            <p:ph type="body" sz="quarter" idx="18"/>
          </p:nvPr>
        </p:nvSpPr>
        <p:spPr>
          <a:xfrm>
            <a:off x="4360365" y="2667294"/>
            <a:ext cx="3471270" cy="3498556"/>
          </a:xfrm>
        </p:spPr>
        <p:txBody>
          <a:bodyPr tIns="0" rIns="7200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7">
            <a:extLst>
              <a:ext uri="{FF2B5EF4-FFF2-40B4-BE49-F238E27FC236}">
                <a16:creationId xmlns:a16="http://schemas.microsoft.com/office/drawing/2014/main" id="{81A01D4F-463E-2874-494D-60563A0D8EAD}"/>
              </a:ext>
            </a:extLst>
          </p:cNvPr>
          <p:cNvSpPr>
            <a:spLocks noGrp="1"/>
          </p:cNvSpPr>
          <p:nvPr>
            <p:ph type="body" sz="quarter" idx="20" hasCustomPrompt="1"/>
          </p:nvPr>
        </p:nvSpPr>
        <p:spPr>
          <a:xfrm>
            <a:off x="8204791" y="1728107"/>
            <a:ext cx="3471270" cy="568666"/>
          </a:xfrm>
        </p:spPr>
        <p:txBody>
          <a:bodyPr rIns="7200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19" name="Text Placeholder 15">
            <a:extLst>
              <a:ext uri="{FF2B5EF4-FFF2-40B4-BE49-F238E27FC236}">
                <a16:creationId xmlns:a16="http://schemas.microsoft.com/office/drawing/2014/main" id="{74C857A5-F766-E81E-4A78-AC11DA9E902C}"/>
              </a:ext>
            </a:extLst>
          </p:cNvPr>
          <p:cNvSpPr>
            <a:spLocks noGrp="1"/>
          </p:cNvSpPr>
          <p:nvPr>
            <p:ph type="body" sz="quarter" idx="21"/>
          </p:nvPr>
        </p:nvSpPr>
        <p:spPr>
          <a:xfrm>
            <a:off x="8204791" y="2667294"/>
            <a:ext cx="3471270" cy="3498556"/>
          </a:xfrm>
        </p:spPr>
        <p:txBody>
          <a:bodyPr tIns="0" rIns="7200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1CD2898-AA3B-9C7F-4710-8EB57386F421}"/>
              </a:ext>
            </a:extLst>
          </p:cNvPr>
          <p:cNvSpPr>
            <a:spLocks noGrp="1"/>
          </p:cNvSpPr>
          <p:nvPr>
            <p:ph type="dt" sz="half" idx="10"/>
          </p:nvPr>
        </p:nvSpPr>
        <p:spPr/>
        <p:txBody>
          <a:bodyPr/>
          <a:lstStyle/>
          <a:p>
            <a:fld id="{9B7771D3-BF19-D34E-B9D3-A878B308E89B}" type="datetime1">
              <a:rPr lang="en-CA" smtClean="0"/>
              <a:t>2026-08-19</a:t>
            </a:fld>
            <a:endParaRPr lang="en-US"/>
          </a:p>
        </p:txBody>
      </p:sp>
      <p:cxnSp>
        <p:nvCxnSpPr>
          <p:cNvPr id="8" name="Straight Connector 7">
            <a:extLst>
              <a:ext uri="{FF2B5EF4-FFF2-40B4-BE49-F238E27FC236}">
                <a16:creationId xmlns:a16="http://schemas.microsoft.com/office/drawing/2014/main" id="{42DD3D36-6AAE-6A4F-3A62-066A823BB843}"/>
              </a:ext>
            </a:extLst>
          </p:cNvPr>
          <p:cNvCxnSpPr>
            <a:cxnSpLocks/>
          </p:cNvCxnSpPr>
          <p:nvPr userDrawn="1"/>
        </p:nvCxnSpPr>
        <p:spPr>
          <a:xfrm>
            <a:off x="515938" y="2460559"/>
            <a:ext cx="11676062" cy="0"/>
          </a:xfrm>
          <a:prstGeom prst="line">
            <a:avLst/>
          </a:prstGeom>
          <a:ln w="19050">
            <a:solidFill>
              <a:srgbClr val="FF8300"/>
            </a:solidFill>
          </a:ln>
        </p:spPr>
        <p:style>
          <a:lnRef idx="1">
            <a:schemeClr val="accent1"/>
          </a:lnRef>
          <a:fillRef idx="0">
            <a:schemeClr val="accent1"/>
          </a:fillRef>
          <a:effectRef idx="0">
            <a:schemeClr val="accent1"/>
          </a:effectRef>
          <a:fontRef idx="minor">
            <a:schemeClr val="tx1"/>
          </a:fontRef>
        </p:style>
      </p:cxnSp>
      <p:sp>
        <p:nvSpPr>
          <p:cNvPr id="9" name="Footer Placeholder 3">
            <a:extLst>
              <a:ext uri="{FF2B5EF4-FFF2-40B4-BE49-F238E27FC236}">
                <a16:creationId xmlns:a16="http://schemas.microsoft.com/office/drawing/2014/main" id="{8A496DE1-BE44-87A3-21B2-E46669546881}"/>
              </a:ext>
            </a:extLst>
          </p:cNvPr>
          <p:cNvSpPr>
            <a:spLocks noGrp="1"/>
          </p:cNvSpPr>
          <p:nvPr>
            <p:ph type="ftr" sz="quarter" idx="11"/>
          </p:nvPr>
        </p:nvSpPr>
        <p:spPr>
          <a:xfrm>
            <a:off x="515937" y="6392743"/>
            <a:ext cx="6364800" cy="118800"/>
          </a:xfrm>
          <a:prstGeom prst="rect">
            <a:avLst/>
          </a:prstGeom>
        </p:spPr>
        <p:txBody>
          <a:bodyPr/>
          <a:lstStyle>
            <a:lvl1pPr>
              <a:defRPr>
                <a:solidFill>
                  <a:srgbClr val="AC9ECA"/>
                </a:solidFill>
              </a:defRPr>
            </a:lvl1pPr>
          </a:lstStyle>
          <a:p>
            <a:endParaRPr lang="en-US"/>
          </a:p>
        </p:txBody>
      </p:sp>
      <p:sp>
        <p:nvSpPr>
          <p:cNvPr id="10" name="Slide Number Placeholder 4">
            <a:extLst>
              <a:ext uri="{FF2B5EF4-FFF2-40B4-BE49-F238E27FC236}">
                <a16:creationId xmlns:a16="http://schemas.microsoft.com/office/drawing/2014/main" id="{D2F6CED0-F27C-9927-BBE6-C5740FF10533}"/>
              </a:ext>
            </a:extLst>
          </p:cNvPr>
          <p:cNvSpPr>
            <a:spLocks noGrp="1"/>
          </p:cNvSpPr>
          <p:nvPr>
            <p:ph type="sldNum" sz="quarter" idx="12"/>
          </p:nvPr>
        </p:nvSpPr>
        <p:spPr>
          <a:xfrm>
            <a:off x="11676063" y="6392743"/>
            <a:ext cx="345452" cy="118800"/>
          </a:xfrm>
        </p:spPr>
        <p:txBody>
          <a:bodyPr/>
          <a:lstStyle>
            <a:lvl1pPr>
              <a:defRPr>
                <a:solidFill>
                  <a:srgbClr val="AC9ECA"/>
                </a:solidFill>
              </a:defRPr>
            </a:lvl1pPr>
          </a:lstStyle>
          <a:p>
            <a:fld id="{081A679B-E68A-BD49-90E3-E1C9C41AED6B}" type="slidenum">
              <a:rPr lang="en-US" smtClean="0"/>
              <a:pPr/>
              <a:t>‹#›</a:t>
            </a:fld>
            <a:endParaRPr lang="en-US"/>
          </a:p>
        </p:txBody>
      </p:sp>
      <p:sp>
        <p:nvSpPr>
          <p:cNvPr id="4" name="Rechteck 1" descr="{&quot;templafy&quot;:{&quot;id&quot;:&quot;fa1a8f1e-e80a-4c15-9e9d-d578fb996253&quot;}}">
            <a:extLst>
              <a:ext uri="{FF2B5EF4-FFF2-40B4-BE49-F238E27FC236}">
                <a16:creationId xmlns:a16="http://schemas.microsoft.com/office/drawing/2014/main" id="{305E766E-7CDE-B519-2D54-CD5C45A67BA1}"/>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370902300"/>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Four column with icons_Purple">
    <p:bg>
      <p:bgRef idx="1001">
        <a:schemeClr val="bg2"/>
      </p:bgRef>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ED39FD0A-31F9-6A6C-CF91-F3D4FA328F91}"/>
              </a:ext>
            </a:extLst>
          </p:cNvPr>
          <p:cNvCxnSpPr>
            <a:cxnSpLocks/>
          </p:cNvCxnSpPr>
          <p:nvPr userDrawn="1"/>
        </p:nvCxnSpPr>
        <p:spPr>
          <a:xfrm>
            <a:off x="515938" y="3506051"/>
            <a:ext cx="11676062" cy="0"/>
          </a:xfrm>
          <a:prstGeom prst="line">
            <a:avLst/>
          </a:prstGeom>
          <a:ln w="19050">
            <a:solidFill>
              <a:srgbClr val="FF8300"/>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33EDC530-AE50-7B0C-8022-5848E9F266B5}"/>
              </a:ext>
            </a:extLst>
          </p:cNvPr>
          <p:cNvGrpSpPr/>
          <p:nvPr userDrawn="1"/>
        </p:nvGrpSpPr>
        <p:grpSpPr>
          <a:xfrm>
            <a:off x="1" y="0"/>
            <a:ext cx="12191999" cy="457200"/>
            <a:chOff x="1" y="0"/>
            <a:chExt cx="12191999" cy="457200"/>
          </a:xfrm>
        </p:grpSpPr>
        <p:sp>
          <p:nvSpPr>
            <p:cNvPr id="25" name="Rectangle 24">
              <a:extLst>
                <a:ext uri="{FF2B5EF4-FFF2-40B4-BE49-F238E27FC236}">
                  <a16:creationId xmlns:a16="http://schemas.microsoft.com/office/drawing/2014/main" id="{27E117AA-0F63-88A5-3BAF-8C7377291D2E}"/>
                </a:ext>
              </a:extLst>
            </p:cNvPr>
            <p:cNvSpPr/>
            <p:nvPr/>
          </p:nvSpPr>
          <p:spPr>
            <a:xfrm rot="5400000">
              <a:off x="5979001" y="-5979000"/>
              <a:ext cx="234000" cy="1219199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572C021-883D-3C9A-198E-76B787492331}"/>
                </a:ext>
              </a:extLst>
            </p:cNvPr>
            <p:cNvSpPr>
              <a:spLocks noChangeAspect="1"/>
            </p:cNvSpPr>
            <p:nvPr/>
          </p:nvSpPr>
          <p:spPr>
            <a:xfrm>
              <a:off x="11454472" y="7200"/>
              <a:ext cx="450000" cy="4500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27" name="Graphic 26">
              <a:extLst>
                <a:ext uri="{FF2B5EF4-FFF2-40B4-BE49-F238E27FC236}">
                  <a16:creationId xmlns:a16="http://schemas.microsoft.com/office/drawing/2014/main" id="{998D21EC-04FA-557C-B1EF-BC8B21FA3CD2}"/>
                </a:ext>
              </a:extLst>
            </p:cNvPr>
            <p:cNvPicPr>
              <a:picLocks noChangeAspect="1"/>
            </p:cNvPicPr>
            <p:nvPr/>
          </p:nvPicPr>
          <p:blipFill rotWithShape="1">
            <a:blip>
              <a:extLst>
                <a:ext uri="{96DAC541-7B7A-43D3-8B79-37D633B846F1}">
                  <asvg:svgBlip xmlns:asvg="http://schemas.microsoft.com/office/drawing/2016/SVG/main" r:embed="rId2"/>
                </a:ext>
              </a:extLst>
            </a:blip>
            <a:srcRect l="7762" t="22424" r="74045" b="25277"/>
            <a:stretch/>
          </p:blipFill>
          <p:spPr>
            <a:xfrm>
              <a:off x="11566972" y="119700"/>
              <a:ext cx="225000" cy="225000"/>
            </a:xfrm>
            <a:prstGeom prst="ellipse">
              <a:avLst/>
            </a:prstGeom>
          </p:spPr>
        </p:pic>
      </p:grpSp>
      <p:sp>
        <p:nvSpPr>
          <p:cNvPr id="2" name="Title 1">
            <a:extLst>
              <a:ext uri="{FF2B5EF4-FFF2-40B4-BE49-F238E27FC236}">
                <a16:creationId xmlns:a16="http://schemas.microsoft.com/office/drawing/2014/main" id="{A7353BCD-11C9-0F7C-0A97-6386B16E75ED}"/>
              </a:ext>
            </a:extLst>
          </p:cNvPr>
          <p:cNvSpPr>
            <a:spLocks noGrp="1"/>
          </p:cNvSpPr>
          <p:nvPr>
            <p:ph type="title" hasCustomPrompt="1"/>
          </p:nvPr>
        </p:nvSpPr>
        <p:spPr/>
        <p:txBody>
          <a:bodyPr/>
          <a:lstStyle/>
          <a:p>
            <a:r>
              <a:rPr lang="en-CA"/>
              <a:t>Slide title here for four column layout on 2 lines maximum</a:t>
            </a:r>
            <a:endParaRPr lang="en-US"/>
          </a:p>
        </p:txBody>
      </p:sp>
      <p:sp>
        <p:nvSpPr>
          <p:cNvPr id="20" name="Picture Placeholder 19">
            <a:extLst>
              <a:ext uri="{FF2B5EF4-FFF2-40B4-BE49-F238E27FC236}">
                <a16:creationId xmlns:a16="http://schemas.microsoft.com/office/drawing/2014/main" id="{7807A659-5386-E89A-493E-F09BA29819FE}"/>
              </a:ext>
            </a:extLst>
          </p:cNvPr>
          <p:cNvSpPr>
            <a:spLocks noGrp="1" noChangeAspect="1"/>
          </p:cNvSpPr>
          <p:nvPr>
            <p:ph type="pic" sz="quarter" idx="15" hasCustomPrompt="1"/>
          </p:nvPr>
        </p:nvSpPr>
        <p:spPr>
          <a:xfrm>
            <a:off x="515939" y="1936527"/>
            <a:ext cx="648000" cy="648000"/>
          </a:xfrm>
        </p:spPr>
        <p:txBody>
          <a:bodyPr tIns="0" rIns="0" bIns="0"/>
          <a:lstStyle>
            <a:lvl1pPr marL="0" indent="0" algn="ctr">
              <a:buNone/>
              <a:defRPr sz="1000"/>
            </a:lvl1pPr>
          </a:lstStyle>
          <a:p>
            <a:r>
              <a:rPr lang="en-US"/>
              <a:t>Icon</a:t>
            </a:r>
          </a:p>
        </p:txBody>
      </p:sp>
      <p:sp>
        <p:nvSpPr>
          <p:cNvPr id="18" name="Text Placeholder 17">
            <a:extLst>
              <a:ext uri="{FF2B5EF4-FFF2-40B4-BE49-F238E27FC236}">
                <a16:creationId xmlns:a16="http://schemas.microsoft.com/office/drawing/2014/main" id="{CAF3C7AA-528C-F8EC-3B27-5394BB5804CD}"/>
              </a:ext>
            </a:extLst>
          </p:cNvPr>
          <p:cNvSpPr>
            <a:spLocks noGrp="1"/>
          </p:cNvSpPr>
          <p:nvPr>
            <p:ph type="body" sz="quarter" idx="14" hasCustomPrompt="1"/>
          </p:nvPr>
        </p:nvSpPr>
        <p:spPr>
          <a:xfrm>
            <a:off x="515942" y="2773599"/>
            <a:ext cx="2530832" cy="568666"/>
          </a:xfrm>
        </p:spPr>
        <p:txBody>
          <a:bodyPr rIns="7200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16" name="Text Placeholder 15">
            <a:extLst>
              <a:ext uri="{FF2B5EF4-FFF2-40B4-BE49-F238E27FC236}">
                <a16:creationId xmlns:a16="http://schemas.microsoft.com/office/drawing/2014/main" id="{935180FA-0207-F22A-9920-76AD747C2F2C}"/>
              </a:ext>
            </a:extLst>
          </p:cNvPr>
          <p:cNvSpPr>
            <a:spLocks noGrp="1"/>
          </p:cNvSpPr>
          <p:nvPr>
            <p:ph type="body" sz="quarter" idx="13"/>
          </p:nvPr>
        </p:nvSpPr>
        <p:spPr>
          <a:xfrm>
            <a:off x="515942" y="3712785"/>
            <a:ext cx="2530832" cy="2453057"/>
          </a:xfrm>
        </p:spPr>
        <p:txBody>
          <a:bodyPr tIns="0" rIns="7200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9">
            <a:extLst>
              <a:ext uri="{FF2B5EF4-FFF2-40B4-BE49-F238E27FC236}">
                <a16:creationId xmlns:a16="http://schemas.microsoft.com/office/drawing/2014/main" id="{CCA4957E-2627-2369-CEB3-0FA39779F197}"/>
              </a:ext>
            </a:extLst>
          </p:cNvPr>
          <p:cNvSpPr>
            <a:spLocks noGrp="1" noChangeAspect="1"/>
          </p:cNvSpPr>
          <p:nvPr>
            <p:ph type="pic" sz="quarter" idx="16" hasCustomPrompt="1"/>
          </p:nvPr>
        </p:nvSpPr>
        <p:spPr>
          <a:xfrm>
            <a:off x="3392373" y="1936527"/>
            <a:ext cx="648000" cy="648000"/>
          </a:xfrm>
        </p:spPr>
        <p:txBody>
          <a:bodyPr tIns="0" rIns="0" bIns="0"/>
          <a:lstStyle>
            <a:lvl1pPr marL="0" indent="0" algn="ctr">
              <a:buNone/>
              <a:defRPr sz="1000"/>
            </a:lvl1pPr>
          </a:lstStyle>
          <a:p>
            <a:r>
              <a:rPr lang="en-US"/>
              <a:t>Icon</a:t>
            </a:r>
          </a:p>
        </p:txBody>
      </p:sp>
      <p:sp>
        <p:nvSpPr>
          <p:cNvPr id="12" name="Text Placeholder 17">
            <a:extLst>
              <a:ext uri="{FF2B5EF4-FFF2-40B4-BE49-F238E27FC236}">
                <a16:creationId xmlns:a16="http://schemas.microsoft.com/office/drawing/2014/main" id="{09708F56-2024-54CD-36C4-16CD768F925C}"/>
              </a:ext>
            </a:extLst>
          </p:cNvPr>
          <p:cNvSpPr>
            <a:spLocks noGrp="1"/>
          </p:cNvSpPr>
          <p:nvPr>
            <p:ph type="body" sz="quarter" idx="17" hasCustomPrompt="1"/>
          </p:nvPr>
        </p:nvSpPr>
        <p:spPr>
          <a:xfrm>
            <a:off x="3392372" y="2773599"/>
            <a:ext cx="2530832" cy="568666"/>
          </a:xfrm>
        </p:spPr>
        <p:txBody>
          <a:bodyPr rIns="7200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13" name="Text Placeholder 15">
            <a:extLst>
              <a:ext uri="{FF2B5EF4-FFF2-40B4-BE49-F238E27FC236}">
                <a16:creationId xmlns:a16="http://schemas.microsoft.com/office/drawing/2014/main" id="{396A636C-9C74-5BCA-2C42-2D2042E4C68F}"/>
              </a:ext>
            </a:extLst>
          </p:cNvPr>
          <p:cNvSpPr>
            <a:spLocks noGrp="1"/>
          </p:cNvSpPr>
          <p:nvPr>
            <p:ph type="body" sz="quarter" idx="18"/>
          </p:nvPr>
        </p:nvSpPr>
        <p:spPr>
          <a:xfrm>
            <a:off x="3392372" y="3712785"/>
            <a:ext cx="2530832" cy="2453057"/>
          </a:xfrm>
        </p:spPr>
        <p:txBody>
          <a:bodyPr tIns="0" rIns="7200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9">
            <a:extLst>
              <a:ext uri="{FF2B5EF4-FFF2-40B4-BE49-F238E27FC236}">
                <a16:creationId xmlns:a16="http://schemas.microsoft.com/office/drawing/2014/main" id="{8AAA7E2F-FEC4-038C-B6E0-A354E2FF06DB}"/>
              </a:ext>
            </a:extLst>
          </p:cNvPr>
          <p:cNvSpPr>
            <a:spLocks noGrp="1" noChangeAspect="1"/>
          </p:cNvSpPr>
          <p:nvPr>
            <p:ph type="pic" sz="quarter" idx="19" hasCustomPrompt="1"/>
          </p:nvPr>
        </p:nvSpPr>
        <p:spPr>
          <a:xfrm>
            <a:off x="6268803" y="1936527"/>
            <a:ext cx="648000" cy="648000"/>
          </a:xfrm>
        </p:spPr>
        <p:txBody>
          <a:bodyPr tIns="0" rIns="0" bIns="0"/>
          <a:lstStyle>
            <a:lvl1pPr marL="0" indent="0" algn="ctr">
              <a:buNone/>
              <a:defRPr sz="1000"/>
            </a:lvl1pPr>
          </a:lstStyle>
          <a:p>
            <a:r>
              <a:rPr lang="en-US"/>
              <a:t>Icon</a:t>
            </a:r>
          </a:p>
        </p:txBody>
      </p:sp>
      <p:sp>
        <p:nvSpPr>
          <p:cNvPr id="17" name="Text Placeholder 17">
            <a:extLst>
              <a:ext uri="{FF2B5EF4-FFF2-40B4-BE49-F238E27FC236}">
                <a16:creationId xmlns:a16="http://schemas.microsoft.com/office/drawing/2014/main" id="{81A01D4F-463E-2874-494D-60563A0D8EAD}"/>
              </a:ext>
            </a:extLst>
          </p:cNvPr>
          <p:cNvSpPr>
            <a:spLocks noGrp="1"/>
          </p:cNvSpPr>
          <p:nvPr>
            <p:ph type="body" sz="quarter" idx="20" hasCustomPrompt="1"/>
          </p:nvPr>
        </p:nvSpPr>
        <p:spPr>
          <a:xfrm>
            <a:off x="6268802" y="2773599"/>
            <a:ext cx="2530832" cy="568666"/>
          </a:xfrm>
        </p:spPr>
        <p:txBody>
          <a:bodyPr rIns="7200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19" name="Text Placeholder 15">
            <a:extLst>
              <a:ext uri="{FF2B5EF4-FFF2-40B4-BE49-F238E27FC236}">
                <a16:creationId xmlns:a16="http://schemas.microsoft.com/office/drawing/2014/main" id="{74C857A5-F766-E81E-4A78-AC11DA9E902C}"/>
              </a:ext>
            </a:extLst>
          </p:cNvPr>
          <p:cNvSpPr>
            <a:spLocks noGrp="1"/>
          </p:cNvSpPr>
          <p:nvPr>
            <p:ph type="body" sz="quarter" idx="21"/>
          </p:nvPr>
        </p:nvSpPr>
        <p:spPr>
          <a:xfrm>
            <a:off x="6268802" y="3712785"/>
            <a:ext cx="2530832" cy="2453057"/>
          </a:xfrm>
        </p:spPr>
        <p:txBody>
          <a:bodyPr tIns="0" rIns="7200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9">
            <a:extLst>
              <a:ext uri="{FF2B5EF4-FFF2-40B4-BE49-F238E27FC236}">
                <a16:creationId xmlns:a16="http://schemas.microsoft.com/office/drawing/2014/main" id="{F9FD544F-3A07-F1B7-FC5B-421E9C6F1DB1}"/>
              </a:ext>
            </a:extLst>
          </p:cNvPr>
          <p:cNvSpPr>
            <a:spLocks noGrp="1" noChangeAspect="1"/>
          </p:cNvSpPr>
          <p:nvPr>
            <p:ph type="pic" sz="quarter" idx="24" hasCustomPrompt="1"/>
          </p:nvPr>
        </p:nvSpPr>
        <p:spPr>
          <a:xfrm>
            <a:off x="9145232" y="1936527"/>
            <a:ext cx="648000" cy="648000"/>
          </a:xfrm>
        </p:spPr>
        <p:txBody>
          <a:bodyPr tIns="0" rIns="0" bIns="0"/>
          <a:lstStyle>
            <a:lvl1pPr marL="0" indent="0" algn="ctr">
              <a:buNone/>
              <a:defRPr sz="1000"/>
            </a:lvl1pPr>
          </a:lstStyle>
          <a:p>
            <a:r>
              <a:rPr lang="en-US"/>
              <a:t>Icon</a:t>
            </a:r>
          </a:p>
        </p:txBody>
      </p:sp>
      <p:sp>
        <p:nvSpPr>
          <p:cNvPr id="6" name="Text Placeholder 17">
            <a:extLst>
              <a:ext uri="{FF2B5EF4-FFF2-40B4-BE49-F238E27FC236}">
                <a16:creationId xmlns:a16="http://schemas.microsoft.com/office/drawing/2014/main" id="{6B7C9155-8017-1007-CC85-021528F6883C}"/>
              </a:ext>
            </a:extLst>
          </p:cNvPr>
          <p:cNvSpPr>
            <a:spLocks noGrp="1"/>
          </p:cNvSpPr>
          <p:nvPr>
            <p:ph type="body" sz="quarter" idx="22" hasCustomPrompt="1"/>
          </p:nvPr>
        </p:nvSpPr>
        <p:spPr>
          <a:xfrm>
            <a:off x="9145231" y="2773599"/>
            <a:ext cx="2530832" cy="568666"/>
          </a:xfrm>
        </p:spPr>
        <p:txBody>
          <a:bodyPr rIns="72000" bIns="0" anchor="b"/>
          <a:lstStyle>
            <a:lvl1pPr marL="9525" indent="0">
              <a:buNone/>
              <a:tabLst/>
              <a:defRPr sz="1800">
                <a:latin typeface="+mj-lt"/>
              </a:defRPr>
            </a:lvl1pPr>
            <a:lvl2pPr marL="9525" indent="0">
              <a:buNone/>
              <a:tabLst/>
              <a:defRPr/>
            </a:lvl2pPr>
            <a:lvl3pPr marL="9525" indent="0">
              <a:buNone/>
              <a:tabLst/>
              <a:defRPr/>
            </a:lvl3pPr>
            <a:lvl4pPr marL="9525" indent="0">
              <a:buNone/>
              <a:tabLst/>
              <a:defRPr/>
            </a:lvl4pPr>
            <a:lvl5pPr marL="9525" indent="0">
              <a:buNone/>
              <a:tabLst/>
              <a:defRPr/>
            </a:lvl5pPr>
          </a:lstStyle>
          <a:p>
            <a:pPr lvl="0"/>
            <a:r>
              <a:rPr lang="en-US"/>
              <a:t>Column header on 2 lines maximum</a:t>
            </a:r>
          </a:p>
        </p:txBody>
      </p:sp>
      <p:sp>
        <p:nvSpPr>
          <p:cNvPr id="7" name="Text Placeholder 15">
            <a:extLst>
              <a:ext uri="{FF2B5EF4-FFF2-40B4-BE49-F238E27FC236}">
                <a16:creationId xmlns:a16="http://schemas.microsoft.com/office/drawing/2014/main" id="{37CFEEE5-5B72-D937-E02B-2B4530C03604}"/>
              </a:ext>
            </a:extLst>
          </p:cNvPr>
          <p:cNvSpPr>
            <a:spLocks noGrp="1"/>
          </p:cNvSpPr>
          <p:nvPr>
            <p:ph type="body" sz="quarter" idx="23"/>
          </p:nvPr>
        </p:nvSpPr>
        <p:spPr>
          <a:xfrm>
            <a:off x="9145231" y="3712785"/>
            <a:ext cx="2530832" cy="2453057"/>
          </a:xfrm>
        </p:spPr>
        <p:txBody>
          <a:bodyPr tIns="0" rIns="72000" bIns="108000"/>
          <a:lstStyle>
            <a:lvl1pPr marL="0" indent="0">
              <a:spcBef>
                <a:spcPts val="400"/>
              </a:spcBef>
              <a:spcAft>
                <a:spcPts val="800"/>
              </a:spcAft>
              <a:buNone/>
              <a:defRPr sz="1200"/>
            </a:lvl1pPr>
            <a:lvl2pPr marL="139700" indent="-139700">
              <a:spcBef>
                <a:spcPts val="600"/>
              </a:spcBef>
              <a:spcAft>
                <a:spcPts val="400"/>
              </a:spcAft>
              <a:tabLst/>
              <a:defRPr sz="1200"/>
            </a:lvl2pPr>
            <a:lvl3pPr marL="269875" indent="-130175">
              <a:tabLst/>
              <a:defRPr sz="1200"/>
            </a:lvl3pPr>
            <a:lvl4pPr marL="269875" indent="-130175">
              <a:tabLst/>
              <a:defRPr sz="1100"/>
            </a:lvl4pPr>
            <a:lvl5pPr marL="269875" indent="-130175">
              <a:tabLst/>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1CD2898-AA3B-9C7F-4710-8EB57386F421}"/>
              </a:ext>
            </a:extLst>
          </p:cNvPr>
          <p:cNvSpPr>
            <a:spLocks noGrp="1"/>
          </p:cNvSpPr>
          <p:nvPr>
            <p:ph type="dt" sz="half" idx="10"/>
          </p:nvPr>
        </p:nvSpPr>
        <p:spPr/>
        <p:txBody>
          <a:bodyPr/>
          <a:lstStyle/>
          <a:p>
            <a:fld id="{9181136B-9666-B44E-84EE-B7024BCA8751}" type="datetime1">
              <a:rPr lang="en-CA" smtClean="0"/>
              <a:t>2026-08-19</a:t>
            </a:fld>
            <a:endParaRPr lang="en-US"/>
          </a:p>
        </p:txBody>
      </p:sp>
      <p:sp>
        <p:nvSpPr>
          <p:cNvPr id="10" name="Footer Placeholder 3">
            <a:extLst>
              <a:ext uri="{FF2B5EF4-FFF2-40B4-BE49-F238E27FC236}">
                <a16:creationId xmlns:a16="http://schemas.microsoft.com/office/drawing/2014/main" id="{94F487FC-EDAF-66CC-45C2-3C08C553B269}"/>
              </a:ext>
            </a:extLst>
          </p:cNvPr>
          <p:cNvSpPr>
            <a:spLocks noGrp="1"/>
          </p:cNvSpPr>
          <p:nvPr>
            <p:ph type="ftr" sz="quarter" idx="11"/>
          </p:nvPr>
        </p:nvSpPr>
        <p:spPr>
          <a:xfrm>
            <a:off x="515937" y="6392743"/>
            <a:ext cx="6364800" cy="118800"/>
          </a:xfrm>
          <a:prstGeom prst="rect">
            <a:avLst/>
          </a:prstGeom>
        </p:spPr>
        <p:txBody>
          <a:bodyPr/>
          <a:lstStyle>
            <a:lvl1pPr>
              <a:defRPr>
                <a:solidFill>
                  <a:srgbClr val="AC9ECA"/>
                </a:solidFill>
              </a:defRPr>
            </a:lvl1pPr>
          </a:lstStyle>
          <a:p>
            <a:endParaRPr lang="en-US"/>
          </a:p>
        </p:txBody>
      </p:sp>
      <p:sp>
        <p:nvSpPr>
          <p:cNvPr id="21" name="Slide Number Placeholder 4">
            <a:extLst>
              <a:ext uri="{FF2B5EF4-FFF2-40B4-BE49-F238E27FC236}">
                <a16:creationId xmlns:a16="http://schemas.microsoft.com/office/drawing/2014/main" id="{745B36D7-B7A3-1427-C0B0-B8A033ED52AC}"/>
              </a:ext>
            </a:extLst>
          </p:cNvPr>
          <p:cNvSpPr>
            <a:spLocks noGrp="1"/>
          </p:cNvSpPr>
          <p:nvPr>
            <p:ph type="sldNum" sz="quarter" idx="12"/>
          </p:nvPr>
        </p:nvSpPr>
        <p:spPr>
          <a:xfrm>
            <a:off x="11676063" y="6392743"/>
            <a:ext cx="345452" cy="118800"/>
          </a:xfrm>
        </p:spPr>
        <p:txBody>
          <a:bodyPr/>
          <a:lstStyle>
            <a:lvl1pPr>
              <a:defRPr>
                <a:solidFill>
                  <a:srgbClr val="AC9ECA"/>
                </a:solidFill>
              </a:defRPr>
            </a:lvl1pPr>
          </a:lstStyle>
          <a:p>
            <a:fld id="{081A679B-E68A-BD49-90E3-E1C9C41AED6B}" type="slidenum">
              <a:rPr lang="en-US" smtClean="0"/>
              <a:pPr/>
              <a:t>‹#›</a:t>
            </a:fld>
            <a:endParaRPr lang="en-US"/>
          </a:p>
        </p:txBody>
      </p:sp>
      <p:sp>
        <p:nvSpPr>
          <p:cNvPr id="4" name="Rechteck 1" descr="{&quot;templafy&quot;:{&quot;id&quot;:&quot;3751bca0-a368-4324-afa2-4b1824e3a767&quot;}}">
            <a:extLst>
              <a:ext uri="{FF2B5EF4-FFF2-40B4-BE49-F238E27FC236}">
                <a16:creationId xmlns:a16="http://schemas.microsoft.com/office/drawing/2014/main" id="{6DE1C4A6-D4B0-4835-3088-F5A726F4A3F6}"/>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rgbClr val="AC9ECA"/>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012283085"/>
      </p:ext>
    </p:extLst>
  </p:cSld>
  <p:clrMapOvr>
    <a:overrideClrMapping bg1="dk1" tx1="lt1" bg2="dk2" tx2="lt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F36D16B0-3ADE-DD47-83CE-1305D23E9A61}"/>
              </a:ext>
            </a:extLst>
          </p:cNvPr>
          <p:cNvSpPr>
            <a:spLocks noGrp="1"/>
          </p:cNvSpPr>
          <p:nvPr>
            <p:ph type="ftr" sz="quarter" idx="10"/>
          </p:nvPr>
        </p:nvSpPr>
        <p:spPr>
          <a:xfrm>
            <a:off x="495299" y="6532895"/>
            <a:ext cx="5943600" cy="118174"/>
          </a:xfrm>
        </p:spPr>
        <p:txBody>
          <a:bodyPr/>
          <a:lstStyle>
            <a:lvl1pPr>
              <a:defRPr>
                <a:solidFill>
                  <a:schemeClr val="accent5">
                    <a:lumMod val="60000"/>
                    <a:lumOff val="40000"/>
                  </a:schemeClr>
                </a:solidFill>
              </a:defRPr>
            </a:lvl1pPr>
          </a:lstStyle>
          <a:p>
            <a:endParaRPr lang="en-US"/>
          </a:p>
        </p:txBody>
      </p:sp>
      <p:sp>
        <p:nvSpPr>
          <p:cNvPr id="7" name="Title 1">
            <a:extLst>
              <a:ext uri="{FF2B5EF4-FFF2-40B4-BE49-F238E27FC236}">
                <a16:creationId xmlns:a16="http://schemas.microsoft.com/office/drawing/2014/main" id="{F56B218C-0241-074D-BD90-27E552E71C98}"/>
              </a:ext>
            </a:extLst>
          </p:cNvPr>
          <p:cNvSpPr>
            <a:spLocks noGrp="1"/>
          </p:cNvSpPr>
          <p:nvPr>
            <p:ph type="title"/>
          </p:nvPr>
        </p:nvSpPr>
        <p:spPr>
          <a:xfrm>
            <a:off x="495300" y="646771"/>
            <a:ext cx="11187112" cy="357832"/>
          </a:xfrm>
        </p:spPr>
        <p:txBody>
          <a:bodyPr/>
          <a:lstStyle/>
          <a:p>
            <a:r>
              <a:rPr lang="en-US"/>
              <a:t>Click to edit Master title style</a:t>
            </a:r>
          </a:p>
        </p:txBody>
      </p:sp>
      <p:sp>
        <p:nvSpPr>
          <p:cNvPr id="8" name="Content Placeholder 4">
            <a:extLst>
              <a:ext uri="{FF2B5EF4-FFF2-40B4-BE49-F238E27FC236}">
                <a16:creationId xmlns:a16="http://schemas.microsoft.com/office/drawing/2014/main" id="{DB853B50-E269-DF43-AAE9-523798C62499}"/>
              </a:ext>
            </a:extLst>
          </p:cNvPr>
          <p:cNvSpPr>
            <a:spLocks noGrp="1"/>
          </p:cNvSpPr>
          <p:nvPr>
            <p:ph sz="quarter" idx="14"/>
          </p:nvPr>
        </p:nvSpPr>
        <p:spPr>
          <a:xfrm>
            <a:off x="495300" y="1719072"/>
            <a:ext cx="11187112" cy="4681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ubtitle">
            <a:extLst>
              <a:ext uri="{FF2B5EF4-FFF2-40B4-BE49-F238E27FC236}">
                <a16:creationId xmlns:a16="http://schemas.microsoft.com/office/drawing/2014/main" id="{4A2A4FE0-4282-C34E-A8FD-CAE319C06BC6}"/>
              </a:ext>
            </a:extLst>
          </p:cNvPr>
          <p:cNvSpPr>
            <a:spLocks noGrp="1"/>
          </p:cNvSpPr>
          <p:nvPr>
            <p:ph type="subTitle" idx="1"/>
          </p:nvPr>
        </p:nvSpPr>
        <p:spPr>
          <a:xfrm>
            <a:off x="494189" y="1088135"/>
            <a:ext cx="11188223" cy="236347"/>
          </a:xfrm>
          <a:prstGeom prst="rect">
            <a:avLst/>
          </a:prstGeom>
        </p:spPr>
        <p:txBody>
          <a:bodyPr>
            <a:spAutoFit/>
          </a:bodyPr>
          <a:lstStyle>
            <a:lvl1pPr marL="0" indent="0" algn="l" defTabSz="914400" rtl="0" eaLnBrk="1" latinLnBrk="0" hangingPunct="1">
              <a:lnSpc>
                <a:spcPct val="96000"/>
              </a:lnSpc>
              <a:spcBef>
                <a:spcPts val="900"/>
              </a:spcBef>
              <a:buClr>
                <a:schemeClr val="accent1"/>
              </a:buClr>
              <a:buFont typeface="Arial" panose="020B0604020202020204" pitchFamily="34" charset="0"/>
              <a:buNone/>
              <a:defRPr lang="en-US" sz="1600" kern="1200" baseline="0" dirty="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50781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userDrawn="1">
  <p:cSld name="1_Title Blue">
    <p:bg>
      <p:bgPr>
        <a:solidFill>
          <a:schemeClr val="accent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6E048808-9D96-49F4-AAF9-8EF21E48FAE0}"/>
              </a:ext>
            </a:extLst>
          </p:cNvPr>
          <p:cNvSpPr>
            <a:spLocks/>
          </p:cNvSpPr>
          <p:nvPr userDrawn="1"/>
        </p:nvSpPr>
        <p:spPr bwMode="auto">
          <a:xfrm>
            <a:off x="-876300" y="4977549"/>
            <a:ext cx="12552239" cy="3889360"/>
          </a:xfrm>
          <a:custGeom>
            <a:avLst/>
            <a:gdLst>
              <a:gd name="T0" fmla="*/ 2068 w 2327"/>
              <a:gd name="T1" fmla="*/ 28 h 720"/>
              <a:gd name="T2" fmla="*/ 2029 w 2327"/>
              <a:gd name="T3" fmla="*/ 0 h 720"/>
              <a:gd name="T4" fmla="*/ 1921 w 2327"/>
              <a:gd name="T5" fmla="*/ 0 h 720"/>
              <a:gd name="T6" fmla="*/ 1881 w 2327"/>
              <a:gd name="T7" fmla="*/ 28 h 720"/>
              <a:gd name="T8" fmla="*/ 1706 w 2327"/>
              <a:gd name="T9" fmla="*/ 507 h 720"/>
              <a:gd name="T10" fmla="*/ 1525 w 2327"/>
              <a:gd name="T11" fmla="*/ 28 h 720"/>
              <a:gd name="T12" fmla="*/ 1486 w 2327"/>
              <a:gd name="T13" fmla="*/ 0 h 720"/>
              <a:gd name="T14" fmla="*/ 1379 w 2327"/>
              <a:gd name="T15" fmla="*/ 0 h 720"/>
              <a:gd name="T16" fmla="*/ 1340 w 2327"/>
              <a:gd name="T17" fmla="*/ 28 h 720"/>
              <a:gd name="T18" fmla="*/ 1163 w 2327"/>
              <a:gd name="T19" fmla="*/ 507 h 720"/>
              <a:gd name="T20" fmla="*/ 985 w 2327"/>
              <a:gd name="T21" fmla="*/ 28 h 720"/>
              <a:gd name="T22" fmla="*/ 946 w 2327"/>
              <a:gd name="T23" fmla="*/ 0 h 720"/>
              <a:gd name="T24" fmla="*/ 840 w 2327"/>
              <a:gd name="T25" fmla="*/ 0 h 720"/>
              <a:gd name="T26" fmla="*/ 800 w 2327"/>
              <a:gd name="T27" fmla="*/ 28 h 720"/>
              <a:gd name="T28" fmla="*/ 621 w 2327"/>
              <a:gd name="T29" fmla="*/ 507 h 720"/>
              <a:gd name="T30" fmla="*/ 444 w 2327"/>
              <a:gd name="T31" fmla="*/ 28 h 720"/>
              <a:gd name="T32" fmla="*/ 406 w 2327"/>
              <a:gd name="T33" fmla="*/ 0 h 720"/>
              <a:gd name="T34" fmla="*/ 297 w 2327"/>
              <a:gd name="T35" fmla="*/ 0 h 720"/>
              <a:gd name="T36" fmla="*/ 258 w 2327"/>
              <a:gd name="T37" fmla="*/ 28 h 720"/>
              <a:gd name="T38" fmla="*/ 6 w 2327"/>
              <a:gd name="T39" fmla="*/ 684 h 720"/>
              <a:gd name="T40" fmla="*/ 31 w 2327"/>
              <a:gd name="T41" fmla="*/ 720 h 720"/>
              <a:gd name="T42" fmla="*/ 127 w 2327"/>
              <a:gd name="T43" fmla="*/ 720 h 720"/>
              <a:gd name="T44" fmla="*/ 166 w 2327"/>
              <a:gd name="T45" fmla="*/ 693 h 720"/>
              <a:gd name="T46" fmla="*/ 351 w 2327"/>
              <a:gd name="T47" fmla="*/ 198 h 720"/>
              <a:gd name="T48" fmla="*/ 536 w 2327"/>
              <a:gd name="T49" fmla="*/ 693 h 720"/>
              <a:gd name="T50" fmla="*/ 575 w 2327"/>
              <a:gd name="T51" fmla="*/ 720 h 720"/>
              <a:gd name="T52" fmla="*/ 663 w 2327"/>
              <a:gd name="T53" fmla="*/ 720 h 720"/>
              <a:gd name="T54" fmla="*/ 703 w 2327"/>
              <a:gd name="T55" fmla="*/ 693 h 720"/>
              <a:gd name="T56" fmla="*/ 892 w 2327"/>
              <a:gd name="T57" fmla="*/ 198 h 720"/>
              <a:gd name="T58" fmla="*/ 1075 w 2327"/>
              <a:gd name="T59" fmla="*/ 693 h 720"/>
              <a:gd name="T60" fmla="*/ 1115 w 2327"/>
              <a:gd name="T61" fmla="*/ 720 h 720"/>
              <a:gd name="T62" fmla="*/ 1208 w 2327"/>
              <a:gd name="T63" fmla="*/ 720 h 720"/>
              <a:gd name="T64" fmla="*/ 1247 w 2327"/>
              <a:gd name="T65" fmla="*/ 693 h 720"/>
              <a:gd name="T66" fmla="*/ 1432 w 2327"/>
              <a:gd name="T67" fmla="*/ 198 h 720"/>
              <a:gd name="T68" fmla="*/ 1620 w 2327"/>
              <a:gd name="T69" fmla="*/ 693 h 720"/>
              <a:gd name="T70" fmla="*/ 1659 w 2327"/>
              <a:gd name="T71" fmla="*/ 720 h 720"/>
              <a:gd name="T72" fmla="*/ 1748 w 2327"/>
              <a:gd name="T73" fmla="*/ 720 h 720"/>
              <a:gd name="T74" fmla="*/ 1787 w 2327"/>
              <a:gd name="T75" fmla="*/ 693 h 720"/>
              <a:gd name="T76" fmla="*/ 1973 w 2327"/>
              <a:gd name="T77" fmla="*/ 201 h 720"/>
              <a:gd name="T78" fmla="*/ 2156 w 2327"/>
              <a:gd name="T79" fmla="*/ 693 h 720"/>
              <a:gd name="T80" fmla="*/ 2196 w 2327"/>
              <a:gd name="T81" fmla="*/ 720 h 720"/>
              <a:gd name="T82" fmla="*/ 2295 w 2327"/>
              <a:gd name="T83" fmla="*/ 720 h 720"/>
              <a:gd name="T84" fmla="*/ 2319 w 2327"/>
              <a:gd name="T85" fmla="*/ 684 h 720"/>
              <a:gd name="T86" fmla="*/ 2068 w 2327"/>
              <a:gd name="T87" fmla="*/ 28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27" h="720">
                <a:moveTo>
                  <a:pt x="2068" y="28"/>
                </a:moveTo>
                <a:cubicBezTo>
                  <a:pt x="2060" y="9"/>
                  <a:pt x="2047" y="0"/>
                  <a:pt x="2029" y="0"/>
                </a:cubicBezTo>
                <a:cubicBezTo>
                  <a:pt x="2029" y="0"/>
                  <a:pt x="2029" y="0"/>
                  <a:pt x="1921" y="0"/>
                </a:cubicBezTo>
                <a:cubicBezTo>
                  <a:pt x="1903" y="0"/>
                  <a:pt x="1889" y="9"/>
                  <a:pt x="1881" y="28"/>
                </a:cubicBezTo>
                <a:cubicBezTo>
                  <a:pt x="1881" y="28"/>
                  <a:pt x="1881" y="28"/>
                  <a:pt x="1706" y="507"/>
                </a:cubicBezTo>
                <a:cubicBezTo>
                  <a:pt x="1706" y="507"/>
                  <a:pt x="1706" y="507"/>
                  <a:pt x="1525" y="28"/>
                </a:cubicBezTo>
                <a:cubicBezTo>
                  <a:pt x="1517" y="9"/>
                  <a:pt x="1504" y="0"/>
                  <a:pt x="1486" y="0"/>
                </a:cubicBezTo>
                <a:cubicBezTo>
                  <a:pt x="1486" y="0"/>
                  <a:pt x="1486" y="0"/>
                  <a:pt x="1379" y="0"/>
                </a:cubicBezTo>
                <a:cubicBezTo>
                  <a:pt x="1361" y="0"/>
                  <a:pt x="1348" y="9"/>
                  <a:pt x="1340" y="28"/>
                </a:cubicBezTo>
                <a:cubicBezTo>
                  <a:pt x="1340" y="28"/>
                  <a:pt x="1340" y="28"/>
                  <a:pt x="1163" y="507"/>
                </a:cubicBezTo>
                <a:cubicBezTo>
                  <a:pt x="1163" y="507"/>
                  <a:pt x="1163" y="507"/>
                  <a:pt x="985" y="28"/>
                </a:cubicBezTo>
                <a:cubicBezTo>
                  <a:pt x="978" y="9"/>
                  <a:pt x="964" y="0"/>
                  <a:pt x="946" y="0"/>
                </a:cubicBezTo>
                <a:cubicBezTo>
                  <a:pt x="946" y="0"/>
                  <a:pt x="946" y="0"/>
                  <a:pt x="840" y="0"/>
                </a:cubicBezTo>
                <a:cubicBezTo>
                  <a:pt x="822" y="0"/>
                  <a:pt x="808" y="9"/>
                  <a:pt x="800" y="28"/>
                </a:cubicBezTo>
                <a:cubicBezTo>
                  <a:pt x="800" y="28"/>
                  <a:pt x="800" y="28"/>
                  <a:pt x="621" y="507"/>
                </a:cubicBezTo>
                <a:cubicBezTo>
                  <a:pt x="621" y="507"/>
                  <a:pt x="621" y="507"/>
                  <a:pt x="444" y="28"/>
                </a:cubicBezTo>
                <a:cubicBezTo>
                  <a:pt x="436" y="9"/>
                  <a:pt x="424" y="0"/>
                  <a:pt x="406" y="0"/>
                </a:cubicBezTo>
                <a:cubicBezTo>
                  <a:pt x="406" y="0"/>
                  <a:pt x="406" y="0"/>
                  <a:pt x="297" y="0"/>
                </a:cubicBezTo>
                <a:cubicBezTo>
                  <a:pt x="279" y="0"/>
                  <a:pt x="265" y="9"/>
                  <a:pt x="258" y="28"/>
                </a:cubicBezTo>
                <a:cubicBezTo>
                  <a:pt x="258" y="28"/>
                  <a:pt x="258" y="28"/>
                  <a:pt x="6" y="684"/>
                </a:cubicBezTo>
                <a:cubicBezTo>
                  <a:pt x="0" y="702"/>
                  <a:pt x="8" y="720"/>
                  <a:pt x="31" y="720"/>
                </a:cubicBezTo>
                <a:cubicBezTo>
                  <a:pt x="31" y="720"/>
                  <a:pt x="31" y="720"/>
                  <a:pt x="127" y="720"/>
                </a:cubicBezTo>
                <a:cubicBezTo>
                  <a:pt x="145" y="720"/>
                  <a:pt x="160" y="711"/>
                  <a:pt x="166" y="693"/>
                </a:cubicBezTo>
                <a:cubicBezTo>
                  <a:pt x="166" y="693"/>
                  <a:pt x="166" y="693"/>
                  <a:pt x="351" y="198"/>
                </a:cubicBezTo>
                <a:cubicBezTo>
                  <a:pt x="351" y="198"/>
                  <a:pt x="351" y="198"/>
                  <a:pt x="536" y="693"/>
                </a:cubicBezTo>
                <a:cubicBezTo>
                  <a:pt x="543" y="712"/>
                  <a:pt x="557" y="720"/>
                  <a:pt x="575" y="720"/>
                </a:cubicBezTo>
                <a:cubicBezTo>
                  <a:pt x="575" y="720"/>
                  <a:pt x="575" y="720"/>
                  <a:pt x="663" y="720"/>
                </a:cubicBezTo>
                <a:cubicBezTo>
                  <a:pt x="682" y="720"/>
                  <a:pt x="695" y="712"/>
                  <a:pt x="703" y="693"/>
                </a:cubicBezTo>
                <a:cubicBezTo>
                  <a:pt x="703" y="693"/>
                  <a:pt x="703" y="693"/>
                  <a:pt x="892" y="198"/>
                </a:cubicBezTo>
                <a:cubicBezTo>
                  <a:pt x="892" y="198"/>
                  <a:pt x="892" y="198"/>
                  <a:pt x="1075" y="693"/>
                </a:cubicBezTo>
                <a:cubicBezTo>
                  <a:pt x="1083" y="711"/>
                  <a:pt x="1097" y="720"/>
                  <a:pt x="1115" y="720"/>
                </a:cubicBezTo>
                <a:cubicBezTo>
                  <a:pt x="1115" y="720"/>
                  <a:pt x="1115" y="720"/>
                  <a:pt x="1208" y="720"/>
                </a:cubicBezTo>
                <a:cubicBezTo>
                  <a:pt x="1226" y="720"/>
                  <a:pt x="1240" y="711"/>
                  <a:pt x="1247" y="693"/>
                </a:cubicBezTo>
                <a:cubicBezTo>
                  <a:pt x="1247" y="693"/>
                  <a:pt x="1247" y="693"/>
                  <a:pt x="1432" y="198"/>
                </a:cubicBezTo>
                <a:cubicBezTo>
                  <a:pt x="1432" y="198"/>
                  <a:pt x="1432" y="198"/>
                  <a:pt x="1620" y="693"/>
                </a:cubicBezTo>
                <a:cubicBezTo>
                  <a:pt x="1627" y="712"/>
                  <a:pt x="1641" y="720"/>
                  <a:pt x="1659" y="720"/>
                </a:cubicBezTo>
                <a:cubicBezTo>
                  <a:pt x="1659" y="720"/>
                  <a:pt x="1659" y="720"/>
                  <a:pt x="1748" y="720"/>
                </a:cubicBezTo>
                <a:cubicBezTo>
                  <a:pt x="1766" y="720"/>
                  <a:pt x="1779" y="712"/>
                  <a:pt x="1787" y="693"/>
                </a:cubicBezTo>
                <a:cubicBezTo>
                  <a:pt x="1787" y="693"/>
                  <a:pt x="1787" y="693"/>
                  <a:pt x="1973" y="201"/>
                </a:cubicBezTo>
                <a:cubicBezTo>
                  <a:pt x="1973" y="201"/>
                  <a:pt x="1973" y="201"/>
                  <a:pt x="2156" y="693"/>
                </a:cubicBezTo>
                <a:cubicBezTo>
                  <a:pt x="2162" y="711"/>
                  <a:pt x="2178" y="720"/>
                  <a:pt x="2196" y="720"/>
                </a:cubicBezTo>
                <a:cubicBezTo>
                  <a:pt x="2196" y="720"/>
                  <a:pt x="2196" y="720"/>
                  <a:pt x="2295" y="720"/>
                </a:cubicBezTo>
                <a:cubicBezTo>
                  <a:pt x="2317" y="720"/>
                  <a:pt x="2327" y="702"/>
                  <a:pt x="2319" y="684"/>
                </a:cubicBezTo>
                <a:cubicBezTo>
                  <a:pt x="2319" y="684"/>
                  <a:pt x="2319" y="684"/>
                  <a:pt x="2068" y="28"/>
                </a:cubicBezTo>
                <a:close/>
              </a:path>
            </a:pathLst>
          </a:custGeom>
          <a:solidFill>
            <a:srgbClr val="214ACD"/>
          </a:solidFill>
          <a:ln>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35" name="Text Placeholder 48">
            <a:extLst>
              <a:ext uri="{FF2B5EF4-FFF2-40B4-BE49-F238E27FC236}">
                <a16:creationId xmlns:a16="http://schemas.microsoft.com/office/drawing/2014/main" id="{AF53501B-85ED-A842-A9B0-46F3598AE1CD}"/>
              </a:ext>
            </a:extLst>
          </p:cNvPr>
          <p:cNvSpPr>
            <a:spLocks noGrp="1"/>
          </p:cNvSpPr>
          <p:nvPr>
            <p:ph type="body" sz="quarter" idx="14" hasCustomPrompt="1"/>
          </p:nvPr>
        </p:nvSpPr>
        <p:spPr bwMode="gray">
          <a:xfrm>
            <a:off x="479626" y="5520817"/>
            <a:ext cx="6454175" cy="265271"/>
          </a:xfrm>
          <a:prstGeom prst="rect">
            <a:avLst/>
          </a:prstGeom>
        </p:spPr>
        <p:txBody>
          <a:bodyPr wrap="none"/>
          <a:lstStyle>
            <a:lvl1pPr marL="0" marR="0" indent="0" algn="l" defTabSz="914400" rtl="0" eaLnBrk="1" fontAlgn="auto" latinLnBrk="0" hangingPunct="1">
              <a:lnSpc>
                <a:spcPct val="87000"/>
              </a:lnSpc>
              <a:spcBef>
                <a:spcPts val="0"/>
              </a:spcBef>
              <a:spcAft>
                <a:spcPts val="0"/>
              </a:spcAft>
              <a:buClr>
                <a:srgbClr val="3253DC"/>
              </a:buClr>
              <a:buSzTx/>
              <a:buFont typeface="Arial" panose="020B0604020202020204" pitchFamily="34" charset="0"/>
              <a:buNone/>
              <a:tabLst/>
              <a:defRPr sz="1600" b="1">
                <a:solidFill>
                  <a:schemeClr val="bg1"/>
                </a:solidFill>
              </a:defRPr>
            </a:lvl1pPr>
            <a:lvl2pPr marL="0" indent="0">
              <a:lnSpc>
                <a:spcPct val="98000"/>
              </a:lnSpc>
              <a:spcBef>
                <a:spcPts val="0"/>
              </a:spcBef>
              <a:buNone/>
              <a:defRPr sz="1600">
                <a:solidFill>
                  <a:schemeClr val="bg1"/>
                </a:solidFill>
              </a:defRPr>
            </a:lvl2pPr>
            <a:lvl3pPr marL="0" indent="0">
              <a:lnSpc>
                <a:spcPct val="98000"/>
              </a:lnSpc>
              <a:spcBef>
                <a:spcPts val="0"/>
              </a:spcBef>
              <a:buNone/>
              <a:defRPr sz="1600">
                <a:solidFill>
                  <a:schemeClr val="bg1"/>
                </a:solidFill>
              </a:defRPr>
            </a:lvl3pPr>
            <a:lvl4pPr marL="0" indent="0">
              <a:lnSpc>
                <a:spcPct val="98000"/>
              </a:lnSpc>
              <a:spcBef>
                <a:spcPts val="0"/>
              </a:spcBef>
              <a:buNone/>
              <a:defRPr sz="1600">
                <a:solidFill>
                  <a:schemeClr val="bg1"/>
                </a:solidFill>
              </a:defRPr>
            </a:lvl4pPr>
            <a:lvl5pPr marL="0" indent="0">
              <a:lnSpc>
                <a:spcPct val="98000"/>
              </a:lnSpc>
              <a:spcBef>
                <a:spcPts val="0"/>
              </a:spcBef>
              <a:buNone/>
              <a:defRPr sz="1600">
                <a:solidFill>
                  <a:schemeClr val="bg1"/>
                </a:solidFill>
              </a:defRPr>
            </a:lvl5pPr>
          </a:lstStyle>
          <a:p>
            <a:pPr marL="0" marR="0" lvl="0" indent="0" algn="l" defTabSz="914400" rtl="0" eaLnBrk="1" fontAlgn="auto" latinLnBrk="0" hangingPunct="1">
              <a:lnSpc>
                <a:spcPct val="98000"/>
              </a:lnSpc>
              <a:spcBef>
                <a:spcPts val="0"/>
              </a:spcBef>
              <a:spcAft>
                <a:spcPts val="0"/>
              </a:spcAft>
              <a:buClr>
                <a:srgbClr val="3253DC"/>
              </a:buClr>
              <a:buSzTx/>
              <a:buFont typeface="Arial" panose="020B0604020202020204" pitchFamily="34" charset="0"/>
              <a:buNone/>
              <a:tabLst/>
              <a:defRPr/>
            </a:pPr>
            <a:r>
              <a:rPr lang="en-US"/>
              <a:t>@</a:t>
            </a:r>
            <a:r>
              <a:rPr lang="en-US" err="1"/>
              <a:t>qualcomm</a:t>
            </a:r>
            <a:endParaRPr lang="en-US"/>
          </a:p>
        </p:txBody>
      </p:sp>
      <p:sp>
        <p:nvSpPr>
          <p:cNvPr id="11" name="Text Placeholder 7">
            <a:extLst>
              <a:ext uri="{FF2B5EF4-FFF2-40B4-BE49-F238E27FC236}">
                <a16:creationId xmlns:a16="http://schemas.microsoft.com/office/drawing/2014/main" id="{A4CE2BBA-DEBC-8040-A56C-C6C64C29A740}"/>
              </a:ext>
            </a:extLst>
          </p:cNvPr>
          <p:cNvSpPr>
            <a:spLocks noGrp="1"/>
          </p:cNvSpPr>
          <p:nvPr>
            <p:ph type="body" sz="quarter" idx="10" hasCustomPrompt="1"/>
          </p:nvPr>
        </p:nvSpPr>
        <p:spPr bwMode="gray">
          <a:xfrm>
            <a:off x="495300" y="4195085"/>
            <a:ext cx="8334375" cy="961930"/>
          </a:xfrm>
          <a:prstGeom prst="rect">
            <a:avLst/>
          </a:prstGeom>
        </p:spPr>
        <p:txBody>
          <a:bodyPr>
            <a:noAutofit/>
          </a:bodyPr>
          <a:lstStyle>
            <a:lvl1pPr marL="0" indent="0">
              <a:spcBef>
                <a:spcPts val="0"/>
              </a:spcBef>
              <a:spcAft>
                <a:spcPts val="600"/>
              </a:spcAft>
              <a:buFont typeface="Microsoft Sans Serif" panose="020B0604020202020204" pitchFamily="34" charset="0"/>
              <a:buChar char="​"/>
              <a:defRPr sz="2000" b="1" spc="30" baseline="0">
                <a:solidFill>
                  <a:schemeClr val="bg1"/>
                </a:solidFill>
              </a:defRPr>
            </a:lvl1pPr>
            <a:lvl2pPr marL="0" indent="0">
              <a:lnSpc>
                <a:spcPct val="96000"/>
              </a:lnSpc>
              <a:spcBef>
                <a:spcPts val="0"/>
              </a:spcBef>
              <a:buFont typeface="Microsoft Sans Serif" panose="020B0604020202020204" pitchFamily="34" charset="0"/>
              <a:buNone/>
              <a:defRPr sz="1600">
                <a:solidFill>
                  <a:schemeClr val="bg1"/>
                </a:solidFill>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a:t>Speaker name</a:t>
            </a:r>
          </a:p>
          <a:p>
            <a:pPr lvl="1"/>
            <a:r>
              <a:rPr lang="en-US"/>
              <a:t>Speaker title, Employing entity</a:t>
            </a:r>
          </a:p>
          <a:p>
            <a:pPr lvl="1"/>
            <a:endParaRPr lang="en-US"/>
          </a:p>
        </p:txBody>
      </p:sp>
      <p:sp>
        <p:nvSpPr>
          <p:cNvPr id="12" name="Text Placeholder 5">
            <a:extLst>
              <a:ext uri="{FF2B5EF4-FFF2-40B4-BE49-F238E27FC236}">
                <a16:creationId xmlns:a16="http://schemas.microsoft.com/office/drawing/2014/main" id="{1BFE83DC-9E6F-C938-88C6-2E34095F842F}"/>
              </a:ext>
            </a:extLst>
          </p:cNvPr>
          <p:cNvSpPr>
            <a:spLocks noGrp="1"/>
          </p:cNvSpPr>
          <p:nvPr>
            <p:ph type="body" sz="quarter" idx="13" hasCustomPrompt="1"/>
          </p:nvPr>
        </p:nvSpPr>
        <p:spPr bwMode="gray">
          <a:xfrm>
            <a:off x="8829675" y="512165"/>
            <a:ext cx="2867025" cy="262176"/>
          </a:xfrm>
          <a:prstGeom prst="rect">
            <a:avLst/>
          </a:prstGeom>
        </p:spPr>
        <p:txBody>
          <a:bodyPr wrap="none"/>
          <a:lstStyle>
            <a:lvl1pPr marL="0" indent="0" algn="r">
              <a:lnSpc>
                <a:spcPct val="87000"/>
              </a:lnSpc>
              <a:spcBef>
                <a:spcPts val="0"/>
              </a:spcBef>
              <a:buNone/>
              <a:defRPr sz="1600">
                <a:solidFill>
                  <a:schemeClr val="bg1"/>
                </a:solidFill>
              </a:defRPr>
            </a:lvl1pPr>
            <a:lvl2pPr marL="0" indent="0">
              <a:lnSpc>
                <a:spcPct val="98000"/>
              </a:lnSpc>
              <a:spcBef>
                <a:spcPts val="0"/>
              </a:spcBef>
              <a:buNone/>
              <a:defRPr sz="1600">
                <a:solidFill>
                  <a:schemeClr val="bg1"/>
                </a:solidFill>
              </a:defRPr>
            </a:lvl2pPr>
            <a:lvl3pPr marL="0" indent="0">
              <a:lnSpc>
                <a:spcPct val="98000"/>
              </a:lnSpc>
              <a:spcBef>
                <a:spcPts val="0"/>
              </a:spcBef>
              <a:buNone/>
              <a:defRPr sz="1600">
                <a:solidFill>
                  <a:schemeClr val="bg1"/>
                </a:solidFill>
              </a:defRPr>
            </a:lvl3pPr>
            <a:lvl4pPr marL="0" indent="0">
              <a:lnSpc>
                <a:spcPct val="98000"/>
              </a:lnSpc>
              <a:spcBef>
                <a:spcPts val="0"/>
              </a:spcBef>
              <a:buNone/>
              <a:defRPr sz="1600">
                <a:solidFill>
                  <a:schemeClr val="bg1"/>
                </a:solidFill>
              </a:defRPr>
            </a:lvl4pPr>
            <a:lvl5pPr marL="0" indent="0">
              <a:lnSpc>
                <a:spcPct val="98000"/>
              </a:lnSpc>
              <a:spcBef>
                <a:spcPts val="0"/>
              </a:spcBef>
              <a:buNone/>
              <a:defRPr sz="1600">
                <a:solidFill>
                  <a:schemeClr val="bg1"/>
                </a:solidFill>
              </a:defRPr>
            </a:lvl5pPr>
          </a:lstStyle>
          <a:p>
            <a:pPr lvl="0"/>
            <a:r>
              <a:rPr lang="en-US"/>
              <a:t>Date</a:t>
            </a:r>
          </a:p>
        </p:txBody>
      </p:sp>
      <p:sp>
        <p:nvSpPr>
          <p:cNvPr id="13" name="Title 2">
            <a:extLst>
              <a:ext uri="{FF2B5EF4-FFF2-40B4-BE49-F238E27FC236}">
                <a16:creationId xmlns:a16="http://schemas.microsoft.com/office/drawing/2014/main" id="{ABD83B88-A2C3-D414-9EA3-8923652EF50B}"/>
              </a:ext>
            </a:extLst>
          </p:cNvPr>
          <p:cNvSpPr>
            <a:spLocks noGrp="1"/>
          </p:cNvSpPr>
          <p:nvPr>
            <p:ph type="title"/>
          </p:nvPr>
        </p:nvSpPr>
        <p:spPr bwMode="gray">
          <a:xfrm>
            <a:off x="431638" y="2631736"/>
            <a:ext cx="8416582" cy="1445909"/>
          </a:xfrm>
        </p:spPr>
        <p:txBody>
          <a:bodyPr wrap="square">
            <a:spAutoFit/>
          </a:bodyPr>
          <a:lstStyle>
            <a:lvl1pPr>
              <a:lnSpc>
                <a:spcPct val="87000"/>
              </a:lnSpc>
              <a:defRPr sz="5400">
                <a:solidFill>
                  <a:schemeClr val="bg1"/>
                </a:solidFill>
              </a:defRPr>
            </a:lvl1pPr>
          </a:lstStyle>
          <a:p>
            <a:r>
              <a:rPr lang="en-US"/>
              <a:t>Click to edit Master title style</a:t>
            </a:r>
          </a:p>
        </p:txBody>
      </p:sp>
      <p:sp>
        <p:nvSpPr>
          <p:cNvPr id="14" name="Freeform 5">
            <a:extLst>
              <a:ext uri="{FF2B5EF4-FFF2-40B4-BE49-F238E27FC236}">
                <a16:creationId xmlns:a16="http://schemas.microsoft.com/office/drawing/2014/main" id="{4631230A-B24E-306B-C5ED-54A596C81C1B}"/>
              </a:ext>
            </a:extLst>
          </p:cNvPr>
          <p:cNvSpPr>
            <a:spLocks noChangeAspect="1" noEditPoints="1"/>
          </p:cNvSpPr>
          <p:nvPr userDrawn="1"/>
        </p:nvSpPr>
        <p:spPr bwMode="black">
          <a:xfrm>
            <a:off x="482438" y="460180"/>
            <a:ext cx="1432990" cy="262653"/>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icrosoft Sans Serif"/>
              <a:ea typeface="+mn-ea"/>
              <a:cs typeface="+mn-cs"/>
            </a:endParaRPr>
          </a:p>
        </p:txBody>
      </p:sp>
      <p:sp>
        <p:nvSpPr>
          <p:cNvPr id="15" name="Text Placeholder 7">
            <a:extLst>
              <a:ext uri="{FF2B5EF4-FFF2-40B4-BE49-F238E27FC236}">
                <a16:creationId xmlns:a16="http://schemas.microsoft.com/office/drawing/2014/main" id="{1C4BFDED-1EBC-5640-DD94-82C0EE38DB2E}"/>
              </a:ext>
            </a:extLst>
          </p:cNvPr>
          <p:cNvSpPr>
            <a:spLocks noGrp="1"/>
          </p:cNvSpPr>
          <p:nvPr>
            <p:ph type="body" sz="quarter" idx="12" hasCustomPrompt="1"/>
          </p:nvPr>
        </p:nvSpPr>
        <p:spPr bwMode="gray">
          <a:xfrm>
            <a:off x="3103563" y="512165"/>
            <a:ext cx="4783137" cy="226772"/>
          </a:xfrm>
          <a:prstGeom prst="rect">
            <a:avLst/>
          </a:prstGeom>
        </p:spPr>
        <p:txBody>
          <a:bodyPr wrap="none"/>
          <a:lstStyle>
            <a:lvl1pPr marL="0" indent="0" algn="r">
              <a:lnSpc>
                <a:spcPct val="87000"/>
              </a:lnSpc>
              <a:spcBef>
                <a:spcPts val="0"/>
              </a:spcBef>
              <a:buNone/>
              <a:defRPr sz="1600" b="0">
                <a:solidFill>
                  <a:schemeClr val="bg1"/>
                </a:solidFill>
              </a:defRPr>
            </a:lvl1pPr>
            <a:lvl2pPr marL="0" indent="0" algn="r">
              <a:lnSpc>
                <a:spcPct val="90000"/>
              </a:lnSpc>
              <a:spcBef>
                <a:spcPts val="0"/>
              </a:spcBef>
              <a:buNone/>
              <a:defRPr sz="1600">
                <a:solidFill>
                  <a:schemeClr val="bg1"/>
                </a:solidFill>
              </a:defRPr>
            </a:lvl2pPr>
            <a:lvl3pPr marL="0" indent="0" algn="r">
              <a:lnSpc>
                <a:spcPct val="90000"/>
              </a:lnSpc>
              <a:spcBef>
                <a:spcPts val="0"/>
              </a:spcBef>
              <a:buNone/>
              <a:defRPr sz="1600">
                <a:solidFill>
                  <a:schemeClr val="bg1"/>
                </a:solidFill>
              </a:defRPr>
            </a:lvl3pPr>
            <a:lvl4pPr marL="0" indent="0" algn="r">
              <a:lnSpc>
                <a:spcPct val="90000"/>
              </a:lnSpc>
              <a:spcBef>
                <a:spcPts val="0"/>
              </a:spcBef>
              <a:buNone/>
              <a:defRPr sz="1600">
                <a:solidFill>
                  <a:schemeClr val="bg1"/>
                </a:solidFill>
              </a:defRPr>
            </a:lvl4pPr>
            <a:lvl5pPr marL="0" indent="0" algn="r">
              <a:lnSpc>
                <a:spcPct val="90000"/>
              </a:lnSpc>
              <a:spcBef>
                <a:spcPts val="0"/>
              </a:spcBef>
              <a:buNone/>
              <a:defRPr sz="1600">
                <a:solidFill>
                  <a:schemeClr val="bg1"/>
                </a:solidFill>
              </a:defRPr>
            </a:lvl5pPr>
          </a:lstStyle>
          <a:p>
            <a:pPr lvl="0"/>
            <a:r>
              <a:rPr lang="en-US"/>
              <a:t>Location</a:t>
            </a:r>
          </a:p>
        </p:txBody>
      </p:sp>
      <p:sp>
        <p:nvSpPr>
          <p:cNvPr id="2" name="Rechteck 1" descr="{&quot;templafy&quot;:{&quot;id&quot;:&quot;6e5405ce-5522-489f-8a67-74c5de8a63c4&quot;}}">
            <a:extLst>
              <a:ext uri="{FF2B5EF4-FFF2-40B4-BE49-F238E27FC236}">
                <a16:creationId xmlns:a16="http://schemas.microsoft.com/office/drawing/2014/main" id="{BEF42292-FA12-D531-AA92-7CCCFFFC174F}"/>
              </a:ext>
            </a:extLst>
          </p:cNvPr>
          <p:cNvSpPr/>
          <p:nvPr userDrawn="1"/>
        </p:nvSpPr>
        <p:spPr>
          <a:xfrm>
            <a:off x="6576059" y="6534000"/>
            <a:ext cx="4753929"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a:lnSpc>
                <a:spcPct val="96000"/>
              </a:lnSpc>
            </a:pPr>
            <a:r>
              <a:rPr lang="en-GB" sz="800">
                <a:solidFill>
                  <a:schemeClr val="accent2">
                    <a:lumMod val="40000"/>
                    <a:lumOff val="60000"/>
                  </a:schemeClr>
                </a:solidFill>
                <a:latin typeface="Microsoft Sans Serif"/>
                <a:cs typeface="Microsoft Sans Serif" panose="020B0604020202020204" pitchFamily="34" charset="0"/>
              </a:rPr>
              <a:t>Confidential - Qualcomm Technologies, Inc. and/or its affiliated companies - May Contain Trade Secrets</a:t>
            </a:r>
          </a:p>
        </p:txBody>
      </p:sp>
      <p:sp>
        <p:nvSpPr>
          <p:cNvPr id="17" name="Rectangle 16">
            <a:extLst>
              <a:ext uri="{FF2B5EF4-FFF2-40B4-BE49-F238E27FC236}">
                <a16:creationId xmlns:a16="http://schemas.microsoft.com/office/drawing/2014/main" id="{16F8904F-09D1-421B-839C-AE441D343B17}"/>
              </a:ext>
            </a:extLst>
          </p:cNvPr>
          <p:cNvSpPr/>
          <p:nvPr userDrawn="1"/>
        </p:nvSpPr>
        <p:spPr>
          <a:xfrm>
            <a:off x="425724" y="6518876"/>
            <a:ext cx="5579421" cy="158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6000"/>
              </a:lnSpc>
            </a:pPr>
            <a:r>
              <a:rPr lang="en-US" sz="800">
                <a:solidFill>
                  <a:schemeClr val="bg1"/>
                </a:solidFill>
                <a:latin typeface="Microsoft Sans Serif"/>
                <a:cs typeface="Microsoft Sans Serif" panose="020B0604020202020204" pitchFamily="34" charset="0"/>
              </a:rPr>
              <a:t>Snapdragon and Qualcomm branded products are products of Qualcomm Technologies, Inc. and/or its subsidiaries.</a:t>
            </a:r>
          </a:p>
        </p:txBody>
      </p:sp>
    </p:spTree>
    <p:extLst>
      <p:ext uri="{BB962C8B-B14F-4D97-AF65-F5344CB8AC3E}">
        <p14:creationId xmlns:p14="http://schemas.microsoft.com/office/powerpoint/2010/main" val="1884447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Agenda Blue">
    <p:bg>
      <p:bgPr>
        <a:solidFill>
          <a:schemeClr val="accent1"/>
        </a:solidFill>
        <a:effectLst/>
      </p:bgPr>
    </p:bg>
    <p:spTree>
      <p:nvGrpSpPr>
        <p:cNvPr id="1" name=""/>
        <p:cNvGrpSpPr/>
        <p:nvPr/>
      </p:nvGrpSpPr>
      <p:grpSpPr>
        <a:xfrm>
          <a:off x="0" y="0"/>
          <a:ext cx="0" cy="0"/>
          <a:chOff x="0" y="0"/>
          <a:chExt cx="0" cy="0"/>
        </a:xfrm>
      </p:grpSpPr>
      <p:sp>
        <p:nvSpPr>
          <p:cNvPr id="8" name="Content Placeholder 19">
            <a:extLst>
              <a:ext uri="{FF2B5EF4-FFF2-40B4-BE49-F238E27FC236}">
                <a16:creationId xmlns:a16="http://schemas.microsoft.com/office/drawing/2014/main" id="{ED3EDB01-36D6-9E4B-9221-4033FB6D3806}"/>
              </a:ext>
            </a:extLst>
          </p:cNvPr>
          <p:cNvSpPr>
            <a:spLocks noGrp="1"/>
          </p:cNvSpPr>
          <p:nvPr>
            <p:ph sz="quarter" idx="10"/>
          </p:nvPr>
        </p:nvSpPr>
        <p:spPr>
          <a:xfrm>
            <a:off x="777874" y="957452"/>
            <a:ext cx="9253538" cy="5319779"/>
          </a:xfrm>
          <a:prstGeom prst="rect">
            <a:avLst/>
          </a:prstGeom>
        </p:spPr>
        <p:txBody>
          <a:bodyPr>
            <a:normAutofit/>
          </a:bodyPr>
          <a:lstStyle>
            <a:lvl1pPr marL="914400" indent="-914400">
              <a:lnSpc>
                <a:spcPct val="90000"/>
              </a:lnSpc>
              <a:spcBef>
                <a:spcPts val="0"/>
              </a:spcBef>
              <a:spcAft>
                <a:spcPts val="900"/>
              </a:spcAft>
              <a:buClr>
                <a:schemeClr val="bg1"/>
              </a:buClr>
              <a:buFont typeface="+mj-lt"/>
              <a:buAutoNum type="arabicPeriod"/>
              <a:defRPr sz="5400">
                <a:solidFill>
                  <a:schemeClr val="bg1"/>
                </a:solidFill>
              </a:defRPr>
            </a:lvl1pPr>
            <a:lvl2pPr marL="0" indent="0">
              <a:lnSpc>
                <a:spcPct val="107000"/>
              </a:lnSpc>
              <a:spcBef>
                <a:spcPts val="0"/>
              </a:spcBef>
              <a:spcAft>
                <a:spcPts val="1800"/>
              </a:spcAft>
              <a:buClr>
                <a:schemeClr val="bg1"/>
              </a:buClr>
              <a:buFont typeface="+mj-lt"/>
              <a:buNone/>
              <a:defRPr sz="5400">
                <a:solidFill>
                  <a:schemeClr val="bg1"/>
                </a:solidFill>
              </a:defRPr>
            </a:lvl2pPr>
            <a:lvl3pPr marL="342900" indent="-342900">
              <a:lnSpc>
                <a:spcPct val="107000"/>
              </a:lnSpc>
              <a:spcBef>
                <a:spcPts val="0"/>
              </a:spcBef>
              <a:spcAft>
                <a:spcPts val="1800"/>
              </a:spcAft>
              <a:buClr>
                <a:schemeClr val="bg1"/>
              </a:buClr>
              <a:buFont typeface="+mj-lt"/>
              <a:buAutoNum type="arabicPeriod"/>
              <a:defRPr sz="5400">
                <a:solidFill>
                  <a:schemeClr val="bg1"/>
                </a:solidFill>
              </a:defRPr>
            </a:lvl3pPr>
            <a:lvl4pPr marL="342900" indent="-342900">
              <a:lnSpc>
                <a:spcPct val="107000"/>
              </a:lnSpc>
              <a:spcBef>
                <a:spcPts val="0"/>
              </a:spcBef>
              <a:spcAft>
                <a:spcPts val="1800"/>
              </a:spcAft>
              <a:buClr>
                <a:schemeClr val="bg1"/>
              </a:buClr>
              <a:buFont typeface="+mj-lt"/>
              <a:buAutoNum type="arabicPeriod"/>
              <a:defRPr sz="5400">
                <a:solidFill>
                  <a:schemeClr val="bg1"/>
                </a:solidFill>
              </a:defRPr>
            </a:lvl4pPr>
            <a:lvl5pPr marL="342900" indent="-342900">
              <a:lnSpc>
                <a:spcPct val="107000"/>
              </a:lnSpc>
              <a:spcBef>
                <a:spcPts val="0"/>
              </a:spcBef>
              <a:spcAft>
                <a:spcPts val="1800"/>
              </a:spcAft>
              <a:buClr>
                <a:schemeClr val="bg1"/>
              </a:buClr>
              <a:buFont typeface="+mj-lt"/>
              <a:buAutoNum type="arabicPeriod"/>
              <a:defRPr sz="5400">
                <a:solidFill>
                  <a:schemeClr val="bg1"/>
                </a:solidFill>
              </a:defRPr>
            </a:lvl5pPr>
          </a:lstStyle>
          <a:p>
            <a:pPr lvl="0"/>
            <a:r>
              <a:rPr lang="en-US"/>
              <a:t>Click to edit Master text styles</a:t>
            </a:r>
          </a:p>
        </p:txBody>
      </p:sp>
      <p:sp>
        <p:nvSpPr>
          <p:cNvPr id="5" name="TextBox 4">
            <a:extLst>
              <a:ext uri="{FF2B5EF4-FFF2-40B4-BE49-F238E27FC236}">
                <a16:creationId xmlns:a16="http://schemas.microsoft.com/office/drawing/2014/main" id="{29C0BAD8-16D5-E84A-B280-67E84109BBA2}"/>
              </a:ext>
            </a:extLst>
          </p:cNvPr>
          <p:cNvSpPr txBox="1"/>
          <p:nvPr userDrawn="1"/>
        </p:nvSpPr>
        <p:spPr>
          <a:xfrm rot="5400000">
            <a:off x="8435813" y="2737543"/>
            <a:ext cx="5288307" cy="1559722"/>
          </a:xfrm>
          <a:prstGeom prst="rect">
            <a:avLst/>
          </a:prstGeom>
          <a:noFill/>
          <a:effectLst/>
        </p:spPr>
        <p:txBody>
          <a:bodyPr wrap="none" lIns="0" tIns="0" rIns="0" bIns="0" rtlCol="0">
            <a:spAutoFit/>
          </a:bodyPr>
          <a:lstStyle/>
          <a:p>
            <a:pPr algn="ctr">
              <a:lnSpc>
                <a:spcPct val="87000"/>
              </a:lnSpc>
              <a:spcBef>
                <a:spcPct val="0"/>
              </a:spcBef>
              <a:defRPr/>
            </a:pPr>
            <a:r>
              <a:rPr lang="en-US" sz="11650">
                <a:solidFill>
                  <a:srgbClr val="214ACD"/>
                </a:solidFill>
                <a:effectLst>
                  <a:innerShdw blurRad="38100" dist="25400" dir="8100000">
                    <a:prstClr val="black">
                      <a:alpha val="50000"/>
                    </a:prstClr>
                  </a:innerShdw>
                </a:effectLst>
              </a:rPr>
              <a:t>Agenda</a:t>
            </a:r>
          </a:p>
        </p:txBody>
      </p:sp>
      <p:sp>
        <p:nvSpPr>
          <p:cNvPr id="3" name="Rechteck 3" descr="{&quot;templafy&quot;:{&quot;id&quot;:&quot;8831832d-5cc0-4f62-9fba-80e472b75390&quot;}}">
            <a:extLst>
              <a:ext uri="{FF2B5EF4-FFF2-40B4-BE49-F238E27FC236}">
                <a16:creationId xmlns:a16="http://schemas.microsoft.com/office/drawing/2014/main" id="{1CD0CCC6-48F1-7253-261E-7A7D4C9B39CD}"/>
              </a:ext>
            </a:extLst>
          </p:cNvPr>
          <p:cNvSpPr/>
          <p:nvPr userDrawn="1"/>
        </p:nvSpPr>
        <p:spPr>
          <a:xfrm>
            <a:off x="7336971" y="6483337"/>
            <a:ext cx="4282587"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kumimoji="0" lang="en-US" sz="700" b="0" i="0" u="none" strike="noStrike" kern="0" cap="none" spc="0" normalizeH="0" baseline="0" noProof="0">
                <a:ln>
                  <a:noFill/>
                </a:ln>
                <a:solidFill>
                  <a:srgbClr val="F7F8FA"/>
                </a:solidFill>
                <a:effectLst/>
                <a:uLnTx/>
                <a:uFillTx/>
                <a:latin typeface="Microsoft Sans Serif"/>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842832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userDrawn="1">
  <p:cSld name="Thank You Blue">
    <p:bg>
      <p:bgPr>
        <a:solidFill>
          <a:schemeClr val="accent1"/>
        </a:solidFill>
        <a:effectLst/>
      </p:bgPr>
    </p:bg>
    <p:spTree>
      <p:nvGrpSpPr>
        <p:cNvPr id="1" name=""/>
        <p:cNvGrpSpPr/>
        <p:nvPr/>
      </p:nvGrpSpPr>
      <p:grpSpPr>
        <a:xfrm>
          <a:off x="0" y="0"/>
          <a:ext cx="0" cy="0"/>
          <a:chOff x="0" y="0"/>
          <a:chExt cx="0" cy="0"/>
        </a:xfrm>
      </p:grpSpPr>
      <p:sp>
        <p:nvSpPr>
          <p:cNvPr id="24" name="Rectangle: Rounded Corners 16">
            <a:extLst>
              <a:ext uri="{FF2B5EF4-FFF2-40B4-BE49-F238E27FC236}">
                <a16:creationId xmlns:a16="http://schemas.microsoft.com/office/drawing/2014/main" id="{3DFD4707-7D72-477C-BAE7-E84DFEA41F3D}"/>
              </a:ext>
            </a:extLst>
          </p:cNvPr>
          <p:cNvSpPr/>
          <p:nvPr userDrawn="1"/>
        </p:nvSpPr>
        <p:spPr>
          <a:xfrm>
            <a:off x="465622" y="4935112"/>
            <a:ext cx="11234664" cy="1922888"/>
          </a:xfrm>
          <a:custGeom>
            <a:avLst/>
            <a:gdLst>
              <a:gd name="connsiteX0" fmla="*/ 0 w 11234664"/>
              <a:gd name="connsiteY0" fmla="*/ 74943 h 2225161"/>
              <a:gd name="connsiteX1" fmla="*/ 74943 w 11234664"/>
              <a:gd name="connsiteY1" fmla="*/ 0 h 2225161"/>
              <a:gd name="connsiteX2" fmla="*/ 11159721 w 11234664"/>
              <a:gd name="connsiteY2" fmla="*/ 0 h 2225161"/>
              <a:gd name="connsiteX3" fmla="*/ 11234664 w 11234664"/>
              <a:gd name="connsiteY3" fmla="*/ 74943 h 2225161"/>
              <a:gd name="connsiteX4" fmla="*/ 11234664 w 11234664"/>
              <a:gd name="connsiteY4" fmla="*/ 2150218 h 2225161"/>
              <a:gd name="connsiteX5" fmla="*/ 11159721 w 11234664"/>
              <a:gd name="connsiteY5" fmla="*/ 2225161 h 2225161"/>
              <a:gd name="connsiteX6" fmla="*/ 74943 w 11234664"/>
              <a:gd name="connsiteY6" fmla="*/ 2225161 h 2225161"/>
              <a:gd name="connsiteX7" fmla="*/ 0 w 11234664"/>
              <a:gd name="connsiteY7" fmla="*/ 2150218 h 2225161"/>
              <a:gd name="connsiteX8" fmla="*/ 0 w 11234664"/>
              <a:gd name="connsiteY8" fmla="*/ 74943 h 2225161"/>
              <a:gd name="connsiteX0" fmla="*/ 0 w 11234664"/>
              <a:gd name="connsiteY0" fmla="*/ 74943 h 2225161"/>
              <a:gd name="connsiteX1" fmla="*/ 74943 w 11234664"/>
              <a:gd name="connsiteY1" fmla="*/ 0 h 2225161"/>
              <a:gd name="connsiteX2" fmla="*/ 11159721 w 11234664"/>
              <a:gd name="connsiteY2" fmla="*/ 0 h 2225161"/>
              <a:gd name="connsiteX3" fmla="*/ 11234664 w 11234664"/>
              <a:gd name="connsiteY3" fmla="*/ 74943 h 2225161"/>
              <a:gd name="connsiteX4" fmla="*/ 11234664 w 11234664"/>
              <a:gd name="connsiteY4" fmla="*/ 2150218 h 2225161"/>
              <a:gd name="connsiteX5" fmla="*/ 11159721 w 11234664"/>
              <a:gd name="connsiteY5" fmla="*/ 2225161 h 2225161"/>
              <a:gd name="connsiteX6" fmla="*/ 0 w 11234664"/>
              <a:gd name="connsiteY6" fmla="*/ 2150218 h 2225161"/>
              <a:gd name="connsiteX7" fmla="*/ 0 w 11234664"/>
              <a:gd name="connsiteY7" fmla="*/ 74943 h 2225161"/>
              <a:gd name="connsiteX0" fmla="*/ 0 w 11234664"/>
              <a:gd name="connsiteY0" fmla="*/ 74943 h 2409627"/>
              <a:gd name="connsiteX1" fmla="*/ 74943 w 11234664"/>
              <a:gd name="connsiteY1" fmla="*/ 0 h 2409627"/>
              <a:gd name="connsiteX2" fmla="*/ 11159721 w 11234664"/>
              <a:gd name="connsiteY2" fmla="*/ 0 h 2409627"/>
              <a:gd name="connsiteX3" fmla="*/ 11234664 w 11234664"/>
              <a:gd name="connsiteY3" fmla="*/ 74943 h 2409627"/>
              <a:gd name="connsiteX4" fmla="*/ 11234664 w 11234664"/>
              <a:gd name="connsiteY4" fmla="*/ 2150218 h 2409627"/>
              <a:gd name="connsiteX5" fmla="*/ 0 w 11234664"/>
              <a:gd name="connsiteY5" fmla="*/ 2150218 h 2409627"/>
              <a:gd name="connsiteX6" fmla="*/ 0 w 11234664"/>
              <a:gd name="connsiteY6" fmla="*/ 74943 h 2409627"/>
              <a:gd name="connsiteX0" fmla="*/ 0 w 11234664"/>
              <a:gd name="connsiteY0" fmla="*/ 74943 h 2303942"/>
              <a:gd name="connsiteX1" fmla="*/ 74943 w 11234664"/>
              <a:gd name="connsiteY1" fmla="*/ 0 h 2303942"/>
              <a:gd name="connsiteX2" fmla="*/ 11159721 w 11234664"/>
              <a:gd name="connsiteY2" fmla="*/ 0 h 2303942"/>
              <a:gd name="connsiteX3" fmla="*/ 11234664 w 11234664"/>
              <a:gd name="connsiteY3" fmla="*/ 74943 h 2303942"/>
              <a:gd name="connsiteX4" fmla="*/ 11234664 w 11234664"/>
              <a:gd name="connsiteY4" fmla="*/ 2150218 h 2303942"/>
              <a:gd name="connsiteX5" fmla="*/ 0 w 11234664"/>
              <a:gd name="connsiteY5" fmla="*/ 2150218 h 2303942"/>
              <a:gd name="connsiteX6" fmla="*/ 0 w 11234664"/>
              <a:gd name="connsiteY6" fmla="*/ 74943 h 2303942"/>
              <a:gd name="connsiteX0" fmla="*/ 0 w 11234664"/>
              <a:gd name="connsiteY0" fmla="*/ 74943 h 2150218"/>
              <a:gd name="connsiteX1" fmla="*/ 74943 w 11234664"/>
              <a:gd name="connsiteY1" fmla="*/ 0 h 2150218"/>
              <a:gd name="connsiteX2" fmla="*/ 11159721 w 11234664"/>
              <a:gd name="connsiteY2" fmla="*/ 0 h 2150218"/>
              <a:gd name="connsiteX3" fmla="*/ 11234664 w 11234664"/>
              <a:gd name="connsiteY3" fmla="*/ 74943 h 2150218"/>
              <a:gd name="connsiteX4" fmla="*/ 11234664 w 11234664"/>
              <a:gd name="connsiteY4" fmla="*/ 2150218 h 2150218"/>
              <a:gd name="connsiteX5" fmla="*/ 0 w 11234664"/>
              <a:gd name="connsiteY5" fmla="*/ 2150218 h 2150218"/>
              <a:gd name="connsiteX6" fmla="*/ 0 w 11234664"/>
              <a:gd name="connsiteY6" fmla="*/ 74943 h 2150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34664" h="2150218">
                <a:moveTo>
                  <a:pt x="0" y="74943"/>
                </a:moveTo>
                <a:cubicBezTo>
                  <a:pt x="0" y="33553"/>
                  <a:pt x="33553" y="0"/>
                  <a:pt x="74943" y="0"/>
                </a:cubicBezTo>
                <a:lnTo>
                  <a:pt x="11159721" y="0"/>
                </a:lnTo>
                <a:cubicBezTo>
                  <a:pt x="11201111" y="0"/>
                  <a:pt x="11234664" y="33553"/>
                  <a:pt x="11234664" y="74943"/>
                </a:cubicBezTo>
                <a:lnTo>
                  <a:pt x="11234664" y="2150218"/>
                </a:lnTo>
                <a:lnTo>
                  <a:pt x="0" y="2150218"/>
                </a:lnTo>
                <a:lnTo>
                  <a:pt x="0" y="74943"/>
                </a:lnTo>
                <a:close/>
              </a:path>
            </a:pathLst>
          </a:custGeom>
          <a:solidFill>
            <a:srgbClr val="214ACD"/>
          </a:solidFill>
          <a:ln>
            <a:noFill/>
          </a:ln>
          <a:effectLst>
            <a:innerShdw blurRad="381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2"/>
              </a:solidFill>
              <a:latin typeface="Microsoft Sans Serif"/>
              <a:cs typeface="Microsoft Sans Serif" panose="020B0604020202020204" pitchFamily="34" charset="0"/>
            </a:endParaRPr>
          </a:p>
        </p:txBody>
      </p:sp>
      <p:sp>
        <p:nvSpPr>
          <p:cNvPr id="26" name="Freeform 5">
            <a:extLst>
              <a:ext uri="{FF2B5EF4-FFF2-40B4-BE49-F238E27FC236}">
                <a16:creationId xmlns:a16="http://schemas.microsoft.com/office/drawing/2014/main" id="{1C4299A6-E92A-426F-8BF2-F5974985648B}"/>
              </a:ext>
            </a:extLst>
          </p:cNvPr>
          <p:cNvSpPr>
            <a:spLocks noChangeAspect="1" noEditPoints="1"/>
          </p:cNvSpPr>
          <p:nvPr userDrawn="1"/>
        </p:nvSpPr>
        <p:spPr bwMode="black">
          <a:xfrm>
            <a:off x="847768" y="5234191"/>
            <a:ext cx="1616145" cy="296224"/>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US">
              <a:solidFill>
                <a:schemeClr val="bg1"/>
              </a:solidFill>
              <a:latin typeface="Microsoft Sans Serif"/>
            </a:endParaRPr>
          </a:p>
        </p:txBody>
      </p:sp>
      <p:sp>
        <p:nvSpPr>
          <p:cNvPr id="68" name="TextBox 67">
            <a:extLst>
              <a:ext uri="{FF2B5EF4-FFF2-40B4-BE49-F238E27FC236}">
                <a16:creationId xmlns:a16="http://schemas.microsoft.com/office/drawing/2014/main" id="{2C46E43E-DAC5-48FD-B064-58807FF1A8C2}"/>
              </a:ext>
            </a:extLst>
          </p:cNvPr>
          <p:cNvSpPr txBox="1"/>
          <p:nvPr userDrawn="1"/>
        </p:nvSpPr>
        <p:spPr bwMode="gray">
          <a:xfrm>
            <a:off x="847768" y="5687930"/>
            <a:ext cx="3127218" cy="616131"/>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1050" b="0" i="0" u="none" strike="noStrike" kern="1200" cap="none" spc="0" normalizeH="0" baseline="0" noProof="0">
                <a:ln>
                  <a:noFill/>
                </a:ln>
                <a:solidFill>
                  <a:schemeClr val="bg1"/>
                </a:solidFill>
                <a:effectLst/>
                <a:uLnTx/>
                <a:uFillTx/>
                <a:latin typeface="+mn-lt"/>
                <a:ea typeface="+mn-ea"/>
                <a:cs typeface="+mn-cs"/>
              </a:rPr>
              <a:t>Follow us on:</a:t>
            </a:r>
          </a:p>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1050" b="0" i="0" u="none" strike="noStrike" kern="1200" cap="none" spc="0" normalizeH="0" baseline="0" noProof="0">
                <a:ln>
                  <a:noFill/>
                </a:ln>
                <a:solidFill>
                  <a:schemeClr val="bg1"/>
                </a:solidFill>
                <a:effectLst/>
                <a:uLnTx/>
                <a:uFillTx/>
                <a:latin typeface="+mn-lt"/>
                <a:ea typeface="+mn-ea"/>
                <a:cs typeface="+mn-cs"/>
              </a:rPr>
              <a:t>For more information, visit us at:</a:t>
            </a:r>
          </a:p>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1050" b="0" i="0" u="none" strike="noStrike" kern="1200" cap="none" spc="0" normalizeH="0" baseline="0" noProof="0">
                <a:ln>
                  <a:noFill/>
                </a:ln>
                <a:solidFill>
                  <a:schemeClr val="bg1"/>
                </a:solidFill>
                <a:effectLst/>
                <a:uLnTx/>
                <a:uFillTx/>
                <a:latin typeface="+mn-lt"/>
                <a:ea typeface="+mn-ea"/>
                <a:cs typeface="+mn-cs"/>
              </a:rPr>
              <a:t>qualcomm.com &amp; qualcomm.com/blog</a:t>
            </a:r>
          </a:p>
        </p:txBody>
      </p:sp>
      <p:sp>
        <p:nvSpPr>
          <p:cNvPr id="18" name="TextBox 17">
            <a:extLst>
              <a:ext uri="{FF2B5EF4-FFF2-40B4-BE49-F238E27FC236}">
                <a16:creationId xmlns:a16="http://schemas.microsoft.com/office/drawing/2014/main" id="{57DEABFE-66C4-5947-8424-FF8BFD492C38}"/>
              </a:ext>
            </a:extLst>
          </p:cNvPr>
          <p:cNvSpPr txBox="1"/>
          <p:nvPr userDrawn="1"/>
        </p:nvSpPr>
        <p:spPr bwMode="gray">
          <a:xfrm>
            <a:off x="465622" y="2536613"/>
            <a:ext cx="8725779" cy="1606594"/>
          </a:xfrm>
          <a:prstGeom prst="rect">
            <a:avLst/>
          </a:prstGeom>
          <a:noFill/>
        </p:spPr>
        <p:txBody>
          <a:bodyPr wrap="square" lIns="0" tIns="0" rIns="0" bIns="0" rtlCol="0">
            <a:spAutoFit/>
          </a:bodyPr>
          <a:lstStyle/>
          <a:p>
            <a:pPr marL="0" marR="0" lvl="0" indent="0" algn="l" defTabSz="914400" rtl="0" eaLnBrk="1" fontAlgn="auto" latinLnBrk="0" hangingPunct="1">
              <a:lnSpc>
                <a:spcPct val="87000"/>
              </a:lnSpc>
              <a:spcBef>
                <a:spcPts val="0"/>
              </a:spcBef>
              <a:spcAft>
                <a:spcPts val="0"/>
              </a:spcAft>
              <a:buClrTx/>
              <a:buSzTx/>
              <a:buFontTx/>
              <a:buNone/>
              <a:tabLst/>
              <a:defRPr/>
            </a:pPr>
            <a:r>
              <a:rPr kumimoji="0" lang="en-US" sz="12000" b="0" i="0" u="none" strike="noStrike" kern="1200" cap="none" spc="-300" normalizeH="0" noProof="0">
                <a:ln>
                  <a:noFill/>
                </a:ln>
                <a:solidFill>
                  <a:srgbClr val="1F46C3"/>
                </a:solidFill>
                <a:effectLst>
                  <a:innerShdw blurRad="25400" dist="12700" dir="13500000">
                    <a:prstClr val="black">
                      <a:alpha val="50000"/>
                    </a:prstClr>
                  </a:innerShdw>
                </a:effectLst>
                <a:uLnTx/>
                <a:uFillTx/>
              </a:rPr>
              <a:t>T</a:t>
            </a:r>
            <a:r>
              <a:rPr kumimoji="0" lang="en-US" sz="12000" b="0" i="0" u="none" strike="noStrike" kern="1200" cap="none" spc="-300" normalizeH="0" baseline="0" noProof="0">
                <a:ln>
                  <a:noFill/>
                </a:ln>
                <a:solidFill>
                  <a:srgbClr val="1F46C3"/>
                </a:solidFill>
                <a:effectLst>
                  <a:innerShdw blurRad="25400" dist="12700" dir="13500000">
                    <a:prstClr val="black">
                      <a:alpha val="50000"/>
                    </a:prstClr>
                  </a:innerShdw>
                </a:effectLst>
                <a:uLnTx/>
                <a:uFillTx/>
              </a:rPr>
              <a:t>h</a:t>
            </a:r>
            <a:r>
              <a:rPr kumimoji="0" lang="en-US" sz="12000" b="0" i="0" u="none" strike="noStrike" kern="1200" cap="none" spc="-600" normalizeH="0" noProof="0">
                <a:ln>
                  <a:noFill/>
                </a:ln>
                <a:solidFill>
                  <a:srgbClr val="1F46C3"/>
                </a:solidFill>
                <a:effectLst>
                  <a:innerShdw blurRad="25400" dist="12700" dir="13500000">
                    <a:prstClr val="black">
                      <a:alpha val="50000"/>
                    </a:prstClr>
                  </a:innerShdw>
                </a:effectLst>
                <a:uLnTx/>
                <a:uFillTx/>
              </a:rPr>
              <a:t>a</a:t>
            </a:r>
            <a:r>
              <a:rPr kumimoji="0" lang="en-US" sz="12000" b="0" i="0" u="none" strike="noStrike" kern="1200" cap="none" spc="-450" normalizeH="0" noProof="0">
                <a:ln>
                  <a:noFill/>
                </a:ln>
                <a:solidFill>
                  <a:srgbClr val="1F46C3"/>
                </a:solidFill>
                <a:effectLst>
                  <a:innerShdw blurRad="25400" dist="12700" dir="13500000">
                    <a:prstClr val="black">
                      <a:alpha val="50000"/>
                    </a:prstClr>
                  </a:innerShdw>
                </a:effectLst>
                <a:uLnTx/>
                <a:uFillTx/>
              </a:rPr>
              <a:t>n</a:t>
            </a:r>
            <a:r>
              <a:rPr kumimoji="0" lang="en-US" sz="12000" b="0" i="0" u="none" strike="noStrike" kern="1200" cap="none" spc="-600" normalizeH="0" noProof="0">
                <a:ln>
                  <a:noFill/>
                </a:ln>
                <a:solidFill>
                  <a:srgbClr val="1F46C3"/>
                </a:solidFill>
                <a:effectLst>
                  <a:innerShdw blurRad="25400" dist="12700" dir="13500000">
                    <a:prstClr val="black">
                      <a:alpha val="50000"/>
                    </a:prstClr>
                  </a:innerShdw>
                </a:effectLst>
                <a:uLnTx/>
                <a:uFillTx/>
              </a:rPr>
              <a:t>k </a:t>
            </a:r>
            <a:r>
              <a:rPr kumimoji="0" lang="en-US" sz="12000" b="0" i="0" u="none" strike="noStrike" kern="1200" cap="none" spc="-300" normalizeH="0" baseline="0" noProof="0">
                <a:ln>
                  <a:noFill/>
                </a:ln>
                <a:solidFill>
                  <a:srgbClr val="1F46C3"/>
                </a:solidFill>
                <a:effectLst>
                  <a:innerShdw blurRad="25400" dist="12700" dir="13500000">
                    <a:prstClr val="black">
                      <a:alpha val="50000"/>
                    </a:prstClr>
                  </a:innerShdw>
                </a:effectLst>
                <a:uLnTx/>
                <a:uFillTx/>
              </a:rPr>
              <a:t>y</a:t>
            </a:r>
            <a:r>
              <a:rPr kumimoji="0" lang="en-US" sz="12000" b="0" i="0" u="none" strike="noStrike" kern="1200" cap="none" normalizeH="0" baseline="0" noProof="0">
                <a:ln>
                  <a:noFill/>
                </a:ln>
                <a:solidFill>
                  <a:srgbClr val="1F46C3"/>
                </a:solidFill>
                <a:effectLst>
                  <a:innerShdw blurRad="25400" dist="12700" dir="13500000">
                    <a:prstClr val="black">
                      <a:alpha val="50000"/>
                    </a:prstClr>
                  </a:innerShdw>
                </a:effectLst>
                <a:uLnTx/>
                <a:uFillTx/>
              </a:rPr>
              <a:t>o</a:t>
            </a:r>
            <a:r>
              <a:rPr kumimoji="0" lang="en-US" sz="12000" b="0" i="0" u="none" strike="noStrike" kern="1200" cap="none" spc="-300" normalizeH="0" baseline="0" noProof="0">
                <a:ln>
                  <a:noFill/>
                </a:ln>
                <a:solidFill>
                  <a:srgbClr val="1F46C3"/>
                </a:solidFill>
                <a:effectLst>
                  <a:innerShdw blurRad="25400" dist="12700" dir="13500000">
                    <a:prstClr val="black">
                      <a:alpha val="50000"/>
                    </a:prstClr>
                  </a:innerShdw>
                </a:effectLst>
                <a:uLnTx/>
                <a:uFillTx/>
              </a:rPr>
              <a:t>u</a:t>
            </a:r>
          </a:p>
        </p:txBody>
      </p:sp>
      <p:grpSp>
        <p:nvGrpSpPr>
          <p:cNvPr id="20" name="Group 19">
            <a:extLst>
              <a:ext uri="{FF2B5EF4-FFF2-40B4-BE49-F238E27FC236}">
                <a16:creationId xmlns:a16="http://schemas.microsoft.com/office/drawing/2014/main" id="{2841E068-486B-0543-4130-3D8176627778}"/>
              </a:ext>
            </a:extLst>
          </p:cNvPr>
          <p:cNvGrpSpPr/>
          <p:nvPr userDrawn="1"/>
        </p:nvGrpSpPr>
        <p:grpSpPr>
          <a:xfrm>
            <a:off x="1710812" y="5696712"/>
            <a:ext cx="1036171" cy="137160"/>
            <a:chOff x="2442332" y="4081331"/>
            <a:chExt cx="1036171" cy="137160"/>
          </a:xfrm>
          <a:solidFill>
            <a:schemeClr val="bg1"/>
          </a:solidFill>
        </p:grpSpPr>
        <p:sp>
          <p:nvSpPr>
            <p:cNvPr id="21" name="Freeform 12">
              <a:extLst>
                <a:ext uri="{FF2B5EF4-FFF2-40B4-BE49-F238E27FC236}">
                  <a16:creationId xmlns:a16="http://schemas.microsoft.com/office/drawing/2014/main" id="{CDE91238-9485-8E94-027E-16F7C041DF56}"/>
                </a:ext>
              </a:extLst>
            </p:cNvPr>
            <p:cNvSpPr>
              <a:spLocks noChangeAspect="1"/>
            </p:cNvSpPr>
            <p:nvPr/>
          </p:nvSpPr>
          <p:spPr bwMode="gray">
            <a:xfrm>
              <a:off x="2645092" y="4081331"/>
              <a:ext cx="168791" cy="137160"/>
            </a:xfrm>
            <a:custGeom>
              <a:avLst/>
              <a:gdLst>
                <a:gd name="T0" fmla="*/ 800 w 800"/>
                <a:gd name="T1" fmla="*/ 77 h 650"/>
                <a:gd name="T2" fmla="*/ 706 w 800"/>
                <a:gd name="T3" fmla="*/ 103 h 650"/>
                <a:gd name="T4" fmla="*/ 778 w 800"/>
                <a:gd name="T5" fmla="*/ 12 h 650"/>
                <a:gd name="T6" fmla="*/ 674 w 800"/>
                <a:gd name="T7" fmla="*/ 52 h 650"/>
                <a:gd name="T8" fmla="*/ 554 w 800"/>
                <a:gd name="T9" fmla="*/ 0 h 650"/>
                <a:gd name="T10" fmla="*/ 390 w 800"/>
                <a:gd name="T11" fmla="*/ 164 h 650"/>
                <a:gd name="T12" fmla="*/ 394 w 800"/>
                <a:gd name="T13" fmla="*/ 201 h 650"/>
                <a:gd name="T14" fmla="*/ 56 w 800"/>
                <a:gd name="T15" fmla="*/ 30 h 650"/>
                <a:gd name="T16" fmla="*/ 33 w 800"/>
                <a:gd name="T17" fmla="*/ 112 h 650"/>
                <a:gd name="T18" fmla="*/ 106 w 800"/>
                <a:gd name="T19" fmla="*/ 249 h 650"/>
                <a:gd name="T20" fmla="*/ 32 w 800"/>
                <a:gd name="T21" fmla="*/ 229 h 650"/>
                <a:gd name="T22" fmla="*/ 32 w 800"/>
                <a:gd name="T23" fmla="*/ 231 h 650"/>
                <a:gd name="T24" fmla="*/ 164 w 800"/>
                <a:gd name="T25" fmla="*/ 392 h 650"/>
                <a:gd name="T26" fmla="*/ 121 w 800"/>
                <a:gd name="T27" fmla="*/ 397 h 650"/>
                <a:gd name="T28" fmla="*/ 90 w 800"/>
                <a:gd name="T29" fmla="*/ 394 h 650"/>
                <a:gd name="T30" fmla="*/ 243 w 800"/>
                <a:gd name="T31" fmla="*/ 508 h 650"/>
                <a:gd name="T32" fmla="*/ 39 w 800"/>
                <a:gd name="T33" fmla="*/ 579 h 650"/>
                <a:gd name="T34" fmla="*/ 0 w 800"/>
                <a:gd name="T35" fmla="*/ 576 h 650"/>
                <a:gd name="T36" fmla="*/ 252 w 800"/>
                <a:gd name="T37" fmla="*/ 650 h 650"/>
                <a:gd name="T38" fmla="*/ 719 w 800"/>
                <a:gd name="T39" fmla="*/ 183 h 650"/>
                <a:gd name="T40" fmla="*/ 718 w 800"/>
                <a:gd name="T41" fmla="*/ 162 h 650"/>
                <a:gd name="T42" fmla="*/ 800 w 800"/>
                <a:gd name="T43" fmla="*/ 77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0" h="650">
                  <a:moveTo>
                    <a:pt x="800" y="77"/>
                  </a:moveTo>
                  <a:cubicBezTo>
                    <a:pt x="771" y="90"/>
                    <a:pt x="739" y="99"/>
                    <a:pt x="706" y="103"/>
                  </a:cubicBezTo>
                  <a:cubicBezTo>
                    <a:pt x="740" y="82"/>
                    <a:pt x="766" y="50"/>
                    <a:pt x="778" y="12"/>
                  </a:cubicBezTo>
                  <a:cubicBezTo>
                    <a:pt x="746" y="31"/>
                    <a:pt x="711" y="44"/>
                    <a:pt x="674" y="52"/>
                  </a:cubicBezTo>
                  <a:cubicBezTo>
                    <a:pt x="644" y="20"/>
                    <a:pt x="601" y="0"/>
                    <a:pt x="554" y="0"/>
                  </a:cubicBezTo>
                  <a:cubicBezTo>
                    <a:pt x="463" y="0"/>
                    <a:pt x="390" y="73"/>
                    <a:pt x="390" y="164"/>
                  </a:cubicBezTo>
                  <a:cubicBezTo>
                    <a:pt x="390" y="177"/>
                    <a:pt x="391" y="189"/>
                    <a:pt x="394" y="201"/>
                  </a:cubicBezTo>
                  <a:cubicBezTo>
                    <a:pt x="258" y="195"/>
                    <a:pt x="137" y="129"/>
                    <a:pt x="56" y="30"/>
                  </a:cubicBezTo>
                  <a:cubicBezTo>
                    <a:pt x="42" y="54"/>
                    <a:pt x="33" y="82"/>
                    <a:pt x="33" y="112"/>
                  </a:cubicBezTo>
                  <a:cubicBezTo>
                    <a:pt x="33" y="169"/>
                    <a:pt x="62" y="220"/>
                    <a:pt x="106" y="249"/>
                  </a:cubicBezTo>
                  <a:cubicBezTo>
                    <a:pt x="80" y="248"/>
                    <a:pt x="54" y="241"/>
                    <a:pt x="32" y="229"/>
                  </a:cubicBezTo>
                  <a:cubicBezTo>
                    <a:pt x="32" y="229"/>
                    <a:pt x="32" y="230"/>
                    <a:pt x="32" y="231"/>
                  </a:cubicBezTo>
                  <a:cubicBezTo>
                    <a:pt x="32" y="310"/>
                    <a:pt x="89" y="376"/>
                    <a:pt x="164" y="392"/>
                  </a:cubicBezTo>
                  <a:cubicBezTo>
                    <a:pt x="150" y="395"/>
                    <a:pt x="136" y="397"/>
                    <a:pt x="121" y="397"/>
                  </a:cubicBezTo>
                  <a:cubicBezTo>
                    <a:pt x="110" y="397"/>
                    <a:pt x="100" y="396"/>
                    <a:pt x="90" y="394"/>
                  </a:cubicBezTo>
                  <a:cubicBezTo>
                    <a:pt x="111" y="460"/>
                    <a:pt x="171" y="507"/>
                    <a:pt x="243" y="508"/>
                  </a:cubicBezTo>
                  <a:cubicBezTo>
                    <a:pt x="187" y="552"/>
                    <a:pt x="116" y="579"/>
                    <a:pt x="39" y="579"/>
                  </a:cubicBezTo>
                  <a:cubicBezTo>
                    <a:pt x="26" y="579"/>
                    <a:pt x="13" y="578"/>
                    <a:pt x="0" y="576"/>
                  </a:cubicBezTo>
                  <a:cubicBezTo>
                    <a:pt x="73" y="623"/>
                    <a:pt x="159" y="650"/>
                    <a:pt x="252" y="650"/>
                  </a:cubicBezTo>
                  <a:cubicBezTo>
                    <a:pt x="553" y="650"/>
                    <a:pt x="719" y="400"/>
                    <a:pt x="719" y="183"/>
                  </a:cubicBezTo>
                  <a:cubicBezTo>
                    <a:pt x="719" y="176"/>
                    <a:pt x="718" y="169"/>
                    <a:pt x="718" y="162"/>
                  </a:cubicBezTo>
                  <a:cubicBezTo>
                    <a:pt x="750" y="139"/>
                    <a:pt x="778" y="110"/>
                    <a:pt x="800"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Microsoft Sans Serif" panose="020B0604020202020204" pitchFamily="34" charset="0"/>
                <a:ea typeface="+mn-ea"/>
                <a:cs typeface="+mn-cs"/>
              </a:endParaRPr>
            </a:p>
          </p:txBody>
        </p:sp>
        <p:grpSp>
          <p:nvGrpSpPr>
            <p:cNvPr id="25" name="Group 5">
              <a:extLst>
                <a:ext uri="{FF2B5EF4-FFF2-40B4-BE49-F238E27FC236}">
                  <a16:creationId xmlns:a16="http://schemas.microsoft.com/office/drawing/2014/main" id="{233E33BB-455A-9947-5EE1-DF56753F870F}"/>
                </a:ext>
              </a:extLst>
            </p:cNvPr>
            <p:cNvGrpSpPr>
              <a:grpSpLocks noChangeAspect="1"/>
            </p:cNvGrpSpPr>
            <p:nvPr/>
          </p:nvGrpSpPr>
          <p:grpSpPr bwMode="gray">
            <a:xfrm>
              <a:off x="2442332" y="4081331"/>
              <a:ext cx="138792" cy="137160"/>
              <a:chOff x="3331" y="1656"/>
              <a:chExt cx="1020" cy="1008"/>
            </a:xfrm>
            <a:grpFill/>
          </p:grpSpPr>
          <p:sp>
            <p:nvSpPr>
              <p:cNvPr id="33" name="Freeform 6">
                <a:extLst>
                  <a:ext uri="{FF2B5EF4-FFF2-40B4-BE49-F238E27FC236}">
                    <a16:creationId xmlns:a16="http://schemas.microsoft.com/office/drawing/2014/main" id="{C8B65F3F-3643-23C8-939A-CFFEDC203431}"/>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Microsoft Sans Serif" panose="020B0604020202020204" pitchFamily="34" charset="0"/>
                  <a:ea typeface="+mn-ea"/>
                  <a:cs typeface="+mn-cs"/>
                </a:endParaRPr>
              </a:p>
            </p:txBody>
          </p:sp>
          <p:sp>
            <p:nvSpPr>
              <p:cNvPr id="34" name="Freeform 7">
                <a:extLst>
                  <a:ext uri="{FF2B5EF4-FFF2-40B4-BE49-F238E27FC236}">
                    <a16:creationId xmlns:a16="http://schemas.microsoft.com/office/drawing/2014/main" id="{9A36BC85-9A15-8F8B-C0A9-0CFC53B9D398}"/>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Microsoft Sans Serif" panose="020B0604020202020204" pitchFamily="34" charset="0"/>
                  <a:ea typeface="+mn-ea"/>
                  <a:cs typeface="+mn-cs"/>
                </a:endParaRPr>
              </a:p>
            </p:txBody>
          </p:sp>
        </p:grpSp>
        <p:grpSp>
          <p:nvGrpSpPr>
            <p:cNvPr id="27" name="Group 4">
              <a:extLst>
                <a:ext uri="{FF2B5EF4-FFF2-40B4-BE49-F238E27FC236}">
                  <a16:creationId xmlns:a16="http://schemas.microsoft.com/office/drawing/2014/main" id="{04476DB9-9A8B-9A53-594B-AA02AE22E7E2}"/>
                </a:ext>
              </a:extLst>
            </p:cNvPr>
            <p:cNvGrpSpPr>
              <a:grpSpLocks noChangeAspect="1"/>
            </p:cNvGrpSpPr>
            <p:nvPr/>
          </p:nvGrpSpPr>
          <p:grpSpPr bwMode="auto">
            <a:xfrm>
              <a:off x="2877851" y="4081836"/>
              <a:ext cx="136034" cy="136150"/>
              <a:chOff x="2653" y="972"/>
              <a:chExt cx="2372" cy="2374"/>
            </a:xfrm>
            <a:grpFill/>
          </p:grpSpPr>
          <p:sp>
            <p:nvSpPr>
              <p:cNvPr id="30" name="Freeform 5">
                <a:extLst>
                  <a:ext uri="{FF2B5EF4-FFF2-40B4-BE49-F238E27FC236}">
                    <a16:creationId xmlns:a16="http://schemas.microsoft.com/office/drawing/2014/main" id="{DC5FEC81-F12C-C503-0399-FF0ECAB731F6}"/>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 name="Freeform 6">
                <a:extLst>
                  <a:ext uri="{FF2B5EF4-FFF2-40B4-BE49-F238E27FC236}">
                    <a16:creationId xmlns:a16="http://schemas.microsoft.com/office/drawing/2014/main" id="{51B6A364-AE35-B8CB-DB38-51CB7ABA1320}"/>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2" name="Oval 7">
                <a:extLst>
                  <a:ext uri="{FF2B5EF4-FFF2-40B4-BE49-F238E27FC236}">
                    <a16:creationId xmlns:a16="http://schemas.microsoft.com/office/drawing/2014/main" id="{DC4144AE-5CAB-E0C0-F8E3-CEB18CFE6B5D}"/>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pic>
          <p:nvPicPr>
            <p:cNvPr id="28" name="Graphic 27">
              <a:extLst>
                <a:ext uri="{FF2B5EF4-FFF2-40B4-BE49-F238E27FC236}">
                  <a16:creationId xmlns:a16="http://schemas.microsoft.com/office/drawing/2014/main" id="{F2026A78-00BA-BE50-00A6-3FD889B1F17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77853" y="4081331"/>
              <a:ext cx="198712" cy="137160"/>
            </a:xfrm>
            <a:prstGeom prst="rect">
              <a:avLst/>
            </a:prstGeom>
          </p:spPr>
        </p:pic>
        <p:pic>
          <p:nvPicPr>
            <p:cNvPr id="29" name="Graphic 28">
              <a:extLst>
                <a:ext uri="{FF2B5EF4-FFF2-40B4-BE49-F238E27FC236}">
                  <a16:creationId xmlns:a16="http://schemas.microsoft.com/office/drawing/2014/main" id="{44BB85A7-9F56-8BFD-2982-1D196CA5C6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535" y="4081331"/>
              <a:ext cx="137968" cy="137160"/>
            </a:xfrm>
            <a:prstGeom prst="rect">
              <a:avLst/>
            </a:prstGeom>
          </p:spPr>
        </p:pic>
      </p:grpSp>
      <p:sp>
        <p:nvSpPr>
          <p:cNvPr id="2" name="Rechteck 1" descr="{&quot;templafy&quot;:{&quot;id&quot;:&quot;1da2eb8f-acd2-4177-a83e-475f140d7a6d&quot;}}">
            <a:extLst>
              <a:ext uri="{FF2B5EF4-FFF2-40B4-BE49-F238E27FC236}">
                <a16:creationId xmlns:a16="http://schemas.microsoft.com/office/drawing/2014/main" id="{525A72DD-62E3-8ED7-182D-E89C9ADB7B4E}"/>
              </a:ext>
            </a:extLst>
          </p:cNvPr>
          <p:cNvSpPr/>
          <p:nvPr userDrawn="1"/>
        </p:nvSpPr>
        <p:spPr>
          <a:xfrm>
            <a:off x="835067" y="6534000"/>
            <a:ext cx="4970797"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96000"/>
              </a:lnSpc>
            </a:pPr>
            <a:r>
              <a:rPr lang="en-GB" sz="800">
                <a:solidFill>
                  <a:schemeClr val="accent2">
                    <a:lumMod val="40000"/>
                    <a:lumOff val="60000"/>
                  </a:schemeClr>
                </a:solidFill>
                <a:latin typeface="Microsoft Sans Serif"/>
                <a:cs typeface="Microsoft Sans Serif" panose="020B0604020202020204" pitchFamily="34" charset="0"/>
              </a:rPr>
              <a:t>Confidential - Qualcomm Technologies, Inc. and/or its affiliated companies - May Contain Trade Secrets</a:t>
            </a:r>
          </a:p>
        </p:txBody>
      </p:sp>
      <p:sp>
        <p:nvSpPr>
          <p:cNvPr id="3" name="Rechteck 2" descr="{&quot;templafy&quot;:{&quot;id&quot;:&quot;e49563de-f429-4952-b77a-d63c2d8f2d8b&quot;}}">
            <a:extLst>
              <a:ext uri="{FF2B5EF4-FFF2-40B4-BE49-F238E27FC236}">
                <a16:creationId xmlns:a16="http://schemas.microsoft.com/office/drawing/2014/main" id="{67037B76-2E25-2589-9A0C-E829981B215A}"/>
              </a:ext>
            </a:extLst>
          </p:cNvPr>
          <p:cNvSpPr/>
          <p:nvPr userDrawn="1"/>
        </p:nvSpPr>
        <p:spPr>
          <a:xfrm>
            <a:off x="4311587" y="5149207"/>
            <a:ext cx="3524400" cy="1202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mn-ea"/>
                <a:cs typeface="+mn-cs"/>
              </a:rPr>
              <a:t>All data and information contained in or disclosed by this document is confidential and proprietary information of Qualcomm Technologies, Inc. and/or its affiliated companies and all rights therein are expressly reserved. By accepting this material the recipient agrees that this material and the information contained therein will not be used, copied, reproduced in whole or in part, nor its contents revealed in any manner to others without the express written permission of Qualcomm Technologies, Inc. Nothing in these materials is an offer to sell any of the components or devices referenced herein.
© Qualcomm Technologies, Inc. and/or its affiliated companies. All Rights Reserved.</a:t>
            </a:r>
          </a:p>
        </p:txBody>
      </p:sp>
      <p:sp>
        <p:nvSpPr>
          <p:cNvPr id="4" name="Rechteck 3" descr="{&quot;templafy&quot;:{&quot;id&quot;:&quot;1ac9f439-78a8-428a-b092-f9565bcea6a6&quot;}}">
            <a:extLst>
              <a:ext uri="{FF2B5EF4-FFF2-40B4-BE49-F238E27FC236}">
                <a16:creationId xmlns:a16="http://schemas.microsoft.com/office/drawing/2014/main" id="{64F04969-E790-0809-F4BE-DF688D0AD6CC}"/>
              </a:ext>
            </a:extLst>
          </p:cNvPr>
          <p:cNvSpPr/>
          <p:nvPr userDrawn="1"/>
        </p:nvSpPr>
        <p:spPr>
          <a:xfrm>
            <a:off x="8116822" y="5149207"/>
            <a:ext cx="3376800" cy="12815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mn-ea"/>
                <a:cs typeface="+mn-cs"/>
              </a:rPr>
              <a:t>References in this presentation to “Qualcomm” may mean Qualcomm Incorporated, Qualcomm Technologies, Inc., and/or other subsidiaries or business units within 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Snapdragon and Qualcomm branded products are products of Qualcomm Technologies, Inc. and/or its subsidiaries. Qualcomm patented technologies are licensed by Qualcomm Incorporated. </a:t>
            </a:r>
          </a:p>
        </p:txBody>
      </p:sp>
      <p:sp>
        <p:nvSpPr>
          <p:cNvPr id="5" name="Rechteck 4" descr="{&quot;templafy&quot;:{&quot;id&quot;:&quot;de9d29dd-60ae-4a31-ade6-6a0339f71e33&quot;}}" hidden="1">
            <a:extLst>
              <a:ext uri="{FF2B5EF4-FFF2-40B4-BE49-F238E27FC236}">
                <a16:creationId xmlns:a16="http://schemas.microsoft.com/office/drawing/2014/main" id="{89738F57-5423-F3C2-8054-BDA1AB7377AC}"/>
              </a:ext>
            </a:extLst>
          </p:cNvPr>
          <p:cNvSpPr/>
          <p:nvPr userDrawn="1"/>
        </p:nvSpPr>
        <p:spPr>
          <a:xfrm>
            <a:off x="4313238" y="5149207"/>
            <a:ext cx="3456000" cy="1202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mn-ea"/>
                <a:cs typeface="+mn-cs"/>
              </a:rPr>
              <a:t>Nothing in these materials is an offer to sell any of the components or devices referenced herein.
© Qualcomm Technologies, Inc. and/or its affiliated companies. All Rights Reserved.
Qualcomm [[[insert trademarks here]]] is a trademark or registered trademark of Qualcomm Incorporated. Other products and brand names may be trademarks or registered trademarks of their respective owners.</a:t>
            </a:r>
          </a:p>
        </p:txBody>
      </p:sp>
      <p:sp>
        <p:nvSpPr>
          <p:cNvPr id="6" name="Rechteck 5" descr="{&quot;templafy&quot;:{&quot;id&quot;:&quot;d8eabdef-fdad-4fdd-9601-512ba1d6cb64&quot;}}" hidden="1">
            <a:extLst>
              <a:ext uri="{FF2B5EF4-FFF2-40B4-BE49-F238E27FC236}">
                <a16:creationId xmlns:a16="http://schemas.microsoft.com/office/drawing/2014/main" id="{BC8F0E99-E480-1992-AD48-E3DC4E3CD126}"/>
              </a:ext>
            </a:extLst>
          </p:cNvPr>
          <p:cNvSpPr/>
          <p:nvPr userDrawn="1"/>
        </p:nvSpPr>
        <p:spPr>
          <a:xfrm>
            <a:off x="8118474" y="5148000"/>
            <a:ext cx="3376840" cy="12815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mn-ea"/>
                <a:cs typeface="+mn-cs"/>
              </a:rPr>
              <a:t>References in this presentation to “Qualcomm” may mean Qualcomm Incorporated, Qualcomm Technologies, Inc., and/or other subsidiaries or business units within 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Snapdragon and Qualcomm branded products are products of Qualcomm Technologies, Inc. and/or its subsidiaries. Qualcomm patented technologies are licensed by Qualcomm Incorporated. </a:t>
            </a:r>
          </a:p>
        </p:txBody>
      </p:sp>
      <p:sp>
        <p:nvSpPr>
          <p:cNvPr id="8" name="Arrow: Down 7" descr="{&quot;templafy&quot;:{&quot;id&quot;:&quot;6ebed4b9-e78c-49ae-8a56-c0d6779de5d4&quot;}}" hidden="1">
            <a:extLst>
              <a:ext uri="{FF2B5EF4-FFF2-40B4-BE49-F238E27FC236}">
                <a16:creationId xmlns:a16="http://schemas.microsoft.com/office/drawing/2014/main" id="{DD042DCE-FF85-179A-5409-4B497F0F6387}"/>
              </a:ext>
            </a:extLst>
          </p:cNvPr>
          <p:cNvSpPr/>
          <p:nvPr userDrawn="1"/>
        </p:nvSpPr>
        <p:spPr>
          <a:xfrm>
            <a:off x="3927013" y="2489757"/>
            <a:ext cx="3524400" cy="2545164"/>
          </a:xfrm>
          <a:prstGeom prst="downArrow">
            <a:avLst>
              <a:gd name="adj1" fmla="val 50000"/>
              <a:gd name="adj2" fmla="val 48833"/>
            </a:avLst>
          </a:prstGeom>
          <a:solidFill>
            <a:srgbClr val="E713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71324"/>
                </a:solidFill>
              </a:rPr>
              <a:t>True</a:t>
            </a:r>
          </a:p>
        </p:txBody>
      </p:sp>
      <p:sp>
        <p:nvSpPr>
          <p:cNvPr id="10" name="TextBox 9" descr="{&quot;templafy&quot;:{&quot;id&quot;:&quot;0d65ad3a-b70e-4554-95b2-36e2ac88c82e&quot;}}" hidden="1">
            <a:extLst>
              <a:ext uri="{FF2B5EF4-FFF2-40B4-BE49-F238E27FC236}">
                <a16:creationId xmlns:a16="http://schemas.microsoft.com/office/drawing/2014/main" id="{D1EA3587-81F3-9A0F-FF62-249FD82C7C66}"/>
              </a:ext>
            </a:extLst>
          </p:cNvPr>
          <p:cNvSpPr txBox="1"/>
          <p:nvPr userDrawn="1"/>
        </p:nvSpPr>
        <p:spPr>
          <a:xfrm>
            <a:off x="4809003" y="2536613"/>
            <a:ext cx="1724627" cy="1938992"/>
          </a:xfrm>
          <a:prstGeom prst="rect">
            <a:avLst/>
          </a:prstGeom>
          <a:noFill/>
        </p:spPr>
        <p:txBody>
          <a:bodyPr wrap="square" rtlCol="0">
            <a:spAutoFit/>
          </a:bodyPr>
          <a:lstStyle/>
          <a:p>
            <a:pPr algn="ctr"/>
            <a:r>
              <a:rPr lang="en-US" sz="1200" kern="1200">
                <a:solidFill>
                  <a:schemeClr val="bg1"/>
                </a:solidFill>
                <a:latin typeface="Microsoft Sans Serif (Body)"/>
                <a:ea typeface="+mn-ea"/>
                <a:cs typeface="+mn-cs"/>
              </a:rPr>
              <a:t>ACTION REQUIRED  IN MASTERSLIDE:  Insert trademark names referenced in this deck. For specific trademark attribution information visit  http://go/TM.  
(Please delete this arrow block)</a:t>
            </a:r>
          </a:p>
        </p:txBody>
      </p:sp>
    </p:spTree>
    <p:extLst>
      <p:ext uri="{BB962C8B-B14F-4D97-AF65-F5344CB8AC3E}">
        <p14:creationId xmlns:p14="http://schemas.microsoft.com/office/powerpoint/2010/main" val="2695619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Fifty Fifty Blue">
    <p:spTree>
      <p:nvGrpSpPr>
        <p:cNvPr id="1" name=""/>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04152D91-17AA-41AE-AB21-FD3D3CE368DF}"/>
              </a:ext>
            </a:extLst>
          </p:cNvPr>
          <p:cNvSpPr/>
          <p:nvPr userDrawn="1"/>
        </p:nvSpPr>
        <p:spPr bwMode="gray">
          <a:xfrm>
            <a:off x="6093390" y="-159655"/>
            <a:ext cx="6272784" cy="6519672"/>
          </a:xfrm>
          <a:prstGeom prst="roundRect">
            <a:avLst>
              <a:gd name="adj" fmla="val 1350"/>
            </a:avLst>
          </a:prstGeom>
          <a:solidFill>
            <a:schemeClr val="accent1"/>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2" name="Text Placeholder 28">
            <a:extLst>
              <a:ext uri="{FF2B5EF4-FFF2-40B4-BE49-F238E27FC236}">
                <a16:creationId xmlns:a16="http://schemas.microsoft.com/office/drawing/2014/main" id="{31A6D88C-0B61-5E4A-A163-4E28BEBD2723}"/>
              </a:ext>
            </a:extLst>
          </p:cNvPr>
          <p:cNvSpPr>
            <a:spLocks noGrp="1"/>
          </p:cNvSpPr>
          <p:nvPr>
            <p:ph type="body" sz="quarter" idx="13"/>
          </p:nvPr>
        </p:nvSpPr>
        <p:spPr bwMode="gray">
          <a:xfrm>
            <a:off x="6583680" y="651302"/>
            <a:ext cx="5111496" cy="353302"/>
          </a:xfrm>
          <a:prstGeom prst="rect">
            <a:avLst/>
          </a:prstGeom>
        </p:spPr>
        <p:txBody>
          <a:bodyPr anchor="b">
            <a:spAutoFit/>
          </a:bodyPr>
          <a:lstStyle>
            <a:lvl1pPr marL="0" indent="0">
              <a:lnSpc>
                <a:spcPct val="82000"/>
              </a:lnSpc>
              <a:buNone/>
              <a:defRPr sz="2800">
                <a:solidFill>
                  <a:schemeClr val="bg1"/>
                </a:solidFill>
              </a:defRPr>
            </a:lvl1pPr>
            <a:lvl2pPr marL="0" indent="0">
              <a:buNone/>
              <a:defRPr sz="3400">
                <a:solidFill>
                  <a:schemeClr val="bg1"/>
                </a:solidFill>
              </a:defRPr>
            </a:lvl2pPr>
            <a:lvl3pPr marL="0" indent="0">
              <a:buNone/>
              <a:defRPr sz="3400">
                <a:solidFill>
                  <a:schemeClr val="bg1"/>
                </a:solidFill>
              </a:defRPr>
            </a:lvl3pPr>
            <a:lvl4pPr marL="0" indent="0">
              <a:buNone/>
              <a:defRPr sz="3400">
                <a:solidFill>
                  <a:schemeClr val="bg1"/>
                </a:solidFill>
              </a:defRPr>
            </a:lvl4pPr>
            <a:lvl5pPr marL="0" indent="0">
              <a:buNone/>
              <a:defRPr sz="3400">
                <a:solidFill>
                  <a:schemeClr val="bg1"/>
                </a:solidFill>
              </a:defRPr>
            </a:lvl5pPr>
          </a:lstStyle>
          <a:p>
            <a:pPr lvl="0"/>
            <a:r>
              <a:rPr lang="en-US"/>
              <a:t>Click to edit Master text styles</a:t>
            </a:r>
          </a:p>
        </p:txBody>
      </p:sp>
      <p:sp>
        <p:nvSpPr>
          <p:cNvPr id="43" name="Text Placeholder 30">
            <a:extLst>
              <a:ext uri="{FF2B5EF4-FFF2-40B4-BE49-F238E27FC236}">
                <a16:creationId xmlns:a16="http://schemas.microsoft.com/office/drawing/2014/main" id="{BA05B7BD-2711-B14D-9AAD-E3A34AECC05D}"/>
              </a:ext>
            </a:extLst>
          </p:cNvPr>
          <p:cNvSpPr>
            <a:spLocks noGrp="1"/>
          </p:cNvSpPr>
          <p:nvPr>
            <p:ph type="body" sz="quarter" idx="14"/>
          </p:nvPr>
        </p:nvSpPr>
        <p:spPr bwMode="gray">
          <a:xfrm>
            <a:off x="6583680" y="1088136"/>
            <a:ext cx="5111496" cy="236347"/>
          </a:xfrm>
          <a:prstGeom prst="rect">
            <a:avLst/>
          </a:prstGeom>
        </p:spPr>
        <p:txBody>
          <a:bodyPr>
            <a:spAutoFit/>
          </a:bodyPr>
          <a:lstStyle>
            <a:lvl1pPr marL="0" indent="0">
              <a:lnSpc>
                <a:spcPct val="96000"/>
              </a:lnSpc>
              <a:spcBef>
                <a:spcPts val="900"/>
              </a:spcBef>
              <a:buNone/>
              <a:defRPr sz="1600">
                <a:solidFill>
                  <a:schemeClr val="bg1"/>
                </a:solidFill>
              </a:defRPr>
            </a:lvl1pPr>
            <a:lvl2pPr marL="0" indent="0">
              <a:buNone/>
              <a:defRPr sz="2400">
                <a:solidFill>
                  <a:schemeClr val="bg1"/>
                </a:solidFill>
              </a:defRPr>
            </a:lvl2pPr>
            <a:lvl3pPr marL="0" indent="0">
              <a:buNone/>
              <a:defRPr sz="2400">
                <a:solidFill>
                  <a:schemeClr val="bg1"/>
                </a:solidFill>
              </a:defRPr>
            </a:lvl3pPr>
            <a:lvl4pPr marL="0" indent="0">
              <a:buNone/>
              <a:defRPr sz="2400">
                <a:solidFill>
                  <a:schemeClr val="bg1"/>
                </a:solidFill>
              </a:defRPr>
            </a:lvl4pPr>
            <a:lvl5pPr marL="0" indent="0">
              <a:buNone/>
              <a:defRPr sz="2400">
                <a:solidFill>
                  <a:schemeClr val="bg1"/>
                </a:solidFill>
              </a:defRPr>
            </a:lvl5pPr>
          </a:lstStyle>
          <a:p>
            <a:pPr lvl="0"/>
            <a:r>
              <a:rPr lang="en-US"/>
              <a:t>Click to edit Master text styles</a:t>
            </a:r>
          </a:p>
        </p:txBody>
      </p:sp>
      <p:sp>
        <p:nvSpPr>
          <p:cNvPr id="45" name="Footer Placeholder 2">
            <a:extLst>
              <a:ext uri="{FF2B5EF4-FFF2-40B4-BE49-F238E27FC236}">
                <a16:creationId xmlns:a16="http://schemas.microsoft.com/office/drawing/2014/main" id="{A98BC9DF-C552-D942-AEEA-E0F79D3C68A5}"/>
              </a:ext>
            </a:extLst>
          </p:cNvPr>
          <p:cNvSpPr>
            <a:spLocks noGrp="1"/>
          </p:cNvSpPr>
          <p:nvPr>
            <p:ph type="ftr" sz="quarter" idx="16"/>
          </p:nvPr>
        </p:nvSpPr>
        <p:spPr>
          <a:xfrm>
            <a:off x="495299" y="6532895"/>
            <a:ext cx="5111496" cy="118174"/>
          </a:xfrm>
        </p:spPr>
        <p:txBody>
          <a:bodyPr/>
          <a:lstStyle>
            <a:lvl1pPr defTabSz="685800">
              <a:lnSpc>
                <a:spcPct val="96000"/>
              </a:lnSpc>
              <a:spcBef>
                <a:spcPts val="0"/>
              </a:spcBef>
              <a:buClr>
                <a:srgbClr val="3253DC"/>
              </a:buClr>
              <a:buFont typeface="Arial" panose="020B0604020202020204" pitchFamily="34" charset="0"/>
              <a:buNone/>
              <a:defRPr>
                <a:solidFill>
                  <a:schemeClr val="accent5">
                    <a:lumMod val="60000"/>
                    <a:lumOff val="40000"/>
                  </a:schemeClr>
                </a:solidFill>
              </a:defRPr>
            </a:lvl1pPr>
          </a:lstStyle>
          <a:p>
            <a:endParaRPr lang="en-US"/>
          </a:p>
        </p:txBody>
      </p:sp>
      <p:sp>
        <p:nvSpPr>
          <p:cNvPr id="46" name="Title 2">
            <a:extLst>
              <a:ext uri="{FF2B5EF4-FFF2-40B4-BE49-F238E27FC236}">
                <a16:creationId xmlns:a16="http://schemas.microsoft.com/office/drawing/2014/main" id="{1130FC52-F31F-7544-851A-A9FB6D342CAE}"/>
              </a:ext>
            </a:extLst>
          </p:cNvPr>
          <p:cNvSpPr>
            <a:spLocks noGrp="1"/>
          </p:cNvSpPr>
          <p:nvPr>
            <p:ph type="title"/>
          </p:nvPr>
        </p:nvSpPr>
        <p:spPr>
          <a:xfrm>
            <a:off x="495300" y="146549"/>
            <a:ext cx="5111495" cy="858055"/>
          </a:xfrm>
        </p:spPr>
        <p:txBody>
          <a:bodyPr>
            <a:spAutoFit/>
          </a:bodyPr>
          <a:lstStyle/>
          <a:p>
            <a:r>
              <a:rPr lang="en-US"/>
              <a:t>Click to edit Master title style</a:t>
            </a:r>
          </a:p>
        </p:txBody>
      </p:sp>
      <p:sp>
        <p:nvSpPr>
          <p:cNvPr id="47" name="Content Placeholder 4">
            <a:extLst>
              <a:ext uri="{FF2B5EF4-FFF2-40B4-BE49-F238E27FC236}">
                <a16:creationId xmlns:a16="http://schemas.microsoft.com/office/drawing/2014/main" id="{B5E7483F-960A-C445-85E2-B0C91B781B85}"/>
              </a:ext>
            </a:extLst>
          </p:cNvPr>
          <p:cNvSpPr>
            <a:spLocks noGrp="1"/>
          </p:cNvSpPr>
          <p:nvPr>
            <p:ph sz="quarter" idx="17"/>
          </p:nvPr>
        </p:nvSpPr>
        <p:spPr>
          <a:xfrm>
            <a:off x="495300" y="1719072"/>
            <a:ext cx="5111495" cy="44515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Subtitle">
            <a:extLst>
              <a:ext uri="{FF2B5EF4-FFF2-40B4-BE49-F238E27FC236}">
                <a16:creationId xmlns:a16="http://schemas.microsoft.com/office/drawing/2014/main" id="{E17041E4-15FE-6842-9C64-29DEE41F2BE1}"/>
              </a:ext>
            </a:extLst>
          </p:cNvPr>
          <p:cNvSpPr>
            <a:spLocks noGrp="1"/>
          </p:cNvSpPr>
          <p:nvPr>
            <p:ph type="subTitle" idx="1"/>
          </p:nvPr>
        </p:nvSpPr>
        <p:spPr>
          <a:xfrm>
            <a:off x="494189" y="1088136"/>
            <a:ext cx="5111495" cy="236347"/>
          </a:xfrm>
          <a:prstGeom prst="rect">
            <a:avLst/>
          </a:prstGeom>
        </p:spPr>
        <p:txBody>
          <a:bodyPr wrap="square">
            <a:spAutoFit/>
          </a:bodyPr>
          <a:lstStyle>
            <a:lvl1pPr marL="0" indent="0" algn="l">
              <a:lnSpc>
                <a:spcPct val="96000"/>
              </a:lnSpc>
              <a:spcBef>
                <a:spcPts val="900"/>
              </a:spcBef>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4" name="Text Placeholder 5">
            <a:extLst>
              <a:ext uri="{FF2B5EF4-FFF2-40B4-BE49-F238E27FC236}">
                <a16:creationId xmlns:a16="http://schemas.microsoft.com/office/drawing/2014/main" id="{15C1667E-9CBE-4949-928C-EF05922920B1}"/>
              </a:ext>
            </a:extLst>
          </p:cNvPr>
          <p:cNvSpPr>
            <a:spLocks noGrp="1"/>
          </p:cNvSpPr>
          <p:nvPr>
            <p:ph type="body" sz="quarter" idx="15"/>
          </p:nvPr>
        </p:nvSpPr>
        <p:spPr bwMode="gray">
          <a:xfrm>
            <a:off x="6583680" y="1719073"/>
            <a:ext cx="5111496" cy="4270248"/>
          </a:xfrm>
          <a:prstGeom prst="rect">
            <a:avLst/>
          </a:prstGeo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Text Placeholder 30">
            <a:extLst>
              <a:ext uri="{FF2B5EF4-FFF2-40B4-BE49-F238E27FC236}">
                <a16:creationId xmlns:a16="http://schemas.microsoft.com/office/drawing/2014/main" id="{3EE211B0-5301-314E-A546-F5240C27BD6A}"/>
              </a:ext>
            </a:extLst>
          </p:cNvPr>
          <p:cNvSpPr>
            <a:spLocks noGrp="1"/>
          </p:cNvSpPr>
          <p:nvPr>
            <p:ph type="body" sz="quarter" idx="18" hasCustomPrompt="1"/>
          </p:nvPr>
        </p:nvSpPr>
        <p:spPr bwMode="gray">
          <a:xfrm>
            <a:off x="6583680" y="6085070"/>
            <a:ext cx="5111496" cy="118174"/>
          </a:xfrm>
          <a:prstGeom prst="rect">
            <a:avLst/>
          </a:prstGeom>
        </p:spPr>
        <p:txBody>
          <a:bodyPr wrap="square">
            <a:spAutoFit/>
          </a:bodyPr>
          <a:lstStyle>
            <a:lvl1pPr marL="0" indent="0">
              <a:lnSpc>
                <a:spcPct val="96000"/>
              </a:lnSpc>
              <a:spcBef>
                <a:spcPts val="0"/>
              </a:spcBef>
              <a:spcAft>
                <a:spcPts val="225"/>
              </a:spcAft>
              <a:buNone/>
              <a:defRPr sz="800">
                <a:solidFill>
                  <a:schemeClr val="accent2">
                    <a:lumMod val="40000"/>
                    <a:lumOff val="60000"/>
                  </a:schemeClr>
                </a:solidFill>
              </a:defRPr>
            </a:lvl1pPr>
            <a:lvl2pPr marL="0" indent="0">
              <a:buNone/>
              <a:defRPr sz="2400">
                <a:solidFill>
                  <a:schemeClr val="bg1"/>
                </a:solidFill>
              </a:defRPr>
            </a:lvl2pPr>
            <a:lvl3pPr marL="0" indent="0">
              <a:buNone/>
              <a:defRPr sz="2400">
                <a:solidFill>
                  <a:schemeClr val="bg1"/>
                </a:solidFill>
              </a:defRPr>
            </a:lvl3pPr>
            <a:lvl4pPr marL="0" indent="0">
              <a:buNone/>
              <a:defRPr sz="2400">
                <a:solidFill>
                  <a:schemeClr val="bg1"/>
                </a:solidFill>
              </a:defRPr>
            </a:lvl4pPr>
            <a:lvl5pPr marL="0" indent="0">
              <a:buNone/>
              <a:defRPr sz="2400">
                <a:solidFill>
                  <a:schemeClr val="bg1"/>
                </a:solidFill>
              </a:defRPr>
            </a:lvl5pPr>
          </a:lstStyle>
          <a:p>
            <a:pPr lvl="0"/>
            <a:r>
              <a:rPr lang="en-US"/>
              <a:t>Source sample text</a:t>
            </a:r>
          </a:p>
        </p:txBody>
      </p:sp>
    </p:spTree>
    <p:extLst>
      <p:ext uri="{BB962C8B-B14F-4D97-AF65-F5344CB8AC3E}">
        <p14:creationId xmlns:p14="http://schemas.microsoft.com/office/powerpoint/2010/main" val="640515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Segue Blue">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C48B92C6-8BAB-46BE-82E1-29A041E97FB8}"/>
              </a:ext>
            </a:extLst>
          </p:cNvPr>
          <p:cNvSpPr/>
          <p:nvPr userDrawn="1"/>
        </p:nvSpPr>
        <p:spPr bwMode="white">
          <a:xfrm>
            <a:off x="-171450" y="-152401"/>
            <a:ext cx="10904538" cy="6516131"/>
          </a:xfrm>
          <a:prstGeom prst="roundRect">
            <a:avLst>
              <a:gd name="adj" fmla="val 1263"/>
            </a:avLst>
          </a:prstGeom>
          <a:solidFill>
            <a:schemeClr val="accent1"/>
          </a:solidFill>
          <a:ln w="10795" cap="flat" cmpd="sng" algn="ctr">
            <a:noFill/>
            <a:prstDash val="solid"/>
          </a:ln>
          <a:effectLst>
            <a:innerShdw blurRad="63500" dist="50800" dir="18900000">
              <a:prstClr val="black">
                <a:alpha val="50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kern="0" noProof="0">
              <a:solidFill>
                <a:prstClr val="white"/>
              </a:solidFill>
            </a:endParaRPr>
          </a:p>
        </p:txBody>
      </p:sp>
      <p:sp>
        <p:nvSpPr>
          <p:cNvPr id="31" name="Title 1">
            <a:extLst>
              <a:ext uri="{FF2B5EF4-FFF2-40B4-BE49-F238E27FC236}">
                <a16:creationId xmlns:a16="http://schemas.microsoft.com/office/drawing/2014/main" id="{93EDA90E-CAE4-B04E-BBDA-181C0E0E04D5}"/>
              </a:ext>
            </a:extLst>
          </p:cNvPr>
          <p:cNvSpPr>
            <a:spLocks noGrp="1"/>
          </p:cNvSpPr>
          <p:nvPr>
            <p:ph type="title"/>
          </p:nvPr>
        </p:nvSpPr>
        <p:spPr>
          <a:xfrm>
            <a:off x="495298" y="3593167"/>
            <a:ext cx="8829675" cy="722955"/>
          </a:xfrm>
        </p:spPr>
        <p:txBody>
          <a:bodyPr wrap="square">
            <a:spAutoFit/>
          </a:bodyPr>
          <a:lstStyle>
            <a:lvl1pPr>
              <a:lnSpc>
                <a:spcPct val="87000"/>
              </a:lnSpc>
              <a:defRPr sz="5400">
                <a:solidFill>
                  <a:schemeClr val="bg1"/>
                </a:solidFill>
              </a:defRPr>
            </a:lvl1pPr>
          </a:lstStyle>
          <a:p>
            <a:r>
              <a:rPr lang="en-US"/>
              <a:t>Click to edit Master title style</a:t>
            </a:r>
          </a:p>
        </p:txBody>
      </p:sp>
      <p:sp>
        <p:nvSpPr>
          <p:cNvPr id="32" name="Subtitle">
            <a:extLst>
              <a:ext uri="{FF2B5EF4-FFF2-40B4-BE49-F238E27FC236}">
                <a16:creationId xmlns:a16="http://schemas.microsoft.com/office/drawing/2014/main" id="{12BC0725-E8C3-0C43-AD45-92349F42DC34}"/>
              </a:ext>
            </a:extLst>
          </p:cNvPr>
          <p:cNvSpPr>
            <a:spLocks noGrp="1"/>
          </p:cNvSpPr>
          <p:nvPr>
            <p:ph type="subTitle" idx="1"/>
          </p:nvPr>
        </p:nvSpPr>
        <p:spPr bwMode="black">
          <a:xfrm>
            <a:off x="494189" y="4525630"/>
            <a:ext cx="8831404" cy="914400"/>
          </a:xfrm>
          <a:prstGeom prst="rect">
            <a:avLst/>
          </a:prstGeom>
        </p:spPr>
        <p:txBody>
          <a:bodyPr/>
          <a:lstStyle>
            <a:lvl1pPr marL="0" indent="0" algn="l">
              <a:lnSpc>
                <a:spcPct val="96000"/>
              </a:lnSpc>
              <a:spcBef>
                <a:spcPts val="120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Box 5">
            <a:extLst>
              <a:ext uri="{FF2B5EF4-FFF2-40B4-BE49-F238E27FC236}">
                <a16:creationId xmlns:a16="http://schemas.microsoft.com/office/drawing/2014/main" id="{A61116F4-BD7A-EC36-6183-633ACC7CF35E}"/>
              </a:ext>
            </a:extLst>
          </p:cNvPr>
          <p:cNvSpPr txBox="1"/>
          <p:nvPr userDrawn="1"/>
        </p:nvSpPr>
        <p:spPr>
          <a:xfrm>
            <a:off x="6576059" y="6534114"/>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a:solidFill>
                  <a:schemeClr val="accent5">
                    <a:lumMod val="60000"/>
                    <a:lumOff val="4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2252482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1" i="0">
                <a:solidFill>
                  <a:srgbClr val="585858"/>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4302341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8" name="TextBox 17"/>
          <p:cNvSpPr txBox="1"/>
          <p:nvPr userDrawn="1"/>
        </p:nvSpPr>
        <p:spPr>
          <a:xfrm>
            <a:off x="4089627" y="2601413"/>
            <a:ext cx="6093795" cy="815431"/>
          </a:xfrm>
          <a:prstGeom prst="rect">
            <a:avLst/>
          </a:prstGeom>
          <a:noFill/>
        </p:spPr>
        <p:txBody>
          <a:bodyPr wrap="square" lIns="117927" tIns="58963" rIns="117927" bIns="58963" rtlCol="0">
            <a:spAutoFit/>
          </a:bodyPr>
          <a:lstStyle/>
          <a:p>
            <a:pPr algn="ctr" defTabSz="884508"/>
            <a:r>
              <a:rPr lang="en-US" sz="4353" b="1">
                <a:solidFill>
                  <a:prstClr val="white"/>
                </a:solidFill>
                <a:latin typeface="Gill Sans MT" panose="020B0502020104020203" pitchFamily="34" charset="0"/>
              </a:rPr>
              <a:t>Thank You</a:t>
            </a:r>
          </a:p>
        </p:txBody>
      </p:sp>
    </p:spTree>
    <p:extLst>
      <p:ext uri="{BB962C8B-B14F-4D97-AF65-F5344CB8AC3E}">
        <p14:creationId xmlns:p14="http://schemas.microsoft.com/office/powerpoint/2010/main" val="290308066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685334A-F6C1-E9D1-B983-598E10181DC3}"/>
              </a:ext>
            </a:extLst>
          </p:cNvPr>
          <p:cNvSpPr>
            <a:spLocks noGrp="1"/>
          </p:cNvSpPr>
          <p:nvPr>
            <p:ph type="title"/>
          </p:nvPr>
        </p:nvSpPr>
        <p:spPr/>
        <p:txBody>
          <a:bodyPr/>
          <a:lstStyle>
            <a:lvl1pPr>
              <a:defRPr>
                <a:solidFill>
                  <a:schemeClr val="tx1">
                    <a:lumMod val="75000"/>
                    <a:lumOff val="25000"/>
                  </a:schemeClr>
                </a:solidFill>
              </a:defRPr>
            </a:lvl1pPr>
          </a:lstStyle>
          <a:p>
            <a:r>
              <a:rPr lang="en-GB"/>
              <a:t>Click to edit Master title style</a:t>
            </a:r>
            <a:endParaRPr lang="en-US"/>
          </a:p>
        </p:txBody>
      </p:sp>
    </p:spTree>
    <p:extLst>
      <p:ext uri="{BB962C8B-B14F-4D97-AF65-F5344CB8AC3E}">
        <p14:creationId xmlns:p14="http://schemas.microsoft.com/office/powerpoint/2010/main" val="214402686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Shelf Blue">
    <p:spTree>
      <p:nvGrpSpPr>
        <p:cNvPr id="1" name=""/>
        <p:cNvGrpSpPr/>
        <p:nvPr/>
      </p:nvGrpSpPr>
      <p:grpSpPr>
        <a:xfrm>
          <a:off x="0" y="0"/>
          <a:ext cx="0" cy="0"/>
          <a:chOff x="0" y="0"/>
          <a:chExt cx="0" cy="0"/>
        </a:xfrm>
      </p:grpSpPr>
      <p:sp>
        <p:nvSpPr>
          <p:cNvPr id="56" name="Rectangle: Rounded Corners 55">
            <a:extLst>
              <a:ext uri="{FF2B5EF4-FFF2-40B4-BE49-F238E27FC236}">
                <a16:creationId xmlns:a16="http://schemas.microsoft.com/office/drawing/2014/main" id="{9C54434D-FA64-4658-9BFD-21AB34B4189F}"/>
              </a:ext>
            </a:extLst>
          </p:cNvPr>
          <p:cNvSpPr/>
          <p:nvPr userDrawn="1"/>
        </p:nvSpPr>
        <p:spPr bwMode="gray">
          <a:xfrm>
            <a:off x="481013" y="5312740"/>
            <a:ext cx="11856130" cy="1697660"/>
          </a:xfrm>
          <a:prstGeom prst="roundRect">
            <a:avLst>
              <a:gd name="adj" fmla="val 4848"/>
            </a:avLst>
          </a:prstGeom>
          <a:solidFill>
            <a:schemeClr val="accent1"/>
          </a:solidFill>
          <a:ln w="10795" cap="flat" cmpd="sng" algn="ctr">
            <a:noFill/>
            <a:prstDash val="solid"/>
          </a:ln>
          <a:effectLst>
            <a:innerShdw blurRad="63500" dist="50800" dir="189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n-lt"/>
              <a:ea typeface="+mn-ea"/>
              <a:cs typeface="+mn-cs"/>
            </a:endParaRPr>
          </a:p>
        </p:txBody>
      </p:sp>
      <p:sp>
        <p:nvSpPr>
          <p:cNvPr id="11" name="Footer Placeholder 4">
            <a:extLst>
              <a:ext uri="{FF2B5EF4-FFF2-40B4-BE49-F238E27FC236}">
                <a16:creationId xmlns:a16="http://schemas.microsoft.com/office/drawing/2014/main" id="{30586D9F-6A23-4598-BD43-228B7C23E261}"/>
              </a:ext>
            </a:extLst>
          </p:cNvPr>
          <p:cNvSpPr>
            <a:spLocks noGrp="1"/>
          </p:cNvSpPr>
          <p:nvPr>
            <p:ph type="ftr" sz="quarter" idx="3"/>
          </p:nvPr>
        </p:nvSpPr>
        <p:spPr>
          <a:xfrm>
            <a:off x="494189" y="5120616"/>
            <a:ext cx="6418363" cy="121636"/>
          </a:xfrm>
          <a:prstGeom prst="rect">
            <a:avLst/>
          </a:prstGeom>
        </p:spPr>
        <p:txBody>
          <a:bodyPr vert="horz" wrap="square" lIns="0" tIns="0" rIns="0" bIns="0" rtlCol="0" anchor="b">
            <a:spAutoFit/>
          </a:bodyPr>
          <a:lstStyle>
            <a:lvl1pPr algn="l">
              <a:lnSpc>
                <a:spcPct val="96000"/>
              </a:lnSpc>
              <a:defRPr sz="800">
                <a:solidFill>
                  <a:schemeClr val="accent5">
                    <a:lumMod val="60000"/>
                    <a:lumOff val="40000"/>
                  </a:schemeClr>
                </a:solidFill>
              </a:defRPr>
            </a:lvl1pPr>
          </a:lstStyle>
          <a:p>
            <a:endParaRPr lang="en-US"/>
          </a:p>
        </p:txBody>
      </p:sp>
      <p:sp>
        <p:nvSpPr>
          <p:cNvPr id="3" name="Title 2">
            <a:extLst>
              <a:ext uri="{FF2B5EF4-FFF2-40B4-BE49-F238E27FC236}">
                <a16:creationId xmlns:a16="http://schemas.microsoft.com/office/drawing/2014/main" id="{6018C051-C8ED-490A-8420-0B33C7EBC95D}"/>
              </a:ext>
            </a:extLst>
          </p:cNvPr>
          <p:cNvSpPr>
            <a:spLocks noGrp="1"/>
          </p:cNvSpPr>
          <p:nvPr>
            <p:ph type="title"/>
          </p:nvPr>
        </p:nvSpPr>
        <p:spPr/>
        <p:txBody>
          <a:bodyPr/>
          <a:lstStyle/>
          <a:p>
            <a:r>
              <a:rPr lang="en-US"/>
              <a:t>Click to edit Master title style</a:t>
            </a:r>
          </a:p>
        </p:txBody>
      </p:sp>
      <p:sp>
        <p:nvSpPr>
          <p:cNvPr id="15" name="Content Placeholder 4">
            <a:extLst>
              <a:ext uri="{FF2B5EF4-FFF2-40B4-BE49-F238E27FC236}">
                <a16:creationId xmlns:a16="http://schemas.microsoft.com/office/drawing/2014/main" id="{79BAC33F-C2B1-4F90-8D6A-FE73B82B3A96}"/>
              </a:ext>
            </a:extLst>
          </p:cNvPr>
          <p:cNvSpPr>
            <a:spLocks noGrp="1"/>
          </p:cNvSpPr>
          <p:nvPr>
            <p:ph sz="quarter" idx="14"/>
          </p:nvPr>
        </p:nvSpPr>
        <p:spPr>
          <a:xfrm>
            <a:off x="495300" y="1719072"/>
            <a:ext cx="11187112" cy="3079655"/>
          </a:xfrm>
          <a:prstGeom prst="rect">
            <a:avLst/>
          </a:prstGeom>
        </p:spPr>
        <p:txBody>
          <a:bodyPr/>
          <a:lstStyle>
            <a:lvl1pPr>
              <a:buClrTx/>
              <a:defRPr/>
            </a:lvl1pPr>
            <a:lvl2pPr>
              <a:buClrTx/>
              <a:defRPr/>
            </a:lvl2pPr>
            <a:lvl3pPr>
              <a:buClrTx/>
              <a:defRPr/>
            </a:lvl3pPr>
            <a:lvl4pPr>
              <a:buClrTx/>
              <a:defRPr/>
            </a:lvl4pPr>
            <a:lvl5pPr>
              <a:buClrTx/>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Subtitle">
            <a:extLst>
              <a:ext uri="{FF2B5EF4-FFF2-40B4-BE49-F238E27FC236}">
                <a16:creationId xmlns:a16="http://schemas.microsoft.com/office/drawing/2014/main" id="{367C7EAB-A60F-4055-BBCB-DA0E8A0A79F2}"/>
              </a:ext>
            </a:extLst>
          </p:cNvPr>
          <p:cNvSpPr>
            <a:spLocks noGrp="1"/>
          </p:cNvSpPr>
          <p:nvPr>
            <p:ph type="subTitle" idx="1"/>
          </p:nvPr>
        </p:nvSpPr>
        <p:spPr>
          <a:xfrm>
            <a:off x="494189" y="1088136"/>
            <a:ext cx="11188223" cy="236347"/>
          </a:xfrm>
          <a:prstGeom prst="rect">
            <a:avLst/>
          </a:prstGeom>
        </p:spPr>
        <p:txBody>
          <a:bodyPr>
            <a:spAutoFit/>
          </a:bodyPr>
          <a:lstStyle>
            <a:lvl1pPr marL="0" indent="0" algn="l">
              <a:lnSpc>
                <a:spcPct val="96000"/>
              </a:lnSpc>
              <a:spcBef>
                <a:spcPts val="900"/>
              </a:spcBef>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0" name="Text Placeholder 29">
            <a:extLst>
              <a:ext uri="{FF2B5EF4-FFF2-40B4-BE49-F238E27FC236}">
                <a16:creationId xmlns:a16="http://schemas.microsoft.com/office/drawing/2014/main" id="{99CF0DFE-6BBE-4459-92F2-E7476695A890}"/>
              </a:ext>
            </a:extLst>
          </p:cNvPr>
          <p:cNvSpPr>
            <a:spLocks noGrp="1"/>
          </p:cNvSpPr>
          <p:nvPr>
            <p:ph type="body" sz="quarter" idx="15"/>
          </p:nvPr>
        </p:nvSpPr>
        <p:spPr bwMode="gray">
          <a:xfrm>
            <a:off x="754743" y="5607050"/>
            <a:ext cx="10926715" cy="929054"/>
          </a:xfrm>
          <a:prstGeom prst="rect">
            <a:avLst/>
          </a:prstGeom>
        </p:spPr>
        <p:txBody>
          <a:bodyPr anchor="ctr"/>
          <a:lstStyle>
            <a:lvl1pPr marL="0" indent="0">
              <a:lnSpc>
                <a:spcPct val="89000"/>
              </a:lnSpc>
              <a:spcBef>
                <a:spcPts val="0"/>
              </a:spcBef>
              <a:spcAft>
                <a:spcPts val="1200"/>
              </a:spcAft>
              <a:buNone/>
              <a:defRPr sz="2800">
                <a:solidFill>
                  <a:schemeClr val="bg1"/>
                </a:solidFill>
              </a:defRPr>
            </a:lvl1pPr>
            <a:lvl2pPr marL="0" indent="0">
              <a:lnSpc>
                <a:spcPct val="94000"/>
              </a:lnSpc>
              <a:spcAft>
                <a:spcPts val="1200"/>
              </a:spcAft>
              <a:buNone/>
              <a:defRPr sz="2400">
                <a:solidFill>
                  <a:schemeClr val="bg1"/>
                </a:solidFill>
              </a:defRPr>
            </a:lvl2pPr>
            <a:lvl3pPr marL="0" indent="0">
              <a:lnSpc>
                <a:spcPct val="95000"/>
              </a:lnSpc>
              <a:spcAft>
                <a:spcPts val="1200"/>
              </a:spcAft>
              <a:buNone/>
              <a:defRPr sz="2100">
                <a:solidFill>
                  <a:schemeClr val="bg1"/>
                </a:solidFill>
              </a:defRPr>
            </a:lvl3pPr>
            <a:lvl4pPr marL="0" indent="0">
              <a:lnSpc>
                <a:spcPct val="98000"/>
              </a:lnSpc>
              <a:spcAft>
                <a:spcPts val="900"/>
              </a:spcAft>
              <a:buNone/>
              <a:defRPr sz="1800">
                <a:solidFill>
                  <a:schemeClr val="bg1"/>
                </a:solidFill>
              </a:defRPr>
            </a:lvl4pPr>
            <a:lvl5pPr marL="0" indent="0">
              <a:lnSpc>
                <a:spcPct val="94000"/>
              </a:lnSpc>
              <a:spcBef>
                <a:spcPts val="0"/>
              </a:spcBef>
              <a:spcAft>
                <a:spcPts val="900"/>
              </a:spcAft>
              <a:buNone/>
              <a:defRPr sz="1600">
                <a:solidFill>
                  <a:schemeClr val="bg1"/>
                </a:solidFill>
              </a:defRPr>
            </a:lvl5pPr>
          </a:lstStyle>
          <a:p>
            <a:pPr lvl="0"/>
            <a:r>
              <a:rPr lang="en-US"/>
              <a:t>Click to edit Master text styles</a:t>
            </a:r>
          </a:p>
        </p:txBody>
      </p:sp>
      <p:sp>
        <p:nvSpPr>
          <p:cNvPr id="9" name="TextBox 8">
            <a:extLst>
              <a:ext uri="{FF2B5EF4-FFF2-40B4-BE49-F238E27FC236}">
                <a16:creationId xmlns:a16="http://schemas.microsoft.com/office/drawing/2014/main" id="{34032CCB-9D02-4DA9-9379-A73762F29F44}"/>
              </a:ext>
            </a:extLst>
          </p:cNvPr>
          <p:cNvSpPr txBox="1"/>
          <p:nvPr userDrawn="1"/>
        </p:nvSpPr>
        <p:spPr>
          <a:xfrm>
            <a:off x="11329988" y="6514122"/>
            <a:ext cx="376236" cy="147476"/>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r" defTabSz="914400" rtl="0" eaLnBrk="1" latinLnBrk="0" hangingPunct="1">
              <a:lnSpc>
                <a:spcPct val="125000"/>
              </a:lnSpc>
            </a:pPr>
            <a:fld id="{B01BFD70-D99E-427C-A01B-19B2BB56A3C8}" type="slidenum">
              <a:rPr lang="en-US" sz="800" kern="1200" smtClean="0">
                <a:solidFill>
                  <a:schemeClr val="accent2">
                    <a:lumMod val="40000"/>
                    <a:lumOff val="60000"/>
                  </a:schemeClr>
                </a:solidFill>
                <a:latin typeface="+mn-lt"/>
                <a:ea typeface="+mn-ea"/>
                <a:cs typeface="+mn-cs"/>
              </a:rPr>
              <a:pPr marL="0" lvl="0" algn="r" defTabSz="914400" rtl="0" eaLnBrk="1" latinLnBrk="0" hangingPunct="1">
                <a:lnSpc>
                  <a:spcPct val="125000"/>
                </a:lnSpc>
              </a:pPr>
              <a:t>‹#›</a:t>
            </a:fld>
            <a:endParaRPr lang="en-US" sz="800" kern="1200">
              <a:solidFill>
                <a:schemeClr val="accent2">
                  <a:lumMod val="40000"/>
                  <a:lumOff val="60000"/>
                </a:schemeClr>
              </a:solidFill>
              <a:latin typeface="+mn-lt"/>
              <a:ea typeface="+mn-ea"/>
              <a:cs typeface="+mn-cs"/>
            </a:endParaRPr>
          </a:p>
        </p:txBody>
      </p:sp>
      <p:sp>
        <p:nvSpPr>
          <p:cNvPr id="10" name="TextBox 9">
            <a:extLst>
              <a:ext uri="{FF2B5EF4-FFF2-40B4-BE49-F238E27FC236}">
                <a16:creationId xmlns:a16="http://schemas.microsoft.com/office/drawing/2014/main" id="{2675B83E-0BE5-D244-AA83-CABD189E8C63}"/>
              </a:ext>
            </a:extLst>
          </p:cNvPr>
          <p:cNvSpPr txBox="1"/>
          <p:nvPr userDrawn="1"/>
        </p:nvSpPr>
        <p:spPr>
          <a:xfrm>
            <a:off x="6576059" y="6534114"/>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a:solidFill>
                  <a:schemeClr val="accent2">
                    <a:lumMod val="40000"/>
                    <a:lumOff val="6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264710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userDrawn="1">
  <p:cSld name="Large Circle White">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E3E28D24-6767-9C45-ABB8-DA51DF065820}"/>
              </a:ext>
            </a:extLst>
          </p:cNvPr>
          <p:cNvSpPr>
            <a:spLocks/>
          </p:cNvSpPr>
          <p:nvPr userDrawn="1"/>
        </p:nvSpPr>
        <p:spPr bwMode="ltGray">
          <a:xfrm>
            <a:off x="7517108" y="-857339"/>
            <a:ext cx="8359183" cy="8572678"/>
          </a:xfrm>
          <a:prstGeom prst="ellipse">
            <a:avLst/>
          </a:prstGeom>
          <a:solidFill>
            <a:schemeClr val="bg1"/>
          </a:solidFill>
          <a:ln w="25400" cap="flat" cmpd="sng" algn="ctr">
            <a:noFill/>
            <a:prstDash val="solid"/>
          </a:ln>
          <a:effectLst>
            <a:innerShdw blurRad="63500" dist="50800" dir="13500000">
              <a:prstClr val="black">
                <a:alpha val="50000"/>
              </a:prstClr>
            </a:innerShdw>
            <a:softEdge rad="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a:ln>
                <a:noFill/>
              </a:ln>
              <a:solidFill>
                <a:prstClr val="white"/>
              </a:solidFill>
              <a:effectLst/>
              <a:uLnTx/>
              <a:uFillTx/>
              <a:latin typeface="Microsoft Sans Serif"/>
            </a:endParaRPr>
          </a:p>
        </p:txBody>
      </p:sp>
      <p:sp>
        <p:nvSpPr>
          <p:cNvPr id="11" name="Footer Placeholder 2">
            <a:extLst>
              <a:ext uri="{FF2B5EF4-FFF2-40B4-BE49-F238E27FC236}">
                <a16:creationId xmlns:a16="http://schemas.microsoft.com/office/drawing/2014/main" id="{EA514D3A-70CE-4812-A873-E8B92AB5CE62}"/>
              </a:ext>
            </a:extLst>
          </p:cNvPr>
          <p:cNvSpPr>
            <a:spLocks noGrp="1"/>
          </p:cNvSpPr>
          <p:nvPr>
            <p:ph type="ftr" sz="quarter" idx="10"/>
          </p:nvPr>
        </p:nvSpPr>
        <p:spPr>
          <a:xfrm>
            <a:off x="495299" y="6532895"/>
            <a:ext cx="5943600" cy="118174"/>
          </a:xfrm>
        </p:spPr>
        <p:txBody>
          <a:bodyPr/>
          <a:lstStyle>
            <a:lvl1pPr defTabSz="685800">
              <a:lnSpc>
                <a:spcPct val="96000"/>
              </a:lnSpc>
              <a:spcBef>
                <a:spcPts val="0"/>
              </a:spcBef>
              <a:buClr>
                <a:srgbClr val="3253DC"/>
              </a:buClr>
              <a:buFont typeface="Arial" panose="020B0604020202020204" pitchFamily="34" charset="0"/>
              <a:buNone/>
              <a:defRPr>
                <a:solidFill>
                  <a:schemeClr val="accent6">
                    <a:lumMod val="75000"/>
                  </a:schemeClr>
                </a:solidFill>
              </a:defRPr>
            </a:lvl1pPr>
          </a:lstStyle>
          <a:p>
            <a:endParaRPr lang="en-US"/>
          </a:p>
        </p:txBody>
      </p:sp>
      <p:sp>
        <p:nvSpPr>
          <p:cNvPr id="13" name="Title 2">
            <a:extLst>
              <a:ext uri="{FF2B5EF4-FFF2-40B4-BE49-F238E27FC236}">
                <a16:creationId xmlns:a16="http://schemas.microsoft.com/office/drawing/2014/main" id="{9274620C-1F0C-B343-A2E5-A5600D2942C7}"/>
              </a:ext>
            </a:extLst>
          </p:cNvPr>
          <p:cNvSpPr>
            <a:spLocks noGrp="1"/>
          </p:cNvSpPr>
          <p:nvPr>
            <p:ph type="title"/>
          </p:nvPr>
        </p:nvSpPr>
        <p:spPr>
          <a:xfrm>
            <a:off x="495300" y="642645"/>
            <a:ext cx="6423978" cy="361959"/>
          </a:xfrm>
        </p:spPr>
        <p:txBody>
          <a:bodyPr wrap="square">
            <a:spAutoFit/>
          </a:bodyPr>
          <a:lstStyle>
            <a:lvl1pPr>
              <a:defRPr>
                <a:solidFill>
                  <a:schemeClr val="tx2"/>
                </a:solidFill>
              </a:defRPr>
            </a:lvl1pPr>
          </a:lstStyle>
          <a:p>
            <a:r>
              <a:rPr lang="en-US"/>
              <a:t>Click to edit Master title style</a:t>
            </a:r>
          </a:p>
        </p:txBody>
      </p:sp>
      <p:sp>
        <p:nvSpPr>
          <p:cNvPr id="14" name="Subtitle">
            <a:extLst>
              <a:ext uri="{FF2B5EF4-FFF2-40B4-BE49-F238E27FC236}">
                <a16:creationId xmlns:a16="http://schemas.microsoft.com/office/drawing/2014/main" id="{DB79993B-4669-3B44-8D38-0850A4815757}"/>
              </a:ext>
            </a:extLst>
          </p:cNvPr>
          <p:cNvSpPr>
            <a:spLocks noGrp="1"/>
          </p:cNvSpPr>
          <p:nvPr>
            <p:ph type="subTitle" idx="1"/>
          </p:nvPr>
        </p:nvSpPr>
        <p:spPr>
          <a:xfrm>
            <a:off x="494189" y="1088136"/>
            <a:ext cx="6425089" cy="236347"/>
          </a:xfrm>
          <a:prstGeom prst="rect">
            <a:avLst/>
          </a:prstGeom>
        </p:spPr>
        <p:txBody>
          <a:bodyPr wrap="square">
            <a:spAutoFit/>
          </a:bodyPr>
          <a:lstStyle>
            <a:lvl1pPr marL="0" indent="0" algn="l">
              <a:lnSpc>
                <a:spcPct val="96000"/>
              </a:lnSpc>
              <a:spcBef>
                <a:spcPts val="900"/>
              </a:spcBef>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Content Placeholder 4">
            <a:extLst>
              <a:ext uri="{FF2B5EF4-FFF2-40B4-BE49-F238E27FC236}">
                <a16:creationId xmlns:a16="http://schemas.microsoft.com/office/drawing/2014/main" id="{7886FD52-112E-4B46-B4D5-B3FE40596000}"/>
              </a:ext>
            </a:extLst>
          </p:cNvPr>
          <p:cNvSpPr>
            <a:spLocks noGrp="1"/>
          </p:cNvSpPr>
          <p:nvPr>
            <p:ph sz="quarter" idx="17"/>
          </p:nvPr>
        </p:nvSpPr>
        <p:spPr>
          <a:xfrm>
            <a:off x="495300" y="1719072"/>
            <a:ext cx="6425089" cy="4451541"/>
          </a:xfrm>
          <a:prstGeom prst="rect">
            <a:avLst/>
          </a:prstGeom>
        </p:spPr>
        <p:txBody>
          <a:bodyPr/>
          <a:lstStyle>
            <a:lvl1pPr>
              <a:buClrTx/>
              <a:defRPr/>
            </a:lvl1pPr>
            <a:lvl2pPr>
              <a:buClrTx/>
              <a:defRPr/>
            </a:lvl2pPr>
            <a:lvl3pPr>
              <a:buClrTx/>
              <a:defRPr/>
            </a:lvl3pPr>
            <a:lvl4pPr>
              <a:buClrTx/>
              <a:defRPr/>
            </a:lvl4pPr>
            <a:lvl5pPr>
              <a:buClrTx/>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29">
            <a:extLst>
              <a:ext uri="{FF2B5EF4-FFF2-40B4-BE49-F238E27FC236}">
                <a16:creationId xmlns:a16="http://schemas.microsoft.com/office/drawing/2014/main" id="{CF338098-9C38-5C41-9F6E-C2DB635628EC}"/>
              </a:ext>
            </a:extLst>
          </p:cNvPr>
          <p:cNvSpPr>
            <a:spLocks noGrp="1"/>
          </p:cNvSpPr>
          <p:nvPr>
            <p:ph type="body" sz="quarter" idx="15"/>
          </p:nvPr>
        </p:nvSpPr>
        <p:spPr bwMode="black">
          <a:xfrm>
            <a:off x="8471454" y="2764100"/>
            <a:ext cx="2717245" cy="1134132"/>
          </a:xfrm>
          <a:prstGeom prst="rect">
            <a:avLst/>
          </a:prstGeom>
        </p:spPr>
        <p:txBody>
          <a:bodyPr anchor="ctr"/>
          <a:lstStyle>
            <a:lvl1pPr marL="0" indent="0">
              <a:lnSpc>
                <a:spcPct val="89000"/>
              </a:lnSpc>
              <a:spcBef>
                <a:spcPts val="0"/>
              </a:spcBef>
              <a:spcAft>
                <a:spcPts val="1200"/>
              </a:spcAft>
              <a:buNone/>
              <a:defRPr sz="2800">
                <a:solidFill>
                  <a:schemeClr val="tx2"/>
                </a:solidFill>
              </a:defRPr>
            </a:lvl1pPr>
            <a:lvl2pPr marL="0" indent="0">
              <a:lnSpc>
                <a:spcPct val="94000"/>
              </a:lnSpc>
              <a:spcAft>
                <a:spcPts val="1200"/>
              </a:spcAft>
              <a:buNone/>
              <a:defRPr sz="2400">
                <a:solidFill>
                  <a:schemeClr val="bg1"/>
                </a:solidFill>
              </a:defRPr>
            </a:lvl2pPr>
            <a:lvl3pPr marL="0" indent="0">
              <a:lnSpc>
                <a:spcPct val="95000"/>
              </a:lnSpc>
              <a:spcAft>
                <a:spcPts val="1200"/>
              </a:spcAft>
              <a:buNone/>
              <a:defRPr sz="2100">
                <a:solidFill>
                  <a:schemeClr val="bg1"/>
                </a:solidFill>
              </a:defRPr>
            </a:lvl3pPr>
            <a:lvl4pPr marL="0" indent="0">
              <a:lnSpc>
                <a:spcPct val="98000"/>
              </a:lnSpc>
              <a:spcAft>
                <a:spcPts val="900"/>
              </a:spcAft>
              <a:buNone/>
              <a:defRPr sz="1800">
                <a:solidFill>
                  <a:schemeClr val="bg1"/>
                </a:solidFill>
              </a:defRPr>
            </a:lvl4pPr>
            <a:lvl5pPr marL="0" indent="0">
              <a:lnSpc>
                <a:spcPct val="94000"/>
              </a:lnSpc>
              <a:spcBef>
                <a:spcPts val="0"/>
              </a:spcBef>
              <a:spcAft>
                <a:spcPts val="900"/>
              </a:spcAft>
              <a:buNone/>
              <a:defRPr sz="1600">
                <a:solidFill>
                  <a:schemeClr val="bg1"/>
                </a:solidFill>
              </a:defRPr>
            </a:lvl5pPr>
          </a:lstStyle>
          <a:p>
            <a:pPr lvl="0"/>
            <a:r>
              <a:rPr lang="en-US"/>
              <a:t>Click to edit Master text styles</a:t>
            </a:r>
          </a:p>
        </p:txBody>
      </p:sp>
      <p:sp>
        <p:nvSpPr>
          <p:cNvPr id="2" name="Rechteck 1" descr="{&quot;templafy&quot;:{&quot;id&quot;:&quot;9d11a537-7019-44a1-806e-f47377130d3e&quot;}}" hidden="1">
            <a:extLst>
              <a:ext uri="{FF2B5EF4-FFF2-40B4-BE49-F238E27FC236}">
                <a16:creationId xmlns:a16="http://schemas.microsoft.com/office/drawing/2014/main" id="{CC9FAA19-BC03-BC11-8A92-3FD5B42F6096}"/>
              </a:ext>
            </a:extLst>
          </p:cNvPr>
          <p:cNvSpPr/>
          <p:nvPr userDrawn="1"/>
        </p:nvSpPr>
        <p:spPr>
          <a:xfrm>
            <a:off x="9426895" y="6375600"/>
            <a:ext cx="2448733"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algn="l">
              <a:lnSpc>
                <a:spcPct val="96000"/>
              </a:lnSpc>
            </a:pPr>
            <a:r>
              <a:rPr lang="en-GB" sz="800">
                <a:solidFill>
                  <a:schemeClr val="accent6">
                    <a:lumMod val="75000"/>
                  </a:schemeClr>
                </a:solidFill>
                <a:latin typeface="Microsoft Sans Serif"/>
                <a:cs typeface="Microsoft Sans Serif" panose="020B0604020202020204" pitchFamily="34" charset="0"/>
              </a:rPr>
              <a:t>Confidential - Qualcomm Technologies, Inc. and/or its affiliated companies - May Contain Trade Secrets</a:t>
            </a:r>
          </a:p>
        </p:txBody>
      </p:sp>
    </p:spTree>
    <p:extLst>
      <p:ext uri="{BB962C8B-B14F-4D97-AF65-F5344CB8AC3E}">
        <p14:creationId xmlns:p14="http://schemas.microsoft.com/office/powerpoint/2010/main" val="763951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cSld name="Shelf Midnigh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569AADC-D1FA-4953-9861-AF854AF4F385}"/>
              </a:ext>
            </a:extLst>
          </p:cNvPr>
          <p:cNvGrpSpPr/>
          <p:nvPr/>
        </p:nvGrpSpPr>
        <p:grpSpPr>
          <a:xfrm>
            <a:off x="-1855" y="5312740"/>
            <a:ext cx="12195710" cy="1545260"/>
            <a:chOff x="-1855" y="5312733"/>
            <a:chExt cx="12195710" cy="1545260"/>
          </a:xfrm>
        </p:grpSpPr>
        <p:sp>
          <p:nvSpPr>
            <p:cNvPr id="56" name="Rectangle 55">
              <a:extLst>
                <a:ext uri="{FF2B5EF4-FFF2-40B4-BE49-F238E27FC236}">
                  <a16:creationId xmlns:a16="http://schemas.microsoft.com/office/drawing/2014/main" id="{9C54434D-FA64-4658-9BFD-21AB34B4189F}"/>
                </a:ext>
              </a:extLst>
            </p:cNvPr>
            <p:cNvSpPr/>
            <p:nvPr/>
          </p:nvSpPr>
          <p:spPr bwMode="gray">
            <a:xfrm>
              <a:off x="-1855" y="5312733"/>
              <a:ext cx="12195710" cy="1545260"/>
            </a:xfrm>
            <a:prstGeom prst="rect">
              <a:avLst/>
            </a:prstGeom>
            <a:solidFill>
              <a:schemeClr val="tx2"/>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entury Gothic"/>
                <a:ea typeface="+mn-ea"/>
                <a:cs typeface="+mn-cs"/>
              </a:endParaRPr>
            </a:p>
          </p:txBody>
        </p:sp>
        <p:sp>
          <p:nvSpPr>
            <p:cNvPr id="57" name="Rectangle: Single Corner Rounded 6">
              <a:extLst>
                <a:ext uri="{FF2B5EF4-FFF2-40B4-BE49-F238E27FC236}">
                  <a16:creationId xmlns:a16="http://schemas.microsoft.com/office/drawing/2014/main" id="{7EF7B60B-70B1-4165-9866-AE1B0F078114}"/>
                </a:ext>
              </a:extLst>
            </p:cNvPr>
            <p:cNvSpPr/>
            <p:nvPr/>
          </p:nvSpPr>
          <p:spPr bwMode="gray">
            <a:xfrm rot="5400000" flipH="1" flipV="1">
              <a:off x="5849113" y="-536376"/>
              <a:ext cx="493775" cy="12191993"/>
            </a:xfrm>
            <a:prstGeom prst="round1Rect">
              <a:avLst>
                <a:gd name="adj" fmla="val 0"/>
              </a:avLst>
            </a:prstGeom>
            <a:gradFill flip="none" rotWithShape="1">
              <a:gsLst>
                <a:gs pos="0">
                  <a:schemeClr val="tx2"/>
                </a:gs>
                <a:gs pos="100000">
                  <a:srgbClr val="06101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b="1">
                <a:solidFill>
                  <a:prstClr val="white"/>
                </a:solidFill>
              </a:endParaRPr>
            </a:p>
          </p:txBody>
        </p:sp>
      </p:grpSp>
      <p:sp>
        <p:nvSpPr>
          <p:cNvPr id="30" name="Text Placeholder 29">
            <a:extLst>
              <a:ext uri="{FF2B5EF4-FFF2-40B4-BE49-F238E27FC236}">
                <a16:creationId xmlns:a16="http://schemas.microsoft.com/office/drawing/2014/main" id="{99CF0DFE-6BBE-4459-92F2-E7476695A890}"/>
              </a:ext>
            </a:extLst>
          </p:cNvPr>
          <p:cNvSpPr>
            <a:spLocks noGrp="1"/>
          </p:cNvSpPr>
          <p:nvPr>
            <p:ph type="body" sz="quarter" idx="15"/>
          </p:nvPr>
        </p:nvSpPr>
        <p:spPr bwMode="gray">
          <a:xfrm>
            <a:off x="495299" y="5607050"/>
            <a:ext cx="11186159" cy="929054"/>
          </a:xfrm>
          <a:prstGeom prst="rect">
            <a:avLst/>
          </a:prstGeom>
        </p:spPr>
        <p:txBody>
          <a:bodyPr anchor="ctr"/>
          <a:lstStyle>
            <a:lvl1pPr marL="0" indent="0">
              <a:lnSpc>
                <a:spcPct val="89000"/>
              </a:lnSpc>
              <a:spcBef>
                <a:spcPts val="0"/>
              </a:spcBef>
              <a:spcAft>
                <a:spcPts val="1200"/>
              </a:spcAft>
              <a:buNone/>
              <a:defRPr sz="2800">
                <a:solidFill>
                  <a:schemeClr val="bg1"/>
                </a:solidFill>
              </a:defRPr>
            </a:lvl1pPr>
            <a:lvl2pPr marL="0" indent="0">
              <a:lnSpc>
                <a:spcPct val="94000"/>
              </a:lnSpc>
              <a:spcAft>
                <a:spcPts val="1200"/>
              </a:spcAft>
              <a:buNone/>
              <a:defRPr sz="2400">
                <a:solidFill>
                  <a:schemeClr val="bg1"/>
                </a:solidFill>
              </a:defRPr>
            </a:lvl2pPr>
            <a:lvl3pPr marL="0" indent="0">
              <a:lnSpc>
                <a:spcPct val="95000"/>
              </a:lnSpc>
              <a:spcAft>
                <a:spcPts val="1200"/>
              </a:spcAft>
              <a:buNone/>
              <a:defRPr sz="2100">
                <a:solidFill>
                  <a:schemeClr val="bg1"/>
                </a:solidFill>
              </a:defRPr>
            </a:lvl3pPr>
            <a:lvl4pPr marL="0" indent="0">
              <a:lnSpc>
                <a:spcPct val="98000"/>
              </a:lnSpc>
              <a:spcAft>
                <a:spcPts val="900"/>
              </a:spcAft>
              <a:buNone/>
              <a:defRPr sz="1800">
                <a:solidFill>
                  <a:schemeClr val="bg1"/>
                </a:solidFill>
              </a:defRPr>
            </a:lvl4pPr>
            <a:lvl5pPr marL="0" indent="0">
              <a:lnSpc>
                <a:spcPct val="94000"/>
              </a:lnSpc>
              <a:spcBef>
                <a:spcPts val="0"/>
              </a:spcBef>
              <a:spcAft>
                <a:spcPts val="900"/>
              </a:spcAft>
              <a:buNone/>
              <a:defRPr sz="1600">
                <a:solidFill>
                  <a:schemeClr val="bg1"/>
                </a:solidFill>
              </a:defRPr>
            </a:lvl5pPr>
          </a:lstStyle>
          <a:p>
            <a:pPr lvl="0"/>
            <a:r>
              <a:rPr lang="en-US"/>
              <a:t>Click to edit Master text styles</a:t>
            </a:r>
          </a:p>
        </p:txBody>
      </p:sp>
      <p:sp>
        <p:nvSpPr>
          <p:cNvPr id="12" name="TextBox 11">
            <a:extLst>
              <a:ext uri="{FF2B5EF4-FFF2-40B4-BE49-F238E27FC236}">
                <a16:creationId xmlns:a16="http://schemas.microsoft.com/office/drawing/2014/main" id="{5B138D84-381C-4F04-90C0-74D8D751D69B}"/>
              </a:ext>
            </a:extLst>
          </p:cNvPr>
          <p:cNvSpPr txBox="1"/>
          <p:nvPr/>
        </p:nvSpPr>
        <p:spPr>
          <a:xfrm>
            <a:off x="11571666" y="6513829"/>
            <a:ext cx="125034" cy="138243"/>
          </a:xfrm>
          <a:prstGeom prst="rect">
            <a:avLst/>
          </a:prstGeom>
        </p:spPr>
        <p:txBody>
          <a:bodyPr vert="horz" wrap="none" lIns="0" tIns="0" rIns="0" bIns="0" rtlCol="0" anchor="b">
            <a:spAutoFit/>
          </a:bodyPr>
          <a:lstStyle>
            <a:defPPr>
              <a:defRPr lang="en-US"/>
            </a:defPPr>
            <a:lvl1pPr>
              <a:defRPr sz="800">
                <a:solidFill>
                  <a:schemeClr val="tx1">
                    <a:tint val="75000"/>
                  </a:schemeClr>
                </a:solidFill>
              </a:defRPr>
            </a:lvl1pPr>
          </a:lstStyle>
          <a:p>
            <a:pPr marL="0" lvl="0" algn="r" defTabSz="914400" rtl="0" eaLnBrk="1" latinLnBrk="0" hangingPunct="1">
              <a:lnSpc>
                <a:spcPct val="125000"/>
              </a:lnSpc>
            </a:pPr>
            <a:fld id="{B01BFD70-D99E-427C-A01B-19B2BB56A3C8}" type="slidenum">
              <a:rPr lang="en-US" sz="800" kern="1200" smtClean="0">
                <a:solidFill>
                  <a:schemeClr val="bg1"/>
                </a:solidFill>
                <a:latin typeface="+mn-lt"/>
                <a:ea typeface="+mn-ea"/>
                <a:cs typeface="+mn-cs"/>
              </a:rPr>
              <a:pPr marL="0" lvl="0" algn="r" defTabSz="914400" rtl="0" eaLnBrk="1" latinLnBrk="0" hangingPunct="1">
                <a:lnSpc>
                  <a:spcPct val="125000"/>
                </a:lnSpc>
              </a:pPr>
              <a:t>‹#›</a:t>
            </a:fld>
            <a:endParaRPr lang="en-US" sz="800" kern="1200">
              <a:solidFill>
                <a:schemeClr val="bg1"/>
              </a:solidFill>
              <a:latin typeface="+mn-lt"/>
              <a:ea typeface="+mn-ea"/>
              <a:cs typeface="+mn-cs"/>
            </a:endParaRPr>
          </a:p>
        </p:txBody>
      </p:sp>
      <p:sp>
        <p:nvSpPr>
          <p:cNvPr id="3" name="Title 2">
            <a:extLst>
              <a:ext uri="{FF2B5EF4-FFF2-40B4-BE49-F238E27FC236}">
                <a16:creationId xmlns:a16="http://schemas.microsoft.com/office/drawing/2014/main" id="{CE07AFB8-3706-418A-9C57-68819BDA292D}"/>
              </a:ext>
            </a:extLst>
          </p:cNvPr>
          <p:cNvSpPr>
            <a:spLocks noGrp="1"/>
          </p:cNvSpPr>
          <p:nvPr>
            <p:ph type="title"/>
          </p:nvPr>
        </p:nvSpPr>
        <p:spPr/>
        <p:txBody>
          <a:bodyPr/>
          <a:lstStyle/>
          <a:p>
            <a:r>
              <a:rPr lang="en-US"/>
              <a:t>Click to edit Master title style</a:t>
            </a:r>
          </a:p>
        </p:txBody>
      </p:sp>
      <p:sp>
        <p:nvSpPr>
          <p:cNvPr id="14" name="Content Placeholder 4">
            <a:extLst>
              <a:ext uri="{FF2B5EF4-FFF2-40B4-BE49-F238E27FC236}">
                <a16:creationId xmlns:a16="http://schemas.microsoft.com/office/drawing/2014/main" id="{E9F6828D-39BF-4AE8-BBB6-8AEEC2923DA5}"/>
              </a:ext>
            </a:extLst>
          </p:cNvPr>
          <p:cNvSpPr>
            <a:spLocks noGrp="1"/>
          </p:cNvSpPr>
          <p:nvPr>
            <p:ph sz="quarter" idx="14"/>
          </p:nvPr>
        </p:nvSpPr>
        <p:spPr>
          <a:xfrm>
            <a:off x="495300" y="1719072"/>
            <a:ext cx="11187112" cy="30796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ubtitle">
            <a:extLst>
              <a:ext uri="{FF2B5EF4-FFF2-40B4-BE49-F238E27FC236}">
                <a16:creationId xmlns:a16="http://schemas.microsoft.com/office/drawing/2014/main" id="{3F36228C-E8D4-4505-84AF-8F6E66215BE6}"/>
              </a:ext>
            </a:extLst>
          </p:cNvPr>
          <p:cNvSpPr>
            <a:spLocks noGrp="1"/>
          </p:cNvSpPr>
          <p:nvPr>
            <p:ph type="subTitle" idx="1"/>
          </p:nvPr>
        </p:nvSpPr>
        <p:spPr>
          <a:xfrm>
            <a:off x="494189" y="1088136"/>
            <a:ext cx="11188223" cy="265907"/>
          </a:xfrm>
          <a:prstGeom prst="rect">
            <a:avLst/>
          </a:prstGeom>
        </p:spPr>
        <p:txBody>
          <a:bodyPr>
            <a:spAutoFit/>
          </a:bodyPr>
          <a:lstStyle>
            <a:lvl1pPr marL="0" indent="0" algn="l">
              <a:lnSpc>
                <a:spcPct val="96000"/>
              </a:lnSpc>
              <a:spcBef>
                <a:spcPts val="90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TextBox 15">
            <a:extLst>
              <a:ext uri="{FF2B5EF4-FFF2-40B4-BE49-F238E27FC236}">
                <a16:creationId xmlns:a16="http://schemas.microsoft.com/office/drawing/2014/main" id="{AE90876F-8478-FE41-8A3D-8DC71D828818}"/>
              </a:ext>
            </a:extLst>
          </p:cNvPr>
          <p:cNvSpPr txBox="1"/>
          <p:nvPr/>
        </p:nvSpPr>
        <p:spPr>
          <a:xfrm>
            <a:off x="6915909" y="5092687"/>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a:solidFill>
                  <a:schemeClr val="accent6">
                    <a:lumMod val="50000"/>
                  </a:schemeClr>
                </a:solidFill>
              </a:rPr>
              <a:t>Confidential – Qualcomm Technologies, Inc. and/or its affiliated companies – May Contain Trade Secrets</a:t>
            </a:r>
          </a:p>
        </p:txBody>
      </p:sp>
      <p:sp>
        <p:nvSpPr>
          <p:cNvPr id="17" name="Footer Placeholder 2">
            <a:extLst>
              <a:ext uri="{FF2B5EF4-FFF2-40B4-BE49-F238E27FC236}">
                <a16:creationId xmlns:a16="http://schemas.microsoft.com/office/drawing/2014/main" id="{3274AEB1-9C83-1E4E-BE22-4F1095D89963}"/>
              </a:ext>
            </a:extLst>
          </p:cNvPr>
          <p:cNvSpPr>
            <a:spLocks noGrp="1"/>
          </p:cNvSpPr>
          <p:nvPr>
            <p:ph type="ftr" sz="quarter" idx="3"/>
          </p:nvPr>
        </p:nvSpPr>
        <p:spPr>
          <a:xfrm>
            <a:off x="495299" y="5090249"/>
            <a:ext cx="5954053" cy="118174"/>
          </a:xfrm>
          <a:prstGeom prst="rect">
            <a:avLst/>
          </a:prstGeom>
        </p:spPr>
        <p:txBody>
          <a:bodyPr vert="horz" wrap="square" lIns="0" tIns="0" rIns="0" bIns="0" rtlCol="0" anchor="b">
            <a:spAutoFit/>
          </a:bodyPr>
          <a:lstStyle>
            <a:lvl1pPr marL="0" algn="l" defTabSz="685800" rtl="0" eaLnBrk="1" latinLnBrk="0" hangingPunct="1">
              <a:lnSpc>
                <a:spcPct val="96000"/>
              </a:lnSpc>
              <a:spcBef>
                <a:spcPts val="0"/>
              </a:spcBef>
              <a:buClr>
                <a:srgbClr val="3253DC"/>
              </a:buClr>
              <a:buFont typeface="Arial" panose="020B0604020202020204" pitchFamily="34" charset="0"/>
              <a:buNone/>
              <a:defRPr lang="en-US" sz="800" kern="1200" baseline="0" smtClean="0">
                <a:solidFill>
                  <a:schemeClr val="accent5">
                    <a:lumMod val="60000"/>
                    <a:lumOff val="40000"/>
                  </a:schemeClr>
                </a:solidFill>
                <a:latin typeface="+mn-lt"/>
                <a:ea typeface="+mn-ea"/>
                <a:cs typeface="+mn-cs"/>
              </a:defRPr>
            </a:lvl1pPr>
          </a:lstStyle>
          <a:p>
            <a:endParaRPr lang="en-US"/>
          </a:p>
        </p:txBody>
      </p:sp>
    </p:spTree>
    <p:extLst>
      <p:ext uri="{BB962C8B-B14F-4D97-AF65-F5344CB8AC3E}">
        <p14:creationId xmlns:p14="http://schemas.microsoft.com/office/powerpoint/2010/main" val="3096204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Footer Placeholder 2">
            <a:extLst>
              <a:ext uri="{FF2B5EF4-FFF2-40B4-BE49-F238E27FC236}">
                <a16:creationId xmlns:a16="http://schemas.microsoft.com/office/drawing/2014/main" id="{F36D16B0-3ADE-DD47-83CE-1305D23E9A61}"/>
              </a:ext>
            </a:extLst>
          </p:cNvPr>
          <p:cNvSpPr>
            <a:spLocks noGrp="1"/>
          </p:cNvSpPr>
          <p:nvPr>
            <p:ph type="ftr" sz="quarter" idx="10"/>
          </p:nvPr>
        </p:nvSpPr>
        <p:spPr>
          <a:xfrm>
            <a:off x="495299" y="6532895"/>
            <a:ext cx="5943600" cy="118174"/>
          </a:xfrm>
        </p:spPr>
        <p:txBody>
          <a:bodyPr/>
          <a:lstStyle>
            <a:lvl1pPr>
              <a:defRPr>
                <a:solidFill>
                  <a:schemeClr val="accent5">
                    <a:lumMod val="60000"/>
                    <a:lumOff val="40000"/>
                  </a:schemeClr>
                </a:solidFill>
              </a:defRPr>
            </a:lvl1pPr>
          </a:lstStyle>
          <a:p>
            <a:endParaRPr lang="en-US"/>
          </a:p>
        </p:txBody>
      </p:sp>
      <p:sp>
        <p:nvSpPr>
          <p:cNvPr id="7" name="Title 1">
            <a:extLst>
              <a:ext uri="{FF2B5EF4-FFF2-40B4-BE49-F238E27FC236}">
                <a16:creationId xmlns:a16="http://schemas.microsoft.com/office/drawing/2014/main" id="{F56B218C-0241-074D-BD90-27E552E71C98}"/>
              </a:ext>
            </a:extLst>
          </p:cNvPr>
          <p:cNvSpPr>
            <a:spLocks noGrp="1"/>
          </p:cNvSpPr>
          <p:nvPr>
            <p:ph type="title"/>
          </p:nvPr>
        </p:nvSpPr>
        <p:spPr>
          <a:xfrm>
            <a:off x="495300" y="646771"/>
            <a:ext cx="11187112" cy="357832"/>
          </a:xfrm>
        </p:spPr>
        <p:txBody>
          <a:bodyPr/>
          <a:lstStyle/>
          <a:p>
            <a:r>
              <a:rPr lang="en-US"/>
              <a:t>Click to edit Master title style</a:t>
            </a:r>
          </a:p>
        </p:txBody>
      </p:sp>
      <p:sp>
        <p:nvSpPr>
          <p:cNvPr id="8" name="Content Placeholder 4">
            <a:extLst>
              <a:ext uri="{FF2B5EF4-FFF2-40B4-BE49-F238E27FC236}">
                <a16:creationId xmlns:a16="http://schemas.microsoft.com/office/drawing/2014/main" id="{DB853B50-E269-DF43-AAE9-523798C62499}"/>
              </a:ext>
            </a:extLst>
          </p:cNvPr>
          <p:cNvSpPr>
            <a:spLocks noGrp="1"/>
          </p:cNvSpPr>
          <p:nvPr>
            <p:ph sz="quarter" idx="14"/>
          </p:nvPr>
        </p:nvSpPr>
        <p:spPr>
          <a:xfrm>
            <a:off x="495300" y="1719072"/>
            <a:ext cx="11187112" cy="4681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ubtitle">
            <a:extLst>
              <a:ext uri="{FF2B5EF4-FFF2-40B4-BE49-F238E27FC236}">
                <a16:creationId xmlns:a16="http://schemas.microsoft.com/office/drawing/2014/main" id="{4A2A4FE0-4282-C34E-A8FD-CAE319C06BC6}"/>
              </a:ext>
            </a:extLst>
          </p:cNvPr>
          <p:cNvSpPr>
            <a:spLocks noGrp="1"/>
          </p:cNvSpPr>
          <p:nvPr>
            <p:ph type="subTitle" idx="1"/>
          </p:nvPr>
        </p:nvSpPr>
        <p:spPr>
          <a:xfrm>
            <a:off x="494189" y="1088135"/>
            <a:ext cx="11188223" cy="236347"/>
          </a:xfrm>
          <a:prstGeom prst="rect">
            <a:avLst/>
          </a:prstGeom>
        </p:spPr>
        <p:txBody>
          <a:bodyPr>
            <a:spAutoFit/>
          </a:bodyPr>
          <a:lstStyle>
            <a:lvl1pPr marL="0" indent="0" algn="l" defTabSz="914400" rtl="0" eaLnBrk="1" latinLnBrk="0" hangingPunct="1">
              <a:lnSpc>
                <a:spcPct val="96000"/>
              </a:lnSpc>
              <a:spcBef>
                <a:spcPts val="900"/>
              </a:spcBef>
              <a:buClr>
                <a:schemeClr val="accent1"/>
              </a:buClr>
              <a:buFont typeface="Arial" panose="020B0604020202020204" pitchFamily="34" charset="0"/>
              <a:buNone/>
              <a:defRPr lang="en-US" sz="1600" kern="1200" baseline="0" dirty="0">
                <a:solidFill>
                  <a:schemeClr val="tx1"/>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51715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2_Title Blue">
    <p:bg>
      <p:bgPr>
        <a:solidFill>
          <a:schemeClr val="accent1"/>
        </a:solidFill>
        <a:effectLst/>
      </p:bgPr>
    </p:bg>
    <p:spTree>
      <p:nvGrpSpPr>
        <p:cNvPr id="1" name=""/>
        <p:cNvGrpSpPr/>
        <p:nvPr/>
      </p:nvGrpSpPr>
      <p:grpSpPr>
        <a:xfrm>
          <a:off x="0" y="0"/>
          <a:ext cx="0" cy="0"/>
          <a:chOff x="0" y="0"/>
          <a:chExt cx="0" cy="0"/>
        </a:xfrm>
      </p:grpSpPr>
      <p:sp>
        <p:nvSpPr>
          <p:cNvPr id="9" name="Freeform 8">
            <a:extLst>
              <a:ext uri="{FF2B5EF4-FFF2-40B4-BE49-F238E27FC236}">
                <a16:creationId xmlns:a16="http://schemas.microsoft.com/office/drawing/2014/main" id="{6E048808-9D96-49F4-AAF9-8EF21E48FAE0}"/>
              </a:ext>
            </a:extLst>
          </p:cNvPr>
          <p:cNvSpPr>
            <a:spLocks/>
          </p:cNvSpPr>
          <p:nvPr userDrawn="1"/>
        </p:nvSpPr>
        <p:spPr bwMode="auto">
          <a:xfrm>
            <a:off x="-876300" y="4977549"/>
            <a:ext cx="12552239" cy="3889360"/>
          </a:xfrm>
          <a:custGeom>
            <a:avLst/>
            <a:gdLst>
              <a:gd name="T0" fmla="*/ 2068 w 2327"/>
              <a:gd name="T1" fmla="*/ 28 h 720"/>
              <a:gd name="T2" fmla="*/ 2029 w 2327"/>
              <a:gd name="T3" fmla="*/ 0 h 720"/>
              <a:gd name="T4" fmla="*/ 1921 w 2327"/>
              <a:gd name="T5" fmla="*/ 0 h 720"/>
              <a:gd name="T6" fmla="*/ 1881 w 2327"/>
              <a:gd name="T7" fmla="*/ 28 h 720"/>
              <a:gd name="T8" fmla="*/ 1706 w 2327"/>
              <a:gd name="T9" fmla="*/ 507 h 720"/>
              <a:gd name="T10" fmla="*/ 1525 w 2327"/>
              <a:gd name="T11" fmla="*/ 28 h 720"/>
              <a:gd name="T12" fmla="*/ 1486 w 2327"/>
              <a:gd name="T13" fmla="*/ 0 h 720"/>
              <a:gd name="T14" fmla="*/ 1379 w 2327"/>
              <a:gd name="T15" fmla="*/ 0 h 720"/>
              <a:gd name="T16" fmla="*/ 1340 w 2327"/>
              <a:gd name="T17" fmla="*/ 28 h 720"/>
              <a:gd name="T18" fmla="*/ 1163 w 2327"/>
              <a:gd name="T19" fmla="*/ 507 h 720"/>
              <a:gd name="T20" fmla="*/ 985 w 2327"/>
              <a:gd name="T21" fmla="*/ 28 h 720"/>
              <a:gd name="T22" fmla="*/ 946 w 2327"/>
              <a:gd name="T23" fmla="*/ 0 h 720"/>
              <a:gd name="T24" fmla="*/ 840 w 2327"/>
              <a:gd name="T25" fmla="*/ 0 h 720"/>
              <a:gd name="T26" fmla="*/ 800 w 2327"/>
              <a:gd name="T27" fmla="*/ 28 h 720"/>
              <a:gd name="T28" fmla="*/ 621 w 2327"/>
              <a:gd name="T29" fmla="*/ 507 h 720"/>
              <a:gd name="T30" fmla="*/ 444 w 2327"/>
              <a:gd name="T31" fmla="*/ 28 h 720"/>
              <a:gd name="T32" fmla="*/ 406 w 2327"/>
              <a:gd name="T33" fmla="*/ 0 h 720"/>
              <a:gd name="T34" fmla="*/ 297 w 2327"/>
              <a:gd name="T35" fmla="*/ 0 h 720"/>
              <a:gd name="T36" fmla="*/ 258 w 2327"/>
              <a:gd name="T37" fmla="*/ 28 h 720"/>
              <a:gd name="T38" fmla="*/ 6 w 2327"/>
              <a:gd name="T39" fmla="*/ 684 h 720"/>
              <a:gd name="T40" fmla="*/ 31 w 2327"/>
              <a:gd name="T41" fmla="*/ 720 h 720"/>
              <a:gd name="T42" fmla="*/ 127 w 2327"/>
              <a:gd name="T43" fmla="*/ 720 h 720"/>
              <a:gd name="T44" fmla="*/ 166 w 2327"/>
              <a:gd name="T45" fmla="*/ 693 h 720"/>
              <a:gd name="T46" fmla="*/ 351 w 2327"/>
              <a:gd name="T47" fmla="*/ 198 h 720"/>
              <a:gd name="T48" fmla="*/ 536 w 2327"/>
              <a:gd name="T49" fmla="*/ 693 h 720"/>
              <a:gd name="T50" fmla="*/ 575 w 2327"/>
              <a:gd name="T51" fmla="*/ 720 h 720"/>
              <a:gd name="T52" fmla="*/ 663 w 2327"/>
              <a:gd name="T53" fmla="*/ 720 h 720"/>
              <a:gd name="T54" fmla="*/ 703 w 2327"/>
              <a:gd name="T55" fmla="*/ 693 h 720"/>
              <a:gd name="T56" fmla="*/ 892 w 2327"/>
              <a:gd name="T57" fmla="*/ 198 h 720"/>
              <a:gd name="T58" fmla="*/ 1075 w 2327"/>
              <a:gd name="T59" fmla="*/ 693 h 720"/>
              <a:gd name="T60" fmla="*/ 1115 w 2327"/>
              <a:gd name="T61" fmla="*/ 720 h 720"/>
              <a:gd name="T62" fmla="*/ 1208 w 2327"/>
              <a:gd name="T63" fmla="*/ 720 h 720"/>
              <a:gd name="T64" fmla="*/ 1247 w 2327"/>
              <a:gd name="T65" fmla="*/ 693 h 720"/>
              <a:gd name="T66" fmla="*/ 1432 w 2327"/>
              <a:gd name="T67" fmla="*/ 198 h 720"/>
              <a:gd name="T68" fmla="*/ 1620 w 2327"/>
              <a:gd name="T69" fmla="*/ 693 h 720"/>
              <a:gd name="T70" fmla="*/ 1659 w 2327"/>
              <a:gd name="T71" fmla="*/ 720 h 720"/>
              <a:gd name="T72" fmla="*/ 1748 w 2327"/>
              <a:gd name="T73" fmla="*/ 720 h 720"/>
              <a:gd name="T74" fmla="*/ 1787 w 2327"/>
              <a:gd name="T75" fmla="*/ 693 h 720"/>
              <a:gd name="T76" fmla="*/ 1973 w 2327"/>
              <a:gd name="T77" fmla="*/ 201 h 720"/>
              <a:gd name="T78" fmla="*/ 2156 w 2327"/>
              <a:gd name="T79" fmla="*/ 693 h 720"/>
              <a:gd name="T80" fmla="*/ 2196 w 2327"/>
              <a:gd name="T81" fmla="*/ 720 h 720"/>
              <a:gd name="T82" fmla="*/ 2295 w 2327"/>
              <a:gd name="T83" fmla="*/ 720 h 720"/>
              <a:gd name="T84" fmla="*/ 2319 w 2327"/>
              <a:gd name="T85" fmla="*/ 684 h 720"/>
              <a:gd name="T86" fmla="*/ 2068 w 2327"/>
              <a:gd name="T87" fmla="*/ 28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27" h="720">
                <a:moveTo>
                  <a:pt x="2068" y="28"/>
                </a:moveTo>
                <a:cubicBezTo>
                  <a:pt x="2060" y="9"/>
                  <a:pt x="2047" y="0"/>
                  <a:pt x="2029" y="0"/>
                </a:cubicBezTo>
                <a:cubicBezTo>
                  <a:pt x="2029" y="0"/>
                  <a:pt x="2029" y="0"/>
                  <a:pt x="1921" y="0"/>
                </a:cubicBezTo>
                <a:cubicBezTo>
                  <a:pt x="1903" y="0"/>
                  <a:pt x="1889" y="9"/>
                  <a:pt x="1881" y="28"/>
                </a:cubicBezTo>
                <a:cubicBezTo>
                  <a:pt x="1881" y="28"/>
                  <a:pt x="1881" y="28"/>
                  <a:pt x="1706" y="507"/>
                </a:cubicBezTo>
                <a:cubicBezTo>
                  <a:pt x="1706" y="507"/>
                  <a:pt x="1706" y="507"/>
                  <a:pt x="1525" y="28"/>
                </a:cubicBezTo>
                <a:cubicBezTo>
                  <a:pt x="1517" y="9"/>
                  <a:pt x="1504" y="0"/>
                  <a:pt x="1486" y="0"/>
                </a:cubicBezTo>
                <a:cubicBezTo>
                  <a:pt x="1486" y="0"/>
                  <a:pt x="1486" y="0"/>
                  <a:pt x="1379" y="0"/>
                </a:cubicBezTo>
                <a:cubicBezTo>
                  <a:pt x="1361" y="0"/>
                  <a:pt x="1348" y="9"/>
                  <a:pt x="1340" y="28"/>
                </a:cubicBezTo>
                <a:cubicBezTo>
                  <a:pt x="1340" y="28"/>
                  <a:pt x="1340" y="28"/>
                  <a:pt x="1163" y="507"/>
                </a:cubicBezTo>
                <a:cubicBezTo>
                  <a:pt x="1163" y="507"/>
                  <a:pt x="1163" y="507"/>
                  <a:pt x="985" y="28"/>
                </a:cubicBezTo>
                <a:cubicBezTo>
                  <a:pt x="978" y="9"/>
                  <a:pt x="964" y="0"/>
                  <a:pt x="946" y="0"/>
                </a:cubicBezTo>
                <a:cubicBezTo>
                  <a:pt x="946" y="0"/>
                  <a:pt x="946" y="0"/>
                  <a:pt x="840" y="0"/>
                </a:cubicBezTo>
                <a:cubicBezTo>
                  <a:pt x="822" y="0"/>
                  <a:pt x="808" y="9"/>
                  <a:pt x="800" y="28"/>
                </a:cubicBezTo>
                <a:cubicBezTo>
                  <a:pt x="800" y="28"/>
                  <a:pt x="800" y="28"/>
                  <a:pt x="621" y="507"/>
                </a:cubicBezTo>
                <a:cubicBezTo>
                  <a:pt x="621" y="507"/>
                  <a:pt x="621" y="507"/>
                  <a:pt x="444" y="28"/>
                </a:cubicBezTo>
                <a:cubicBezTo>
                  <a:pt x="436" y="9"/>
                  <a:pt x="424" y="0"/>
                  <a:pt x="406" y="0"/>
                </a:cubicBezTo>
                <a:cubicBezTo>
                  <a:pt x="406" y="0"/>
                  <a:pt x="406" y="0"/>
                  <a:pt x="297" y="0"/>
                </a:cubicBezTo>
                <a:cubicBezTo>
                  <a:pt x="279" y="0"/>
                  <a:pt x="265" y="9"/>
                  <a:pt x="258" y="28"/>
                </a:cubicBezTo>
                <a:cubicBezTo>
                  <a:pt x="258" y="28"/>
                  <a:pt x="258" y="28"/>
                  <a:pt x="6" y="684"/>
                </a:cubicBezTo>
                <a:cubicBezTo>
                  <a:pt x="0" y="702"/>
                  <a:pt x="8" y="720"/>
                  <a:pt x="31" y="720"/>
                </a:cubicBezTo>
                <a:cubicBezTo>
                  <a:pt x="31" y="720"/>
                  <a:pt x="31" y="720"/>
                  <a:pt x="127" y="720"/>
                </a:cubicBezTo>
                <a:cubicBezTo>
                  <a:pt x="145" y="720"/>
                  <a:pt x="160" y="711"/>
                  <a:pt x="166" y="693"/>
                </a:cubicBezTo>
                <a:cubicBezTo>
                  <a:pt x="166" y="693"/>
                  <a:pt x="166" y="693"/>
                  <a:pt x="351" y="198"/>
                </a:cubicBezTo>
                <a:cubicBezTo>
                  <a:pt x="351" y="198"/>
                  <a:pt x="351" y="198"/>
                  <a:pt x="536" y="693"/>
                </a:cubicBezTo>
                <a:cubicBezTo>
                  <a:pt x="543" y="712"/>
                  <a:pt x="557" y="720"/>
                  <a:pt x="575" y="720"/>
                </a:cubicBezTo>
                <a:cubicBezTo>
                  <a:pt x="575" y="720"/>
                  <a:pt x="575" y="720"/>
                  <a:pt x="663" y="720"/>
                </a:cubicBezTo>
                <a:cubicBezTo>
                  <a:pt x="682" y="720"/>
                  <a:pt x="695" y="712"/>
                  <a:pt x="703" y="693"/>
                </a:cubicBezTo>
                <a:cubicBezTo>
                  <a:pt x="703" y="693"/>
                  <a:pt x="703" y="693"/>
                  <a:pt x="892" y="198"/>
                </a:cubicBezTo>
                <a:cubicBezTo>
                  <a:pt x="892" y="198"/>
                  <a:pt x="892" y="198"/>
                  <a:pt x="1075" y="693"/>
                </a:cubicBezTo>
                <a:cubicBezTo>
                  <a:pt x="1083" y="711"/>
                  <a:pt x="1097" y="720"/>
                  <a:pt x="1115" y="720"/>
                </a:cubicBezTo>
                <a:cubicBezTo>
                  <a:pt x="1115" y="720"/>
                  <a:pt x="1115" y="720"/>
                  <a:pt x="1208" y="720"/>
                </a:cubicBezTo>
                <a:cubicBezTo>
                  <a:pt x="1226" y="720"/>
                  <a:pt x="1240" y="711"/>
                  <a:pt x="1247" y="693"/>
                </a:cubicBezTo>
                <a:cubicBezTo>
                  <a:pt x="1247" y="693"/>
                  <a:pt x="1247" y="693"/>
                  <a:pt x="1432" y="198"/>
                </a:cubicBezTo>
                <a:cubicBezTo>
                  <a:pt x="1432" y="198"/>
                  <a:pt x="1432" y="198"/>
                  <a:pt x="1620" y="693"/>
                </a:cubicBezTo>
                <a:cubicBezTo>
                  <a:pt x="1627" y="712"/>
                  <a:pt x="1641" y="720"/>
                  <a:pt x="1659" y="720"/>
                </a:cubicBezTo>
                <a:cubicBezTo>
                  <a:pt x="1659" y="720"/>
                  <a:pt x="1659" y="720"/>
                  <a:pt x="1748" y="720"/>
                </a:cubicBezTo>
                <a:cubicBezTo>
                  <a:pt x="1766" y="720"/>
                  <a:pt x="1779" y="712"/>
                  <a:pt x="1787" y="693"/>
                </a:cubicBezTo>
                <a:cubicBezTo>
                  <a:pt x="1787" y="693"/>
                  <a:pt x="1787" y="693"/>
                  <a:pt x="1973" y="201"/>
                </a:cubicBezTo>
                <a:cubicBezTo>
                  <a:pt x="1973" y="201"/>
                  <a:pt x="1973" y="201"/>
                  <a:pt x="2156" y="693"/>
                </a:cubicBezTo>
                <a:cubicBezTo>
                  <a:pt x="2162" y="711"/>
                  <a:pt x="2178" y="720"/>
                  <a:pt x="2196" y="720"/>
                </a:cubicBezTo>
                <a:cubicBezTo>
                  <a:pt x="2196" y="720"/>
                  <a:pt x="2196" y="720"/>
                  <a:pt x="2295" y="720"/>
                </a:cubicBezTo>
                <a:cubicBezTo>
                  <a:pt x="2317" y="720"/>
                  <a:pt x="2327" y="702"/>
                  <a:pt x="2319" y="684"/>
                </a:cubicBezTo>
                <a:cubicBezTo>
                  <a:pt x="2319" y="684"/>
                  <a:pt x="2319" y="684"/>
                  <a:pt x="2068" y="28"/>
                </a:cubicBezTo>
                <a:close/>
              </a:path>
            </a:pathLst>
          </a:custGeom>
          <a:solidFill>
            <a:srgbClr val="214ACD"/>
          </a:solidFill>
          <a:ln>
            <a:noFill/>
          </a:ln>
          <a:effectLst>
            <a:innerShdw blurRad="63500" dist="50800" dir="135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35" name="Text Placeholder 48">
            <a:extLst>
              <a:ext uri="{FF2B5EF4-FFF2-40B4-BE49-F238E27FC236}">
                <a16:creationId xmlns:a16="http://schemas.microsoft.com/office/drawing/2014/main" id="{AF53501B-85ED-A842-A9B0-46F3598AE1CD}"/>
              </a:ext>
            </a:extLst>
          </p:cNvPr>
          <p:cNvSpPr>
            <a:spLocks noGrp="1"/>
          </p:cNvSpPr>
          <p:nvPr>
            <p:ph type="body" sz="quarter" idx="14" hasCustomPrompt="1"/>
          </p:nvPr>
        </p:nvSpPr>
        <p:spPr bwMode="gray">
          <a:xfrm>
            <a:off x="479626" y="5520817"/>
            <a:ext cx="6454175" cy="265271"/>
          </a:xfrm>
          <a:prstGeom prst="rect">
            <a:avLst/>
          </a:prstGeom>
        </p:spPr>
        <p:txBody>
          <a:bodyPr wrap="none"/>
          <a:lstStyle>
            <a:lvl1pPr marL="0" marR="0" indent="0" algn="l" defTabSz="914400" rtl="0" eaLnBrk="1" fontAlgn="auto" latinLnBrk="0" hangingPunct="1">
              <a:lnSpc>
                <a:spcPct val="87000"/>
              </a:lnSpc>
              <a:spcBef>
                <a:spcPts val="0"/>
              </a:spcBef>
              <a:spcAft>
                <a:spcPts val="0"/>
              </a:spcAft>
              <a:buClr>
                <a:srgbClr val="3253DC"/>
              </a:buClr>
              <a:buSzTx/>
              <a:buFont typeface="Arial" panose="020B0604020202020204" pitchFamily="34" charset="0"/>
              <a:buNone/>
              <a:tabLst/>
              <a:defRPr sz="1600" b="1">
                <a:solidFill>
                  <a:schemeClr val="bg1"/>
                </a:solidFill>
              </a:defRPr>
            </a:lvl1pPr>
            <a:lvl2pPr marL="0" indent="0">
              <a:lnSpc>
                <a:spcPct val="98000"/>
              </a:lnSpc>
              <a:spcBef>
                <a:spcPts val="0"/>
              </a:spcBef>
              <a:buNone/>
              <a:defRPr sz="1600">
                <a:solidFill>
                  <a:schemeClr val="bg1"/>
                </a:solidFill>
              </a:defRPr>
            </a:lvl2pPr>
            <a:lvl3pPr marL="0" indent="0">
              <a:lnSpc>
                <a:spcPct val="98000"/>
              </a:lnSpc>
              <a:spcBef>
                <a:spcPts val="0"/>
              </a:spcBef>
              <a:buNone/>
              <a:defRPr sz="1600">
                <a:solidFill>
                  <a:schemeClr val="bg1"/>
                </a:solidFill>
              </a:defRPr>
            </a:lvl3pPr>
            <a:lvl4pPr marL="0" indent="0">
              <a:lnSpc>
                <a:spcPct val="98000"/>
              </a:lnSpc>
              <a:spcBef>
                <a:spcPts val="0"/>
              </a:spcBef>
              <a:buNone/>
              <a:defRPr sz="1600">
                <a:solidFill>
                  <a:schemeClr val="bg1"/>
                </a:solidFill>
              </a:defRPr>
            </a:lvl4pPr>
            <a:lvl5pPr marL="0" indent="0">
              <a:lnSpc>
                <a:spcPct val="98000"/>
              </a:lnSpc>
              <a:spcBef>
                <a:spcPts val="0"/>
              </a:spcBef>
              <a:buNone/>
              <a:defRPr sz="1600">
                <a:solidFill>
                  <a:schemeClr val="bg1"/>
                </a:solidFill>
              </a:defRPr>
            </a:lvl5pPr>
          </a:lstStyle>
          <a:p>
            <a:pPr marL="0" marR="0" lvl="0" indent="0" algn="l" defTabSz="914400" rtl="0" eaLnBrk="1" fontAlgn="auto" latinLnBrk="0" hangingPunct="1">
              <a:lnSpc>
                <a:spcPct val="98000"/>
              </a:lnSpc>
              <a:spcBef>
                <a:spcPts val="0"/>
              </a:spcBef>
              <a:spcAft>
                <a:spcPts val="0"/>
              </a:spcAft>
              <a:buClr>
                <a:srgbClr val="3253DC"/>
              </a:buClr>
              <a:buSzTx/>
              <a:buFont typeface="Arial" panose="020B0604020202020204" pitchFamily="34" charset="0"/>
              <a:buNone/>
              <a:tabLst/>
              <a:defRPr/>
            </a:pPr>
            <a:r>
              <a:rPr lang="en-US"/>
              <a:t>@</a:t>
            </a:r>
            <a:r>
              <a:rPr lang="en-US" err="1"/>
              <a:t>qualcomm</a:t>
            </a:r>
            <a:endParaRPr lang="en-US"/>
          </a:p>
        </p:txBody>
      </p:sp>
      <p:sp>
        <p:nvSpPr>
          <p:cNvPr id="11" name="Text Placeholder 7">
            <a:extLst>
              <a:ext uri="{FF2B5EF4-FFF2-40B4-BE49-F238E27FC236}">
                <a16:creationId xmlns:a16="http://schemas.microsoft.com/office/drawing/2014/main" id="{A4CE2BBA-DEBC-8040-A56C-C6C64C29A740}"/>
              </a:ext>
            </a:extLst>
          </p:cNvPr>
          <p:cNvSpPr>
            <a:spLocks noGrp="1"/>
          </p:cNvSpPr>
          <p:nvPr>
            <p:ph type="body" sz="quarter" idx="10" hasCustomPrompt="1"/>
          </p:nvPr>
        </p:nvSpPr>
        <p:spPr bwMode="gray">
          <a:xfrm>
            <a:off x="495300" y="4195085"/>
            <a:ext cx="8334375" cy="961930"/>
          </a:xfrm>
          <a:prstGeom prst="rect">
            <a:avLst/>
          </a:prstGeom>
        </p:spPr>
        <p:txBody>
          <a:bodyPr>
            <a:noAutofit/>
          </a:bodyPr>
          <a:lstStyle>
            <a:lvl1pPr marL="0" indent="0">
              <a:spcBef>
                <a:spcPts val="0"/>
              </a:spcBef>
              <a:spcAft>
                <a:spcPts val="600"/>
              </a:spcAft>
              <a:buFont typeface="Microsoft Sans Serif" panose="020B0604020202020204" pitchFamily="34" charset="0"/>
              <a:buChar char="​"/>
              <a:defRPr sz="2000" b="1" spc="30" baseline="0">
                <a:solidFill>
                  <a:schemeClr val="bg1"/>
                </a:solidFill>
              </a:defRPr>
            </a:lvl1pPr>
            <a:lvl2pPr marL="0" indent="0">
              <a:lnSpc>
                <a:spcPct val="96000"/>
              </a:lnSpc>
              <a:spcBef>
                <a:spcPts val="0"/>
              </a:spcBef>
              <a:buFont typeface="Microsoft Sans Serif" panose="020B0604020202020204" pitchFamily="34" charset="0"/>
              <a:buNone/>
              <a:defRPr sz="1600">
                <a:solidFill>
                  <a:schemeClr val="bg1"/>
                </a:solidFill>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lvl="0"/>
            <a:r>
              <a:rPr lang="en-US"/>
              <a:t>Speaker name</a:t>
            </a:r>
          </a:p>
          <a:p>
            <a:pPr lvl="1"/>
            <a:r>
              <a:rPr lang="en-US"/>
              <a:t>Speaker title, Employing entity</a:t>
            </a:r>
          </a:p>
          <a:p>
            <a:pPr lvl="1"/>
            <a:endParaRPr lang="en-US"/>
          </a:p>
        </p:txBody>
      </p:sp>
      <p:sp>
        <p:nvSpPr>
          <p:cNvPr id="12" name="Text Placeholder 5">
            <a:extLst>
              <a:ext uri="{FF2B5EF4-FFF2-40B4-BE49-F238E27FC236}">
                <a16:creationId xmlns:a16="http://schemas.microsoft.com/office/drawing/2014/main" id="{1BFE83DC-9E6F-C938-88C6-2E34095F842F}"/>
              </a:ext>
            </a:extLst>
          </p:cNvPr>
          <p:cNvSpPr>
            <a:spLocks noGrp="1"/>
          </p:cNvSpPr>
          <p:nvPr>
            <p:ph type="body" sz="quarter" idx="13" hasCustomPrompt="1"/>
          </p:nvPr>
        </p:nvSpPr>
        <p:spPr bwMode="gray">
          <a:xfrm>
            <a:off x="8829675" y="512165"/>
            <a:ext cx="2867025" cy="262176"/>
          </a:xfrm>
          <a:prstGeom prst="rect">
            <a:avLst/>
          </a:prstGeom>
        </p:spPr>
        <p:txBody>
          <a:bodyPr wrap="none"/>
          <a:lstStyle>
            <a:lvl1pPr marL="0" indent="0" algn="r">
              <a:lnSpc>
                <a:spcPct val="87000"/>
              </a:lnSpc>
              <a:spcBef>
                <a:spcPts val="0"/>
              </a:spcBef>
              <a:buNone/>
              <a:defRPr sz="1600">
                <a:solidFill>
                  <a:schemeClr val="bg1"/>
                </a:solidFill>
              </a:defRPr>
            </a:lvl1pPr>
            <a:lvl2pPr marL="0" indent="0">
              <a:lnSpc>
                <a:spcPct val="98000"/>
              </a:lnSpc>
              <a:spcBef>
                <a:spcPts val="0"/>
              </a:spcBef>
              <a:buNone/>
              <a:defRPr sz="1600">
                <a:solidFill>
                  <a:schemeClr val="bg1"/>
                </a:solidFill>
              </a:defRPr>
            </a:lvl2pPr>
            <a:lvl3pPr marL="0" indent="0">
              <a:lnSpc>
                <a:spcPct val="98000"/>
              </a:lnSpc>
              <a:spcBef>
                <a:spcPts val="0"/>
              </a:spcBef>
              <a:buNone/>
              <a:defRPr sz="1600">
                <a:solidFill>
                  <a:schemeClr val="bg1"/>
                </a:solidFill>
              </a:defRPr>
            </a:lvl3pPr>
            <a:lvl4pPr marL="0" indent="0">
              <a:lnSpc>
                <a:spcPct val="98000"/>
              </a:lnSpc>
              <a:spcBef>
                <a:spcPts val="0"/>
              </a:spcBef>
              <a:buNone/>
              <a:defRPr sz="1600">
                <a:solidFill>
                  <a:schemeClr val="bg1"/>
                </a:solidFill>
              </a:defRPr>
            </a:lvl4pPr>
            <a:lvl5pPr marL="0" indent="0">
              <a:lnSpc>
                <a:spcPct val="98000"/>
              </a:lnSpc>
              <a:spcBef>
                <a:spcPts val="0"/>
              </a:spcBef>
              <a:buNone/>
              <a:defRPr sz="1600">
                <a:solidFill>
                  <a:schemeClr val="bg1"/>
                </a:solidFill>
              </a:defRPr>
            </a:lvl5pPr>
          </a:lstStyle>
          <a:p>
            <a:pPr lvl="0"/>
            <a:r>
              <a:rPr lang="en-US"/>
              <a:t>Date</a:t>
            </a:r>
          </a:p>
        </p:txBody>
      </p:sp>
      <p:sp>
        <p:nvSpPr>
          <p:cNvPr id="13" name="Title 2">
            <a:extLst>
              <a:ext uri="{FF2B5EF4-FFF2-40B4-BE49-F238E27FC236}">
                <a16:creationId xmlns:a16="http://schemas.microsoft.com/office/drawing/2014/main" id="{ABD83B88-A2C3-D414-9EA3-8923652EF50B}"/>
              </a:ext>
            </a:extLst>
          </p:cNvPr>
          <p:cNvSpPr>
            <a:spLocks noGrp="1"/>
          </p:cNvSpPr>
          <p:nvPr>
            <p:ph type="title"/>
          </p:nvPr>
        </p:nvSpPr>
        <p:spPr bwMode="gray">
          <a:xfrm>
            <a:off x="431638" y="2631736"/>
            <a:ext cx="8416582" cy="1445909"/>
          </a:xfrm>
        </p:spPr>
        <p:txBody>
          <a:bodyPr wrap="square">
            <a:spAutoFit/>
          </a:bodyPr>
          <a:lstStyle>
            <a:lvl1pPr>
              <a:lnSpc>
                <a:spcPct val="87000"/>
              </a:lnSpc>
              <a:defRPr sz="5400">
                <a:solidFill>
                  <a:schemeClr val="bg1"/>
                </a:solidFill>
              </a:defRPr>
            </a:lvl1pPr>
          </a:lstStyle>
          <a:p>
            <a:r>
              <a:rPr lang="en-US"/>
              <a:t>Click to edit Master title style</a:t>
            </a:r>
          </a:p>
        </p:txBody>
      </p:sp>
      <p:sp>
        <p:nvSpPr>
          <p:cNvPr id="14" name="Freeform 5">
            <a:extLst>
              <a:ext uri="{FF2B5EF4-FFF2-40B4-BE49-F238E27FC236}">
                <a16:creationId xmlns:a16="http://schemas.microsoft.com/office/drawing/2014/main" id="{4631230A-B24E-306B-C5ED-54A596C81C1B}"/>
              </a:ext>
            </a:extLst>
          </p:cNvPr>
          <p:cNvSpPr>
            <a:spLocks noChangeAspect="1" noEditPoints="1"/>
          </p:cNvSpPr>
          <p:nvPr userDrawn="1"/>
        </p:nvSpPr>
        <p:spPr bwMode="black">
          <a:xfrm>
            <a:off x="482438" y="460180"/>
            <a:ext cx="1432990" cy="262653"/>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icrosoft Sans Serif"/>
              <a:ea typeface="+mn-ea"/>
              <a:cs typeface="+mn-cs"/>
            </a:endParaRPr>
          </a:p>
        </p:txBody>
      </p:sp>
      <p:sp>
        <p:nvSpPr>
          <p:cNvPr id="15" name="Text Placeholder 7">
            <a:extLst>
              <a:ext uri="{FF2B5EF4-FFF2-40B4-BE49-F238E27FC236}">
                <a16:creationId xmlns:a16="http://schemas.microsoft.com/office/drawing/2014/main" id="{1C4BFDED-1EBC-5640-DD94-82C0EE38DB2E}"/>
              </a:ext>
            </a:extLst>
          </p:cNvPr>
          <p:cNvSpPr>
            <a:spLocks noGrp="1"/>
          </p:cNvSpPr>
          <p:nvPr>
            <p:ph type="body" sz="quarter" idx="12" hasCustomPrompt="1"/>
          </p:nvPr>
        </p:nvSpPr>
        <p:spPr bwMode="gray">
          <a:xfrm>
            <a:off x="3103563" y="512165"/>
            <a:ext cx="4783137" cy="226772"/>
          </a:xfrm>
          <a:prstGeom prst="rect">
            <a:avLst/>
          </a:prstGeom>
        </p:spPr>
        <p:txBody>
          <a:bodyPr wrap="none"/>
          <a:lstStyle>
            <a:lvl1pPr marL="0" indent="0" algn="r">
              <a:lnSpc>
                <a:spcPct val="87000"/>
              </a:lnSpc>
              <a:spcBef>
                <a:spcPts val="0"/>
              </a:spcBef>
              <a:buNone/>
              <a:defRPr sz="1600" b="0">
                <a:solidFill>
                  <a:schemeClr val="bg1"/>
                </a:solidFill>
              </a:defRPr>
            </a:lvl1pPr>
            <a:lvl2pPr marL="0" indent="0" algn="r">
              <a:lnSpc>
                <a:spcPct val="90000"/>
              </a:lnSpc>
              <a:spcBef>
                <a:spcPts val="0"/>
              </a:spcBef>
              <a:buNone/>
              <a:defRPr sz="1600">
                <a:solidFill>
                  <a:schemeClr val="bg1"/>
                </a:solidFill>
              </a:defRPr>
            </a:lvl2pPr>
            <a:lvl3pPr marL="0" indent="0" algn="r">
              <a:lnSpc>
                <a:spcPct val="90000"/>
              </a:lnSpc>
              <a:spcBef>
                <a:spcPts val="0"/>
              </a:spcBef>
              <a:buNone/>
              <a:defRPr sz="1600">
                <a:solidFill>
                  <a:schemeClr val="bg1"/>
                </a:solidFill>
              </a:defRPr>
            </a:lvl3pPr>
            <a:lvl4pPr marL="0" indent="0" algn="r">
              <a:lnSpc>
                <a:spcPct val="90000"/>
              </a:lnSpc>
              <a:spcBef>
                <a:spcPts val="0"/>
              </a:spcBef>
              <a:buNone/>
              <a:defRPr sz="1600">
                <a:solidFill>
                  <a:schemeClr val="bg1"/>
                </a:solidFill>
              </a:defRPr>
            </a:lvl4pPr>
            <a:lvl5pPr marL="0" indent="0" algn="r">
              <a:lnSpc>
                <a:spcPct val="90000"/>
              </a:lnSpc>
              <a:spcBef>
                <a:spcPts val="0"/>
              </a:spcBef>
              <a:buNone/>
              <a:defRPr sz="1600">
                <a:solidFill>
                  <a:schemeClr val="bg1"/>
                </a:solidFill>
              </a:defRPr>
            </a:lvl5pPr>
          </a:lstStyle>
          <a:p>
            <a:pPr lvl="0"/>
            <a:r>
              <a:rPr lang="en-US"/>
              <a:t>Location</a:t>
            </a:r>
          </a:p>
        </p:txBody>
      </p:sp>
      <p:sp>
        <p:nvSpPr>
          <p:cNvPr id="2" name="Rechteck 1" descr="{&quot;templafy&quot;:{&quot;id&quot;:&quot;6e5405ce-5522-489f-8a67-74c5de8a63c4&quot;}}">
            <a:extLst>
              <a:ext uri="{FF2B5EF4-FFF2-40B4-BE49-F238E27FC236}">
                <a16:creationId xmlns:a16="http://schemas.microsoft.com/office/drawing/2014/main" id="{BEF42292-FA12-D531-AA92-7CCCFFFC174F}"/>
              </a:ext>
            </a:extLst>
          </p:cNvPr>
          <p:cNvSpPr/>
          <p:nvPr userDrawn="1"/>
        </p:nvSpPr>
        <p:spPr>
          <a:xfrm>
            <a:off x="6576059" y="6534000"/>
            <a:ext cx="4753929"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a:lnSpc>
                <a:spcPct val="96000"/>
              </a:lnSpc>
            </a:pPr>
            <a:r>
              <a:rPr lang="en-GB" sz="800">
                <a:solidFill>
                  <a:schemeClr val="accent2">
                    <a:lumMod val="40000"/>
                    <a:lumOff val="60000"/>
                  </a:schemeClr>
                </a:solidFill>
                <a:latin typeface="Microsoft Sans Serif"/>
                <a:cs typeface="Microsoft Sans Serif" panose="020B0604020202020204" pitchFamily="34" charset="0"/>
              </a:rPr>
              <a:t>Confidential - Qualcomm Technologies, Inc. and/or its affiliated companies - May Contain Trade Secrets</a:t>
            </a:r>
          </a:p>
        </p:txBody>
      </p:sp>
      <p:sp>
        <p:nvSpPr>
          <p:cNvPr id="17" name="Rectangle 16">
            <a:extLst>
              <a:ext uri="{FF2B5EF4-FFF2-40B4-BE49-F238E27FC236}">
                <a16:creationId xmlns:a16="http://schemas.microsoft.com/office/drawing/2014/main" id="{16F8904F-09D1-421B-839C-AE441D343B17}"/>
              </a:ext>
            </a:extLst>
          </p:cNvPr>
          <p:cNvSpPr/>
          <p:nvPr userDrawn="1"/>
        </p:nvSpPr>
        <p:spPr>
          <a:xfrm>
            <a:off x="425724" y="6518876"/>
            <a:ext cx="5579421" cy="1581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6000"/>
              </a:lnSpc>
            </a:pPr>
            <a:r>
              <a:rPr lang="en-US" sz="800">
                <a:solidFill>
                  <a:schemeClr val="bg1"/>
                </a:solidFill>
                <a:latin typeface="Microsoft Sans Serif"/>
                <a:cs typeface="Microsoft Sans Serif" panose="020B0604020202020204" pitchFamily="34" charset="0"/>
              </a:rPr>
              <a:t>Snapdragon and Qualcomm branded products are products of Qualcomm Technologies, Inc. and/or its subsidiaries.</a:t>
            </a:r>
          </a:p>
        </p:txBody>
      </p:sp>
    </p:spTree>
    <p:extLst>
      <p:ext uri="{BB962C8B-B14F-4D97-AF65-F5344CB8AC3E}">
        <p14:creationId xmlns:p14="http://schemas.microsoft.com/office/powerpoint/2010/main" val="3088891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6834C9-EEFA-4FBD-BC61-0A36E0C3E96D}"/>
              </a:ext>
            </a:extLst>
          </p:cNvPr>
          <p:cNvSpPr>
            <a:spLocks noGrp="1"/>
          </p:cNvSpPr>
          <p:nvPr>
            <p:ph type="title"/>
          </p:nvPr>
        </p:nvSpPr>
        <p:spPr/>
        <p:txBody>
          <a:bodyPr/>
          <a:lstStyle/>
          <a:p>
            <a:r>
              <a:rPr lang="en-US"/>
              <a:t>Click to edit Master title style</a:t>
            </a:r>
          </a:p>
        </p:txBody>
      </p:sp>
      <p:sp>
        <p:nvSpPr>
          <p:cNvPr id="6" name="Subtitle">
            <a:extLst>
              <a:ext uri="{FF2B5EF4-FFF2-40B4-BE49-F238E27FC236}">
                <a16:creationId xmlns:a16="http://schemas.microsoft.com/office/drawing/2014/main" id="{70A64B2B-7631-4F26-8A92-DDCFC848C520}"/>
              </a:ext>
            </a:extLst>
          </p:cNvPr>
          <p:cNvSpPr>
            <a:spLocks noGrp="1"/>
          </p:cNvSpPr>
          <p:nvPr>
            <p:ph type="subTitle" idx="1"/>
          </p:nvPr>
        </p:nvSpPr>
        <p:spPr>
          <a:xfrm>
            <a:off x="494189" y="1088135"/>
            <a:ext cx="11188223" cy="236347"/>
          </a:xfrm>
          <a:prstGeom prst="rect">
            <a:avLst/>
          </a:prstGeom>
        </p:spPr>
        <p:txBody>
          <a:bodyPr>
            <a:spAutoFit/>
          </a:bodyPr>
          <a:lstStyle>
            <a:lvl1pPr marL="0" indent="0" algn="l" defTabSz="914400" rtl="0" eaLnBrk="1" latinLnBrk="0" hangingPunct="1">
              <a:lnSpc>
                <a:spcPct val="96000"/>
              </a:lnSpc>
              <a:spcBef>
                <a:spcPts val="900"/>
              </a:spcBef>
              <a:buClr>
                <a:schemeClr val="accent1"/>
              </a:buClr>
              <a:buFont typeface="Arial" panose="020B0604020202020204" pitchFamily="34" charset="0"/>
              <a:buNone/>
              <a:defRPr lang="en-US" sz="1600" kern="1200" baseline="0" dirty="0">
                <a:solidFill>
                  <a:schemeClr val="tx2"/>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2">
            <a:extLst>
              <a:ext uri="{FF2B5EF4-FFF2-40B4-BE49-F238E27FC236}">
                <a16:creationId xmlns:a16="http://schemas.microsoft.com/office/drawing/2014/main" id="{B4AC2C1E-BA0E-DC40-8740-4C7EC419416D}"/>
              </a:ext>
            </a:extLst>
          </p:cNvPr>
          <p:cNvSpPr>
            <a:spLocks noGrp="1"/>
          </p:cNvSpPr>
          <p:nvPr>
            <p:ph type="ftr" sz="quarter" idx="10"/>
          </p:nvPr>
        </p:nvSpPr>
        <p:spPr>
          <a:xfrm>
            <a:off x="495299" y="6532895"/>
            <a:ext cx="5943600" cy="118174"/>
          </a:xfrm>
        </p:spPr>
        <p:txBody>
          <a:bodyPr/>
          <a:lstStyle>
            <a:lvl1pPr marL="0" algn="l" defTabSz="685800" rtl="0" eaLnBrk="1" latinLnBrk="0" hangingPunct="1">
              <a:lnSpc>
                <a:spcPct val="96000"/>
              </a:lnSpc>
              <a:spcBef>
                <a:spcPts val="0"/>
              </a:spcBef>
              <a:buClr>
                <a:srgbClr val="3253DC"/>
              </a:buClr>
              <a:buFont typeface="Arial" panose="020B0604020202020204" pitchFamily="34" charset="0"/>
              <a:buNone/>
              <a:defRPr lang="en-US" sz="800" kern="1200" baseline="0" smtClean="0">
                <a:solidFill>
                  <a:schemeClr val="accent5">
                    <a:lumMod val="60000"/>
                    <a:lumOff val="40000"/>
                  </a:schemeClr>
                </a:solidFill>
                <a:latin typeface="+mn-lt"/>
                <a:ea typeface="+mn-ea"/>
                <a:cs typeface="+mn-cs"/>
              </a:defRPr>
            </a:lvl1pPr>
          </a:lstStyle>
          <a:p>
            <a:endParaRPr lang="en-US"/>
          </a:p>
        </p:txBody>
      </p:sp>
    </p:spTree>
    <p:extLst>
      <p:ext uri="{BB962C8B-B14F-4D97-AF65-F5344CB8AC3E}">
        <p14:creationId xmlns:p14="http://schemas.microsoft.com/office/powerpoint/2010/main" val="4001555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1_Agenda Blue">
    <p:bg>
      <p:bgPr>
        <a:solidFill>
          <a:schemeClr val="accent1"/>
        </a:solidFill>
        <a:effectLst/>
      </p:bgPr>
    </p:bg>
    <p:spTree>
      <p:nvGrpSpPr>
        <p:cNvPr id="1" name=""/>
        <p:cNvGrpSpPr/>
        <p:nvPr/>
      </p:nvGrpSpPr>
      <p:grpSpPr>
        <a:xfrm>
          <a:off x="0" y="0"/>
          <a:ext cx="0" cy="0"/>
          <a:chOff x="0" y="0"/>
          <a:chExt cx="0" cy="0"/>
        </a:xfrm>
      </p:grpSpPr>
      <p:sp>
        <p:nvSpPr>
          <p:cNvPr id="8" name="Content Placeholder 19">
            <a:extLst>
              <a:ext uri="{FF2B5EF4-FFF2-40B4-BE49-F238E27FC236}">
                <a16:creationId xmlns:a16="http://schemas.microsoft.com/office/drawing/2014/main" id="{ED3EDB01-36D6-9E4B-9221-4033FB6D3806}"/>
              </a:ext>
            </a:extLst>
          </p:cNvPr>
          <p:cNvSpPr>
            <a:spLocks noGrp="1"/>
          </p:cNvSpPr>
          <p:nvPr>
            <p:ph sz="quarter" idx="10"/>
          </p:nvPr>
        </p:nvSpPr>
        <p:spPr>
          <a:xfrm>
            <a:off x="777874" y="957452"/>
            <a:ext cx="9253538" cy="5319779"/>
          </a:xfrm>
          <a:prstGeom prst="rect">
            <a:avLst/>
          </a:prstGeom>
        </p:spPr>
        <p:txBody>
          <a:bodyPr>
            <a:normAutofit/>
          </a:bodyPr>
          <a:lstStyle>
            <a:lvl1pPr marL="914400" indent="-914400">
              <a:lnSpc>
                <a:spcPct val="90000"/>
              </a:lnSpc>
              <a:spcBef>
                <a:spcPts val="0"/>
              </a:spcBef>
              <a:spcAft>
                <a:spcPts val="900"/>
              </a:spcAft>
              <a:buClr>
                <a:schemeClr val="bg1"/>
              </a:buClr>
              <a:buFont typeface="+mj-lt"/>
              <a:buAutoNum type="arabicPeriod"/>
              <a:defRPr sz="5400">
                <a:solidFill>
                  <a:schemeClr val="bg1"/>
                </a:solidFill>
              </a:defRPr>
            </a:lvl1pPr>
            <a:lvl2pPr marL="0" indent="0">
              <a:lnSpc>
                <a:spcPct val="107000"/>
              </a:lnSpc>
              <a:spcBef>
                <a:spcPts val="0"/>
              </a:spcBef>
              <a:spcAft>
                <a:spcPts val="1800"/>
              </a:spcAft>
              <a:buClr>
                <a:schemeClr val="bg1"/>
              </a:buClr>
              <a:buFont typeface="+mj-lt"/>
              <a:buNone/>
              <a:defRPr sz="5400">
                <a:solidFill>
                  <a:schemeClr val="bg1"/>
                </a:solidFill>
              </a:defRPr>
            </a:lvl2pPr>
            <a:lvl3pPr marL="342900" indent="-342900">
              <a:lnSpc>
                <a:spcPct val="107000"/>
              </a:lnSpc>
              <a:spcBef>
                <a:spcPts val="0"/>
              </a:spcBef>
              <a:spcAft>
                <a:spcPts val="1800"/>
              </a:spcAft>
              <a:buClr>
                <a:schemeClr val="bg1"/>
              </a:buClr>
              <a:buFont typeface="+mj-lt"/>
              <a:buAutoNum type="arabicPeriod"/>
              <a:defRPr sz="5400">
                <a:solidFill>
                  <a:schemeClr val="bg1"/>
                </a:solidFill>
              </a:defRPr>
            </a:lvl3pPr>
            <a:lvl4pPr marL="342900" indent="-342900">
              <a:lnSpc>
                <a:spcPct val="107000"/>
              </a:lnSpc>
              <a:spcBef>
                <a:spcPts val="0"/>
              </a:spcBef>
              <a:spcAft>
                <a:spcPts val="1800"/>
              </a:spcAft>
              <a:buClr>
                <a:schemeClr val="bg1"/>
              </a:buClr>
              <a:buFont typeface="+mj-lt"/>
              <a:buAutoNum type="arabicPeriod"/>
              <a:defRPr sz="5400">
                <a:solidFill>
                  <a:schemeClr val="bg1"/>
                </a:solidFill>
              </a:defRPr>
            </a:lvl4pPr>
            <a:lvl5pPr marL="342900" indent="-342900">
              <a:lnSpc>
                <a:spcPct val="107000"/>
              </a:lnSpc>
              <a:spcBef>
                <a:spcPts val="0"/>
              </a:spcBef>
              <a:spcAft>
                <a:spcPts val="1800"/>
              </a:spcAft>
              <a:buClr>
                <a:schemeClr val="bg1"/>
              </a:buClr>
              <a:buFont typeface="+mj-lt"/>
              <a:buAutoNum type="arabicPeriod"/>
              <a:defRPr sz="5400">
                <a:solidFill>
                  <a:schemeClr val="bg1"/>
                </a:solidFill>
              </a:defRPr>
            </a:lvl5pPr>
          </a:lstStyle>
          <a:p>
            <a:pPr lvl="0"/>
            <a:r>
              <a:rPr lang="en-US"/>
              <a:t>Click to edit Master text styles</a:t>
            </a:r>
          </a:p>
        </p:txBody>
      </p:sp>
      <p:sp>
        <p:nvSpPr>
          <p:cNvPr id="5" name="TextBox 4">
            <a:extLst>
              <a:ext uri="{FF2B5EF4-FFF2-40B4-BE49-F238E27FC236}">
                <a16:creationId xmlns:a16="http://schemas.microsoft.com/office/drawing/2014/main" id="{29C0BAD8-16D5-E84A-B280-67E84109BBA2}"/>
              </a:ext>
            </a:extLst>
          </p:cNvPr>
          <p:cNvSpPr txBox="1"/>
          <p:nvPr userDrawn="1"/>
        </p:nvSpPr>
        <p:spPr>
          <a:xfrm rot="5400000">
            <a:off x="8435813" y="2737543"/>
            <a:ext cx="5288307" cy="1559722"/>
          </a:xfrm>
          <a:prstGeom prst="rect">
            <a:avLst/>
          </a:prstGeom>
          <a:noFill/>
          <a:effectLst/>
        </p:spPr>
        <p:txBody>
          <a:bodyPr wrap="none" lIns="0" tIns="0" rIns="0" bIns="0" rtlCol="0">
            <a:spAutoFit/>
          </a:bodyPr>
          <a:lstStyle/>
          <a:p>
            <a:pPr algn="ctr">
              <a:lnSpc>
                <a:spcPct val="87000"/>
              </a:lnSpc>
              <a:spcBef>
                <a:spcPct val="0"/>
              </a:spcBef>
              <a:defRPr/>
            </a:pPr>
            <a:r>
              <a:rPr lang="en-US" sz="11650">
                <a:solidFill>
                  <a:srgbClr val="214ACD"/>
                </a:solidFill>
                <a:effectLst>
                  <a:innerShdw blurRad="38100" dist="25400" dir="8100000">
                    <a:prstClr val="black">
                      <a:alpha val="50000"/>
                    </a:prstClr>
                  </a:innerShdw>
                </a:effectLst>
              </a:rPr>
              <a:t>Agenda</a:t>
            </a:r>
          </a:p>
        </p:txBody>
      </p:sp>
      <p:sp>
        <p:nvSpPr>
          <p:cNvPr id="3" name="Rechteck 3" descr="{&quot;templafy&quot;:{&quot;id&quot;:&quot;8831832d-5cc0-4f62-9fba-80e472b75390&quot;}}">
            <a:extLst>
              <a:ext uri="{FF2B5EF4-FFF2-40B4-BE49-F238E27FC236}">
                <a16:creationId xmlns:a16="http://schemas.microsoft.com/office/drawing/2014/main" id="{1CD0CCC6-48F1-7253-261E-7A7D4C9B39CD}"/>
              </a:ext>
            </a:extLst>
          </p:cNvPr>
          <p:cNvSpPr/>
          <p:nvPr userDrawn="1"/>
        </p:nvSpPr>
        <p:spPr>
          <a:xfrm>
            <a:off x="7336971" y="6483337"/>
            <a:ext cx="4282587"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kumimoji="0" lang="en-US" sz="700" b="0" i="0" u="none" strike="noStrike" kern="0" cap="none" spc="0" normalizeH="0" baseline="0" noProof="0">
                <a:ln>
                  <a:noFill/>
                </a:ln>
                <a:solidFill>
                  <a:srgbClr val="F7F8FA"/>
                </a:solidFill>
                <a:effectLst/>
                <a:uLnTx/>
                <a:uFillTx/>
                <a:latin typeface="Microsoft Sans Serif"/>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655498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1_Thank You Blue">
    <p:bg>
      <p:bgPr>
        <a:solidFill>
          <a:schemeClr val="accent1"/>
        </a:solidFill>
        <a:effectLst/>
      </p:bgPr>
    </p:bg>
    <p:spTree>
      <p:nvGrpSpPr>
        <p:cNvPr id="1" name=""/>
        <p:cNvGrpSpPr/>
        <p:nvPr/>
      </p:nvGrpSpPr>
      <p:grpSpPr>
        <a:xfrm>
          <a:off x="0" y="0"/>
          <a:ext cx="0" cy="0"/>
          <a:chOff x="0" y="0"/>
          <a:chExt cx="0" cy="0"/>
        </a:xfrm>
      </p:grpSpPr>
      <p:sp>
        <p:nvSpPr>
          <p:cNvPr id="24" name="Rectangle: Rounded Corners 16">
            <a:extLst>
              <a:ext uri="{FF2B5EF4-FFF2-40B4-BE49-F238E27FC236}">
                <a16:creationId xmlns:a16="http://schemas.microsoft.com/office/drawing/2014/main" id="{3DFD4707-7D72-477C-BAE7-E84DFEA41F3D}"/>
              </a:ext>
            </a:extLst>
          </p:cNvPr>
          <p:cNvSpPr/>
          <p:nvPr userDrawn="1"/>
        </p:nvSpPr>
        <p:spPr>
          <a:xfrm>
            <a:off x="465622" y="4935112"/>
            <a:ext cx="11234664" cy="1922888"/>
          </a:xfrm>
          <a:custGeom>
            <a:avLst/>
            <a:gdLst>
              <a:gd name="connsiteX0" fmla="*/ 0 w 11234664"/>
              <a:gd name="connsiteY0" fmla="*/ 74943 h 2225161"/>
              <a:gd name="connsiteX1" fmla="*/ 74943 w 11234664"/>
              <a:gd name="connsiteY1" fmla="*/ 0 h 2225161"/>
              <a:gd name="connsiteX2" fmla="*/ 11159721 w 11234664"/>
              <a:gd name="connsiteY2" fmla="*/ 0 h 2225161"/>
              <a:gd name="connsiteX3" fmla="*/ 11234664 w 11234664"/>
              <a:gd name="connsiteY3" fmla="*/ 74943 h 2225161"/>
              <a:gd name="connsiteX4" fmla="*/ 11234664 w 11234664"/>
              <a:gd name="connsiteY4" fmla="*/ 2150218 h 2225161"/>
              <a:gd name="connsiteX5" fmla="*/ 11159721 w 11234664"/>
              <a:gd name="connsiteY5" fmla="*/ 2225161 h 2225161"/>
              <a:gd name="connsiteX6" fmla="*/ 74943 w 11234664"/>
              <a:gd name="connsiteY6" fmla="*/ 2225161 h 2225161"/>
              <a:gd name="connsiteX7" fmla="*/ 0 w 11234664"/>
              <a:gd name="connsiteY7" fmla="*/ 2150218 h 2225161"/>
              <a:gd name="connsiteX8" fmla="*/ 0 w 11234664"/>
              <a:gd name="connsiteY8" fmla="*/ 74943 h 2225161"/>
              <a:gd name="connsiteX0" fmla="*/ 0 w 11234664"/>
              <a:gd name="connsiteY0" fmla="*/ 74943 h 2225161"/>
              <a:gd name="connsiteX1" fmla="*/ 74943 w 11234664"/>
              <a:gd name="connsiteY1" fmla="*/ 0 h 2225161"/>
              <a:gd name="connsiteX2" fmla="*/ 11159721 w 11234664"/>
              <a:gd name="connsiteY2" fmla="*/ 0 h 2225161"/>
              <a:gd name="connsiteX3" fmla="*/ 11234664 w 11234664"/>
              <a:gd name="connsiteY3" fmla="*/ 74943 h 2225161"/>
              <a:gd name="connsiteX4" fmla="*/ 11234664 w 11234664"/>
              <a:gd name="connsiteY4" fmla="*/ 2150218 h 2225161"/>
              <a:gd name="connsiteX5" fmla="*/ 11159721 w 11234664"/>
              <a:gd name="connsiteY5" fmla="*/ 2225161 h 2225161"/>
              <a:gd name="connsiteX6" fmla="*/ 0 w 11234664"/>
              <a:gd name="connsiteY6" fmla="*/ 2150218 h 2225161"/>
              <a:gd name="connsiteX7" fmla="*/ 0 w 11234664"/>
              <a:gd name="connsiteY7" fmla="*/ 74943 h 2225161"/>
              <a:gd name="connsiteX0" fmla="*/ 0 w 11234664"/>
              <a:gd name="connsiteY0" fmla="*/ 74943 h 2409627"/>
              <a:gd name="connsiteX1" fmla="*/ 74943 w 11234664"/>
              <a:gd name="connsiteY1" fmla="*/ 0 h 2409627"/>
              <a:gd name="connsiteX2" fmla="*/ 11159721 w 11234664"/>
              <a:gd name="connsiteY2" fmla="*/ 0 h 2409627"/>
              <a:gd name="connsiteX3" fmla="*/ 11234664 w 11234664"/>
              <a:gd name="connsiteY3" fmla="*/ 74943 h 2409627"/>
              <a:gd name="connsiteX4" fmla="*/ 11234664 w 11234664"/>
              <a:gd name="connsiteY4" fmla="*/ 2150218 h 2409627"/>
              <a:gd name="connsiteX5" fmla="*/ 0 w 11234664"/>
              <a:gd name="connsiteY5" fmla="*/ 2150218 h 2409627"/>
              <a:gd name="connsiteX6" fmla="*/ 0 w 11234664"/>
              <a:gd name="connsiteY6" fmla="*/ 74943 h 2409627"/>
              <a:gd name="connsiteX0" fmla="*/ 0 w 11234664"/>
              <a:gd name="connsiteY0" fmla="*/ 74943 h 2303942"/>
              <a:gd name="connsiteX1" fmla="*/ 74943 w 11234664"/>
              <a:gd name="connsiteY1" fmla="*/ 0 h 2303942"/>
              <a:gd name="connsiteX2" fmla="*/ 11159721 w 11234664"/>
              <a:gd name="connsiteY2" fmla="*/ 0 h 2303942"/>
              <a:gd name="connsiteX3" fmla="*/ 11234664 w 11234664"/>
              <a:gd name="connsiteY3" fmla="*/ 74943 h 2303942"/>
              <a:gd name="connsiteX4" fmla="*/ 11234664 w 11234664"/>
              <a:gd name="connsiteY4" fmla="*/ 2150218 h 2303942"/>
              <a:gd name="connsiteX5" fmla="*/ 0 w 11234664"/>
              <a:gd name="connsiteY5" fmla="*/ 2150218 h 2303942"/>
              <a:gd name="connsiteX6" fmla="*/ 0 w 11234664"/>
              <a:gd name="connsiteY6" fmla="*/ 74943 h 2303942"/>
              <a:gd name="connsiteX0" fmla="*/ 0 w 11234664"/>
              <a:gd name="connsiteY0" fmla="*/ 74943 h 2150218"/>
              <a:gd name="connsiteX1" fmla="*/ 74943 w 11234664"/>
              <a:gd name="connsiteY1" fmla="*/ 0 h 2150218"/>
              <a:gd name="connsiteX2" fmla="*/ 11159721 w 11234664"/>
              <a:gd name="connsiteY2" fmla="*/ 0 h 2150218"/>
              <a:gd name="connsiteX3" fmla="*/ 11234664 w 11234664"/>
              <a:gd name="connsiteY3" fmla="*/ 74943 h 2150218"/>
              <a:gd name="connsiteX4" fmla="*/ 11234664 w 11234664"/>
              <a:gd name="connsiteY4" fmla="*/ 2150218 h 2150218"/>
              <a:gd name="connsiteX5" fmla="*/ 0 w 11234664"/>
              <a:gd name="connsiteY5" fmla="*/ 2150218 h 2150218"/>
              <a:gd name="connsiteX6" fmla="*/ 0 w 11234664"/>
              <a:gd name="connsiteY6" fmla="*/ 74943 h 2150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234664" h="2150218">
                <a:moveTo>
                  <a:pt x="0" y="74943"/>
                </a:moveTo>
                <a:cubicBezTo>
                  <a:pt x="0" y="33553"/>
                  <a:pt x="33553" y="0"/>
                  <a:pt x="74943" y="0"/>
                </a:cubicBezTo>
                <a:lnTo>
                  <a:pt x="11159721" y="0"/>
                </a:lnTo>
                <a:cubicBezTo>
                  <a:pt x="11201111" y="0"/>
                  <a:pt x="11234664" y="33553"/>
                  <a:pt x="11234664" y="74943"/>
                </a:cubicBezTo>
                <a:lnTo>
                  <a:pt x="11234664" y="2150218"/>
                </a:lnTo>
                <a:lnTo>
                  <a:pt x="0" y="2150218"/>
                </a:lnTo>
                <a:lnTo>
                  <a:pt x="0" y="74943"/>
                </a:lnTo>
                <a:close/>
              </a:path>
            </a:pathLst>
          </a:custGeom>
          <a:solidFill>
            <a:srgbClr val="214ACD"/>
          </a:solidFill>
          <a:ln>
            <a:noFill/>
          </a:ln>
          <a:effectLst>
            <a:innerShdw blurRad="38100" dist="254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6000"/>
              </a:lnSpc>
            </a:pPr>
            <a:endParaRPr lang="en-US" err="1">
              <a:solidFill>
                <a:schemeClr val="tx2"/>
              </a:solidFill>
              <a:latin typeface="Microsoft Sans Serif"/>
              <a:cs typeface="Microsoft Sans Serif" panose="020B0604020202020204" pitchFamily="34" charset="0"/>
            </a:endParaRPr>
          </a:p>
        </p:txBody>
      </p:sp>
      <p:sp>
        <p:nvSpPr>
          <p:cNvPr id="26" name="Freeform 5">
            <a:extLst>
              <a:ext uri="{FF2B5EF4-FFF2-40B4-BE49-F238E27FC236}">
                <a16:creationId xmlns:a16="http://schemas.microsoft.com/office/drawing/2014/main" id="{1C4299A6-E92A-426F-8BF2-F5974985648B}"/>
              </a:ext>
            </a:extLst>
          </p:cNvPr>
          <p:cNvSpPr>
            <a:spLocks noChangeAspect="1" noEditPoints="1"/>
          </p:cNvSpPr>
          <p:nvPr userDrawn="1"/>
        </p:nvSpPr>
        <p:spPr bwMode="black">
          <a:xfrm>
            <a:off x="847768" y="5234191"/>
            <a:ext cx="1616145" cy="296224"/>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bg1"/>
          </a:solidFill>
          <a:ln>
            <a:noFill/>
          </a:ln>
          <a:effectLst/>
        </p:spPr>
        <p:txBody>
          <a:bodyPr vert="horz" wrap="square" lIns="91440" tIns="45720" rIns="91440" bIns="45720" numCol="1" anchor="t" anchorCtr="0" compatLnSpc="1">
            <a:prstTxWarp prst="textNoShape">
              <a:avLst/>
            </a:prstTxWarp>
          </a:bodyPr>
          <a:lstStyle/>
          <a:p>
            <a:endParaRPr lang="en-US">
              <a:solidFill>
                <a:schemeClr val="bg1"/>
              </a:solidFill>
              <a:latin typeface="Microsoft Sans Serif"/>
            </a:endParaRPr>
          </a:p>
        </p:txBody>
      </p:sp>
      <p:sp>
        <p:nvSpPr>
          <p:cNvPr id="68" name="TextBox 67">
            <a:extLst>
              <a:ext uri="{FF2B5EF4-FFF2-40B4-BE49-F238E27FC236}">
                <a16:creationId xmlns:a16="http://schemas.microsoft.com/office/drawing/2014/main" id="{2C46E43E-DAC5-48FD-B064-58807FF1A8C2}"/>
              </a:ext>
            </a:extLst>
          </p:cNvPr>
          <p:cNvSpPr txBox="1"/>
          <p:nvPr userDrawn="1"/>
        </p:nvSpPr>
        <p:spPr bwMode="gray">
          <a:xfrm>
            <a:off x="847768" y="5687930"/>
            <a:ext cx="3127218" cy="616131"/>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1050" b="0" i="0" u="none" strike="noStrike" kern="1200" cap="none" spc="0" normalizeH="0" baseline="0" noProof="0">
                <a:ln>
                  <a:noFill/>
                </a:ln>
                <a:solidFill>
                  <a:schemeClr val="bg1"/>
                </a:solidFill>
                <a:effectLst/>
                <a:uLnTx/>
                <a:uFillTx/>
                <a:latin typeface="+mn-lt"/>
                <a:ea typeface="+mn-ea"/>
                <a:cs typeface="+mn-cs"/>
              </a:rPr>
              <a:t>Follow us on:</a:t>
            </a:r>
          </a:p>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1050" b="0" i="0" u="none" strike="noStrike" kern="1200" cap="none" spc="0" normalizeH="0" baseline="0" noProof="0">
                <a:ln>
                  <a:noFill/>
                </a:ln>
                <a:solidFill>
                  <a:schemeClr val="bg1"/>
                </a:solidFill>
                <a:effectLst/>
                <a:uLnTx/>
                <a:uFillTx/>
                <a:latin typeface="+mn-lt"/>
                <a:ea typeface="+mn-ea"/>
                <a:cs typeface="+mn-cs"/>
              </a:rPr>
              <a:t>For more information, visit us at:</a:t>
            </a:r>
          </a:p>
          <a:p>
            <a:pPr marL="0" marR="0" lvl="0" indent="0" algn="l" defTabSz="914400" rtl="0" eaLnBrk="1" fontAlgn="auto" latinLnBrk="0" hangingPunct="1">
              <a:lnSpc>
                <a:spcPct val="114000"/>
              </a:lnSpc>
              <a:spcBef>
                <a:spcPts val="0"/>
              </a:spcBef>
              <a:spcAft>
                <a:spcPts val="300"/>
              </a:spcAft>
              <a:buClrTx/>
              <a:buSzTx/>
              <a:buFontTx/>
              <a:buNone/>
              <a:tabLst/>
              <a:defRPr/>
            </a:pPr>
            <a:r>
              <a:rPr kumimoji="0" lang="en-US" sz="1050" b="0" i="0" u="none" strike="noStrike" kern="1200" cap="none" spc="0" normalizeH="0" baseline="0" noProof="0">
                <a:ln>
                  <a:noFill/>
                </a:ln>
                <a:solidFill>
                  <a:schemeClr val="bg1"/>
                </a:solidFill>
                <a:effectLst/>
                <a:uLnTx/>
                <a:uFillTx/>
                <a:latin typeface="+mn-lt"/>
                <a:ea typeface="+mn-ea"/>
                <a:cs typeface="+mn-cs"/>
              </a:rPr>
              <a:t>qualcomm.com &amp; qualcomm.com/blog</a:t>
            </a:r>
          </a:p>
        </p:txBody>
      </p:sp>
      <p:sp>
        <p:nvSpPr>
          <p:cNvPr id="18" name="TextBox 17">
            <a:extLst>
              <a:ext uri="{FF2B5EF4-FFF2-40B4-BE49-F238E27FC236}">
                <a16:creationId xmlns:a16="http://schemas.microsoft.com/office/drawing/2014/main" id="{57DEABFE-66C4-5947-8424-FF8BFD492C38}"/>
              </a:ext>
            </a:extLst>
          </p:cNvPr>
          <p:cNvSpPr txBox="1"/>
          <p:nvPr userDrawn="1"/>
        </p:nvSpPr>
        <p:spPr bwMode="gray">
          <a:xfrm>
            <a:off x="465622" y="2536613"/>
            <a:ext cx="8725779" cy="1606594"/>
          </a:xfrm>
          <a:prstGeom prst="rect">
            <a:avLst/>
          </a:prstGeom>
          <a:noFill/>
        </p:spPr>
        <p:txBody>
          <a:bodyPr wrap="square" lIns="0" tIns="0" rIns="0" bIns="0" rtlCol="0">
            <a:spAutoFit/>
          </a:bodyPr>
          <a:lstStyle/>
          <a:p>
            <a:pPr marL="0" marR="0" lvl="0" indent="0" algn="l" defTabSz="914400" rtl="0" eaLnBrk="1" fontAlgn="auto" latinLnBrk="0" hangingPunct="1">
              <a:lnSpc>
                <a:spcPct val="87000"/>
              </a:lnSpc>
              <a:spcBef>
                <a:spcPts val="0"/>
              </a:spcBef>
              <a:spcAft>
                <a:spcPts val="0"/>
              </a:spcAft>
              <a:buClrTx/>
              <a:buSzTx/>
              <a:buFontTx/>
              <a:buNone/>
              <a:tabLst/>
              <a:defRPr/>
            </a:pPr>
            <a:r>
              <a:rPr kumimoji="0" lang="en-US" sz="12000" b="0" i="0" u="none" strike="noStrike" kern="1200" cap="none" spc="-300" normalizeH="0" noProof="0">
                <a:ln>
                  <a:noFill/>
                </a:ln>
                <a:solidFill>
                  <a:srgbClr val="1F46C3"/>
                </a:solidFill>
                <a:effectLst>
                  <a:innerShdw blurRad="25400" dist="12700" dir="13500000">
                    <a:prstClr val="black">
                      <a:alpha val="50000"/>
                    </a:prstClr>
                  </a:innerShdw>
                </a:effectLst>
                <a:uLnTx/>
                <a:uFillTx/>
              </a:rPr>
              <a:t>T</a:t>
            </a:r>
            <a:r>
              <a:rPr kumimoji="0" lang="en-US" sz="12000" b="0" i="0" u="none" strike="noStrike" kern="1200" cap="none" spc="-300" normalizeH="0" baseline="0" noProof="0">
                <a:ln>
                  <a:noFill/>
                </a:ln>
                <a:solidFill>
                  <a:srgbClr val="1F46C3"/>
                </a:solidFill>
                <a:effectLst>
                  <a:innerShdw blurRad="25400" dist="12700" dir="13500000">
                    <a:prstClr val="black">
                      <a:alpha val="50000"/>
                    </a:prstClr>
                  </a:innerShdw>
                </a:effectLst>
                <a:uLnTx/>
                <a:uFillTx/>
              </a:rPr>
              <a:t>h</a:t>
            </a:r>
            <a:r>
              <a:rPr kumimoji="0" lang="en-US" sz="12000" b="0" i="0" u="none" strike="noStrike" kern="1200" cap="none" spc="-600" normalizeH="0" noProof="0">
                <a:ln>
                  <a:noFill/>
                </a:ln>
                <a:solidFill>
                  <a:srgbClr val="1F46C3"/>
                </a:solidFill>
                <a:effectLst>
                  <a:innerShdw blurRad="25400" dist="12700" dir="13500000">
                    <a:prstClr val="black">
                      <a:alpha val="50000"/>
                    </a:prstClr>
                  </a:innerShdw>
                </a:effectLst>
                <a:uLnTx/>
                <a:uFillTx/>
              </a:rPr>
              <a:t>a</a:t>
            </a:r>
            <a:r>
              <a:rPr kumimoji="0" lang="en-US" sz="12000" b="0" i="0" u="none" strike="noStrike" kern="1200" cap="none" spc="-450" normalizeH="0" noProof="0">
                <a:ln>
                  <a:noFill/>
                </a:ln>
                <a:solidFill>
                  <a:srgbClr val="1F46C3"/>
                </a:solidFill>
                <a:effectLst>
                  <a:innerShdw blurRad="25400" dist="12700" dir="13500000">
                    <a:prstClr val="black">
                      <a:alpha val="50000"/>
                    </a:prstClr>
                  </a:innerShdw>
                </a:effectLst>
                <a:uLnTx/>
                <a:uFillTx/>
              </a:rPr>
              <a:t>n</a:t>
            </a:r>
            <a:r>
              <a:rPr kumimoji="0" lang="en-US" sz="12000" b="0" i="0" u="none" strike="noStrike" kern="1200" cap="none" spc="-600" normalizeH="0" noProof="0">
                <a:ln>
                  <a:noFill/>
                </a:ln>
                <a:solidFill>
                  <a:srgbClr val="1F46C3"/>
                </a:solidFill>
                <a:effectLst>
                  <a:innerShdw blurRad="25400" dist="12700" dir="13500000">
                    <a:prstClr val="black">
                      <a:alpha val="50000"/>
                    </a:prstClr>
                  </a:innerShdw>
                </a:effectLst>
                <a:uLnTx/>
                <a:uFillTx/>
              </a:rPr>
              <a:t>k </a:t>
            </a:r>
            <a:r>
              <a:rPr kumimoji="0" lang="en-US" sz="12000" b="0" i="0" u="none" strike="noStrike" kern="1200" cap="none" spc="-300" normalizeH="0" baseline="0" noProof="0">
                <a:ln>
                  <a:noFill/>
                </a:ln>
                <a:solidFill>
                  <a:srgbClr val="1F46C3"/>
                </a:solidFill>
                <a:effectLst>
                  <a:innerShdw blurRad="25400" dist="12700" dir="13500000">
                    <a:prstClr val="black">
                      <a:alpha val="50000"/>
                    </a:prstClr>
                  </a:innerShdw>
                </a:effectLst>
                <a:uLnTx/>
                <a:uFillTx/>
              </a:rPr>
              <a:t>y</a:t>
            </a:r>
            <a:r>
              <a:rPr kumimoji="0" lang="en-US" sz="12000" b="0" i="0" u="none" strike="noStrike" kern="1200" cap="none" normalizeH="0" baseline="0" noProof="0">
                <a:ln>
                  <a:noFill/>
                </a:ln>
                <a:solidFill>
                  <a:srgbClr val="1F46C3"/>
                </a:solidFill>
                <a:effectLst>
                  <a:innerShdw blurRad="25400" dist="12700" dir="13500000">
                    <a:prstClr val="black">
                      <a:alpha val="50000"/>
                    </a:prstClr>
                  </a:innerShdw>
                </a:effectLst>
                <a:uLnTx/>
                <a:uFillTx/>
              </a:rPr>
              <a:t>o</a:t>
            </a:r>
            <a:r>
              <a:rPr kumimoji="0" lang="en-US" sz="12000" b="0" i="0" u="none" strike="noStrike" kern="1200" cap="none" spc="-300" normalizeH="0" baseline="0" noProof="0">
                <a:ln>
                  <a:noFill/>
                </a:ln>
                <a:solidFill>
                  <a:srgbClr val="1F46C3"/>
                </a:solidFill>
                <a:effectLst>
                  <a:innerShdw blurRad="25400" dist="12700" dir="13500000">
                    <a:prstClr val="black">
                      <a:alpha val="50000"/>
                    </a:prstClr>
                  </a:innerShdw>
                </a:effectLst>
                <a:uLnTx/>
                <a:uFillTx/>
              </a:rPr>
              <a:t>u</a:t>
            </a:r>
          </a:p>
        </p:txBody>
      </p:sp>
      <p:grpSp>
        <p:nvGrpSpPr>
          <p:cNvPr id="20" name="Group 19">
            <a:extLst>
              <a:ext uri="{FF2B5EF4-FFF2-40B4-BE49-F238E27FC236}">
                <a16:creationId xmlns:a16="http://schemas.microsoft.com/office/drawing/2014/main" id="{2841E068-486B-0543-4130-3D8176627778}"/>
              </a:ext>
            </a:extLst>
          </p:cNvPr>
          <p:cNvGrpSpPr/>
          <p:nvPr userDrawn="1"/>
        </p:nvGrpSpPr>
        <p:grpSpPr>
          <a:xfrm>
            <a:off x="1710812" y="5696712"/>
            <a:ext cx="1036171" cy="137160"/>
            <a:chOff x="2442332" y="4081331"/>
            <a:chExt cx="1036171" cy="137160"/>
          </a:xfrm>
          <a:solidFill>
            <a:schemeClr val="bg1"/>
          </a:solidFill>
        </p:grpSpPr>
        <p:sp>
          <p:nvSpPr>
            <p:cNvPr id="21" name="Freeform 12">
              <a:extLst>
                <a:ext uri="{FF2B5EF4-FFF2-40B4-BE49-F238E27FC236}">
                  <a16:creationId xmlns:a16="http://schemas.microsoft.com/office/drawing/2014/main" id="{CDE91238-9485-8E94-027E-16F7C041DF56}"/>
                </a:ext>
              </a:extLst>
            </p:cNvPr>
            <p:cNvSpPr>
              <a:spLocks noChangeAspect="1"/>
            </p:cNvSpPr>
            <p:nvPr/>
          </p:nvSpPr>
          <p:spPr bwMode="gray">
            <a:xfrm>
              <a:off x="2645092" y="4081331"/>
              <a:ext cx="168791" cy="137160"/>
            </a:xfrm>
            <a:custGeom>
              <a:avLst/>
              <a:gdLst>
                <a:gd name="T0" fmla="*/ 800 w 800"/>
                <a:gd name="T1" fmla="*/ 77 h 650"/>
                <a:gd name="T2" fmla="*/ 706 w 800"/>
                <a:gd name="T3" fmla="*/ 103 h 650"/>
                <a:gd name="T4" fmla="*/ 778 w 800"/>
                <a:gd name="T5" fmla="*/ 12 h 650"/>
                <a:gd name="T6" fmla="*/ 674 w 800"/>
                <a:gd name="T7" fmla="*/ 52 h 650"/>
                <a:gd name="T8" fmla="*/ 554 w 800"/>
                <a:gd name="T9" fmla="*/ 0 h 650"/>
                <a:gd name="T10" fmla="*/ 390 w 800"/>
                <a:gd name="T11" fmla="*/ 164 h 650"/>
                <a:gd name="T12" fmla="*/ 394 w 800"/>
                <a:gd name="T13" fmla="*/ 201 h 650"/>
                <a:gd name="T14" fmla="*/ 56 w 800"/>
                <a:gd name="T15" fmla="*/ 30 h 650"/>
                <a:gd name="T16" fmla="*/ 33 w 800"/>
                <a:gd name="T17" fmla="*/ 112 h 650"/>
                <a:gd name="T18" fmla="*/ 106 w 800"/>
                <a:gd name="T19" fmla="*/ 249 h 650"/>
                <a:gd name="T20" fmla="*/ 32 w 800"/>
                <a:gd name="T21" fmla="*/ 229 h 650"/>
                <a:gd name="T22" fmla="*/ 32 w 800"/>
                <a:gd name="T23" fmla="*/ 231 h 650"/>
                <a:gd name="T24" fmla="*/ 164 w 800"/>
                <a:gd name="T25" fmla="*/ 392 h 650"/>
                <a:gd name="T26" fmla="*/ 121 w 800"/>
                <a:gd name="T27" fmla="*/ 397 h 650"/>
                <a:gd name="T28" fmla="*/ 90 w 800"/>
                <a:gd name="T29" fmla="*/ 394 h 650"/>
                <a:gd name="T30" fmla="*/ 243 w 800"/>
                <a:gd name="T31" fmla="*/ 508 h 650"/>
                <a:gd name="T32" fmla="*/ 39 w 800"/>
                <a:gd name="T33" fmla="*/ 579 h 650"/>
                <a:gd name="T34" fmla="*/ 0 w 800"/>
                <a:gd name="T35" fmla="*/ 576 h 650"/>
                <a:gd name="T36" fmla="*/ 252 w 800"/>
                <a:gd name="T37" fmla="*/ 650 h 650"/>
                <a:gd name="T38" fmla="*/ 719 w 800"/>
                <a:gd name="T39" fmla="*/ 183 h 650"/>
                <a:gd name="T40" fmla="*/ 718 w 800"/>
                <a:gd name="T41" fmla="*/ 162 h 650"/>
                <a:gd name="T42" fmla="*/ 800 w 800"/>
                <a:gd name="T43" fmla="*/ 77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0" h="650">
                  <a:moveTo>
                    <a:pt x="800" y="77"/>
                  </a:moveTo>
                  <a:cubicBezTo>
                    <a:pt x="771" y="90"/>
                    <a:pt x="739" y="99"/>
                    <a:pt x="706" y="103"/>
                  </a:cubicBezTo>
                  <a:cubicBezTo>
                    <a:pt x="740" y="82"/>
                    <a:pt x="766" y="50"/>
                    <a:pt x="778" y="12"/>
                  </a:cubicBezTo>
                  <a:cubicBezTo>
                    <a:pt x="746" y="31"/>
                    <a:pt x="711" y="44"/>
                    <a:pt x="674" y="52"/>
                  </a:cubicBezTo>
                  <a:cubicBezTo>
                    <a:pt x="644" y="20"/>
                    <a:pt x="601" y="0"/>
                    <a:pt x="554" y="0"/>
                  </a:cubicBezTo>
                  <a:cubicBezTo>
                    <a:pt x="463" y="0"/>
                    <a:pt x="390" y="73"/>
                    <a:pt x="390" y="164"/>
                  </a:cubicBezTo>
                  <a:cubicBezTo>
                    <a:pt x="390" y="177"/>
                    <a:pt x="391" y="189"/>
                    <a:pt x="394" y="201"/>
                  </a:cubicBezTo>
                  <a:cubicBezTo>
                    <a:pt x="258" y="195"/>
                    <a:pt x="137" y="129"/>
                    <a:pt x="56" y="30"/>
                  </a:cubicBezTo>
                  <a:cubicBezTo>
                    <a:pt x="42" y="54"/>
                    <a:pt x="33" y="82"/>
                    <a:pt x="33" y="112"/>
                  </a:cubicBezTo>
                  <a:cubicBezTo>
                    <a:pt x="33" y="169"/>
                    <a:pt x="62" y="220"/>
                    <a:pt x="106" y="249"/>
                  </a:cubicBezTo>
                  <a:cubicBezTo>
                    <a:pt x="80" y="248"/>
                    <a:pt x="54" y="241"/>
                    <a:pt x="32" y="229"/>
                  </a:cubicBezTo>
                  <a:cubicBezTo>
                    <a:pt x="32" y="229"/>
                    <a:pt x="32" y="230"/>
                    <a:pt x="32" y="231"/>
                  </a:cubicBezTo>
                  <a:cubicBezTo>
                    <a:pt x="32" y="310"/>
                    <a:pt x="89" y="376"/>
                    <a:pt x="164" y="392"/>
                  </a:cubicBezTo>
                  <a:cubicBezTo>
                    <a:pt x="150" y="395"/>
                    <a:pt x="136" y="397"/>
                    <a:pt x="121" y="397"/>
                  </a:cubicBezTo>
                  <a:cubicBezTo>
                    <a:pt x="110" y="397"/>
                    <a:pt x="100" y="396"/>
                    <a:pt x="90" y="394"/>
                  </a:cubicBezTo>
                  <a:cubicBezTo>
                    <a:pt x="111" y="460"/>
                    <a:pt x="171" y="507"/>
                    <a:pt x="243" y="508"/>
                  </a:cubicBezTo>
                  <a:cubicBezTo>
                    <a:pt x="187" y="552"/>
                    <a:pt x="116" y="579"/>
                    <a:pt x="39" y="579"/>
                  </a:cubicBezTo>
                  <a:cubicBezTo>
                    <a:pt x="26" y="579"/>
                    <a:pt x="13" y="578"/>
                    <a:pt x="0" y="576"/>
                  </a:cubicBezTo>
                  <a:cubicBezTo>
                    <a:pt x="73" y="623"/>
                    <a:pt x="159" y="650"/>
                    <a:pt x="252" y="650"/>
                  </a:cubicBezTo>
                  <a:cubicBezTo>
                    <a:pt x="553" y="650"/>
                    <a:pt x="719" y="400"/>
                    <a:pt x="719" y="183"/>
                  </a:cubicBezTo>
                  <a:cubicBezTo>
                    <a:pt x="719" y="176"/>
                    <a:pt x="718" y="169"/>
                    <a:pt x="718" y="162"/>
                  </a:cubicBezTo>
                  <a:cubicBezTo>
                    <a:pt x="750" y="139"/>
                    <a:pt x="778" y="110"/>
                    <a:pt x="800" y="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Microsoft Sans Serif" panose="020B0604020202020204" pitchFamily="34" charset="0"/>
                <a:ea typeface="+mn-ea"/>
                <a:cs typeface="+mn-cs"/>
              </a:endParaRPr>
            </a:p>
          </p:txBody>
        </p:sp>
        <p:grpSp>
          <p:nvGrpSpPr>
            <p:cNvPr id="25" name="Group 5">
              <a:extLst>
                <a:ext uri="{FF2B5EF4-FFF2-40B4-BE49-F238E27FC236}">
                  <a16:creationId xmlns:a16="http://schemas.microsoft.com/office/drawing/2014/main" id="{233E33BB-455A-9947-5EE1-DF56753F870F}"/>
                </a:ext>
              </a:extLst>
            </p:cNvPr>
            <p:cNvGrpSpPr>
              <a:grpSpLocks noChangeAspect="1"/>
            </p:cNvGrpSpPr>
            <p:nvPr/>
          </p:nvGrpSpPr>
          <p:grpSpPr bwMode="gray">
            <a:xfrm>
              <a:off x="2442332" y="4081331"/>
              <a:ext cx="138792" cy="137160"/>
              <a:chOff x="3331" y="1656"/>
              <a:chExt cx="1020" cy="1008"/>
            </a:xfrm>
            <a:grpFill/>
          </p:grpSpPr>
          <p:sp>
            <p:nvSpPr>
              <p:cNvPr id="33" name="Freeform 6">
                <a:extLst>
                  <a:ext uri="{FF2B5EF4-FFF2-40B4-BE49-F238E27FC236}">
                    <a16:creationId xmlns:a16="http://schemas.microsoft.com/office/drawing/2014/main" id="{C8B65F3F-3643-23C8-939A-CFFEDC203431}"/>
                  </a:ext>
                </a:extLst>
              </p:cNvPr>
              <p:cNvSpPr>
                <a:spLocks noEditPoints="1"/>
              </p:cNvSpPr>
              <p:nvPr/>
            </p:nvSpPr>
            <p:spPr bwMode="gray">
              <a:xfrm>
                <a:off x="3331" y="1656"/>
                <a:ext cx="232" cy="1008"/>
              </a:xfrm>
              <a:custGeom>
                <a:avLst/>
                <a:gdLst>
                  <a:gd name="T0" fmla="*/ 98 w 98"/>
                  <a:gd name="T1" fmla="*/ 46 h 427"/>
                  <a:gd name="T2" fmla="*/ 48 w 98"/>
                  <a:gd name="T3" fmla="*/ 92 h 427"/>
                  <a:gd name="T4" fmla="*/ 0 w 98"/>
                  <a:gd name="T5" fmla="*/ 46 h 427"/>
                  <a:gd name="T6" fmla="*/ 49 w 98"/>
                  <a:gd name="T7" fmla="*/ 0 h 427"/>
                  <a:gd name="T8" fmla="*/ 98 w 98"/>
                  <a:gd name="T9" fmla="*/ 46 h 427"/>
                  <a:gd name="T10" fmla="*/ 2 w 98"/>
                  <a:gd name="T11" fmla="*/ 427 h 427"/>
                  <a:gd name="T12" fmla="*/ 2 w 98"/>
                  <a:gd name="T13" fmla="*/ 129 h 427"/>
                  <a:gd name="T14" fmla="*/ 95 w 98"/>
                  <a:gd name="T15" fmla="*/ 129 h 427"/>
                  <a:gd name="T16" fmla="*/ 95 w 98"/>
                  <a:gd name="T17" fmla="*/ 427 h 427"/>
                  <a:gd name="T18" fmla="*/ 2 w 98"/>
                  <a:gd name="T19" fmla="*/ 427 h 4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427">
                    <a:moveTo>
                      <a:pt x="98" y="46"/>
                    </a:moveTo>
                    <a:cubicBezTo>
                      <a:pt x="98" y="72"/>
                      <a:pt x="79" y="92"/>
                      <a:pt x="48" y="92"/>
                    </a:cubicBezTo>
                    <a:cubicBezTo>
                      <a:pt x="18" y="92"/>
                      <a:pt x="0" y="72"/>
                      <a:pt x="0" y="46"/>
                    </a:cubicBezTo>
                    <a:cubicBezTo>
                      <a:pt x="0" y="20"/>
                      <a:pt x="19" y="0"/>
                      <a:pt x="49" y="0"/>
                    </a:cubicBezTo>
                    <a:cubicBezTo>
                      <a:pt x="79" y="0"/>
                      <a:pt x="97" y="20"/>
                      <a:pt x="98" y="46"/>
                    </a:cubicBezTo>
                    <a:close/>
                    <a:moveTo>
                      <a:pt x="2" y="427"/>
                    </a:moveTo>
                    <a:cubicBezTo>
                      <a:pt x="2" y="129"/>
                      <a:pt x="2" y="129"/>
                      <a:pt x="2" y="129"/>
                    </a:cubicBezTo>
                    <a:cubicBezTo>
                      <a:pt x="95" y="129"/>
                      <a:pt x="95" y="129"/>
                      <a:pt x="95" y="129"/>
                    </a:cubicBezTo>
                    <a:cubicBezTo>
                      <a:pt x="95" y="427"/>
                      <a:pt x="95" y="427"/>
                      <a:pt x="95" y="427"/>
                    </a:cubicBezTo>
                    <a:lnTo>
                      <a:pt x="2" y="4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Microsoft Sans Serif" panose="020B0604020202020204" pitchFamily="34" charset="0"/>
                  <a:ea typeface="+mn-ea"/>
                  <a:cs typeface="+mn-cs"/>
                </a:endParaRPr>
              </a:p>
            </p:txBody>
          </p:sp>
          <p:sp>
            <p:nvSpPr>
              <p:cNvPr id="34" name="Freeform 7">
                <a:extLst>
                  <a:ext uri="{FF2B5EF4-FFF2-40B4-BE49-F238E27FC236}">
                    <a16:creationId xmlns:a16="http://schemas.microsoft.com/office/drawing/2014/main" id="{9A36BC85-9A15-8F8B-C0A9-0CFC53B9D398}"/>
                  </a:ext>
                </a:extLst>
              </p:cNvPr>
              <p:cNvSpPr>
                <a:spLocks/>
              </p:cNvSpPr>
              <p:nvPr/>
            </p:nvSpPr>
            <p:spPr bwMode="gray">
              <a:xfrm>
                <a:off x="3681" y="1944"/>
                <a:ext cx="670" cy="720"/>
              </a:xfrm>
              <a:custGeom>
                <a:avLst/>
                <a:gdLst>
                  <a:gd name="T0" fmla="*/ 2 w 284"/>
                  <a:gd name="T1" fmla="*/ 102 h 305"/>
                  <a:gd name="T2" fmla="*/ 0 w 284"/>
                  <a:gd name="T3" fmla="*/ 7 h 305"/>
                  <a:gd name="T4" fmla="*/ 80 w 284"/>
                  <a:gd name="T5" fmla="*/ 7 h 305"/>
                  <a:gd name="T6" fmla="*/ 84 w 284"/>
                  <a:gd name="T7" fmla="*/ 48 h 305"/>
                  <a:gd name="T8" fmla="*/ 86 w 284"/>
                  <a:gd name="T9" fmla="*/ 48 h 305"/>
                  <a:gd name="T10" fmla="*/ 178 w 284"/>
                  <a:gd name="T11" fmla="*/ 0 h 305"/>
                  <a:gd name="T12" fmla="*/ 284 w 284"/>
                  <a:gd name="T13" fmla="*/ 129 h 305"/>
                  <a:gd name="T14" fmla="*/ 284 w 284"/>
                  <a:gd name="T15" fmla="*/ 305 h 305"/>
                  <a:gd name="T16" fmla="*/ 192 w 284"/>
                  <a:gd name="T17" fmla="*/ 305 h 305"/>
                  <a:gd name="T18" fmla="*/ 192 w 284"/>
                  <a:gd name="T19" fmla="*/ 140 h 305"/>
                  <a:gd name="T20" fmla="*/ 145 w 284"/>
                  <a:gd name="T21" fmla="*/ 75 h 305"/>
                  <a:gd name="T22" fmla="*/ 98 w 284"/>
                  <a:gd name="T23" fmla="*/ 110 h 305"/>
                  <a:gd name="T24" fmla="*/ 94 w 284"/>
                  <a:gd name="T25" fmla="*/ 133 h 305"/>
                  <a:gd name="T26" fmla="*/ 94 w 284"/>
                  <a:gd name="T27" fmla="*/ 305 h 305"/>
                  <a:gd name="T28" fmla="*/ 2 w 284"/>
                  <a:gd name="T29" fmla="*/ 305 h 305"/>
                  <a:gd name="T30" fmla="*/ 2 w 284"/>
                  <a:gd name="T31" fmla="*/ 10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4" h="305">
                    <a:moveTo>
                      <a:pt x="2" y="102"/>
                    </a:moveTo>
                    <a:cubicBezTo>
                      <a:pt x="2" y="65"/>
                      <a:pt x="1" y="34"/>
                      <a:pt x="0" y="7"/>
                    </a:cubicBezTo>
                    <a:cubicBezTo>
                      <a:pt x="80" y="7"/>
                      <a:pt x="80" y="7"/>
                      <a:pt x="80" y="7"/>
                    </a:cubicBezTo>
                    <a:cubicBezTo>
                      <a:pt x="84" y="48"/>
                      <a:pt x="84" y="48"/>
                      <a:pt x="84" y="48"/>
                    </a:cubicBezTo>
                    <a:cubicBezTo>
                      <a:pt x="86" y="48"/>
                      <a:pt x="86" y="48"/>
                      <a:pt x="86" y="48"/>
                    </a:cubicBezTo>
                    <a:cubicBezTo>
                      <a:pt x="98" y="29"/>
                      <a:pt x="128" y="0"/>
                      <a:pt x="178" y="0"/>
                    </a:cubicBezTo>
                    <a:cubicBezTo>
                      <a:pt x="239" y="0"/>
                      <a:pt x="284" y="41"/>
                      <a:pt x="284" y="129"/>
                    </a:cubicBezTo>
                    <a:cubicBezTo>
                      <a:pt x="284" y="305"/>
                      <a:pt x="284" y="305"/>
                      <a:pt x="284" y="305"/>
                    </a:cubicBezTo>
                    <a:cubicBezTo>
                      <a:pt x="192" y="305"/>
                      <a:pt x="192" y="305"/>
                      <a:pt x="192" y="305"/>
                    </a:cubicBezTo>
                    <a:cubicBezTo>
                      <a:pt x="192" y="140"/>
                      <a:pt x="192" y="140"/>
                      <a:pt x="192" y="140"/>
                    </a:cubicBezTo>
                    <a:cubicBezTo>
                      <a:pt x="192" y="101"/>
                      <a:pt x="178" y="75"/>
                      <a:pt x="145" y="75"/>
                    </a:cubicBezTo>
                    <a:cubicBezTo>
                      <a:pt x="119" y="75"/>
                      <a:pt x="104" y="93"/>
                      <a:pt x="98" y="110"/>
                    </a:cubicBezTo>
                    <a:cubicBezTo>
                      <a:pt x="95" y="116"/>
                      <a:pt x="94" y="124"/>
                      <a:pt x="94" y="133"/>
                    </a:cubicBezTo>
                    <a:cubicBezTo>
                      <a:pt x="94" y="305"/>
                      <a:pt x="94" y="305"/>
                      <a:pt x="94" y="305"/>
                    </a:cubicBezTo>
                    <a:cubicBezTo>
                      <a:pt x="2" y="305"/>
                      <a:pt x="2" y="305"/>
                      <a:pt x="2" y="305"/>
                    </a:cubicBezTo>
                    <a:lnTo>
                      <a:pt x="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Microsoft Sans Serif" panose="020B0604020202020204" pitchFamily="34" charset="0"/>
                  <a:ea typeface="+mn-ea"/>
                  <a:cs typeface="+mn-cs"/>
                </a:endParaRPr>
              </a:p>
            </p:txBody>
          </p:sp>
        </p:grpSp>
        <p:grpSp>
          <p:nvGrpSpPr>
            <p:cNvPr id="27" name="Group 4">
              <a:extLst>
                <a:ext uri="{FF2B5EF4-FFF2-40B4-BE49-F238E27FC236}">
                  <a16:creationId xmlns:a16="http://schemas.microsoft.com/office/drawing/2014/main" id="{04476DB9-9A8B-9A53-594B-AA02AE22E7E2}"/>
                </a:ext>
              </a:extLst>
            </p:cNvPr>
            <p:cNvGrpSpPr>
              <a:grpSpLocks noChangeAspect="1"/>
            </p:cNvGrpSpPr>
            <p:nvPr/>
          </p:nvGrpSpPr>
          <p:grpSpPr bwMode="auto">
            <a:xfrm>
              <a:off x="2877851" y="4081836"/>
              <a:ext cx="136034" cy="136150"/>
              <a:chOff x="2653" y="972"/>
              <a:chExt cx="2372" cy="2374"/>
            </a:xfrm>
            <a:grpFill/>
          </p:grpSpPr>
          <p:sp>
            <p:nvSpPr>
              <p:cNvPr id="30" name="Freeform 5">
                <a:extLst>
                  <a:ext uri="{FF2B5EF4-FFF2-40B4-BE49-F238E27FC236}">
                    <a16:creationId xmlns:a16="http://schemas.microsoft.com/office/drawing/2014/main" id="{DC5FEC81-F12C-C503-0399-FF0ECAB731F6}"/>
                  </a:ext>
                </a:extLst>
              </p:cNvPr>
              <p:cNvSpPr>
                <a:spLocks noEditPoints="1"/>
              </p:cNvSpPr>
              <p:nvPr userDrawn="1"/>
            </p:nvSpPr>
            <p:spPr bwMode="auto">
              <a:xfrm>
                <a:off x="2653" y="972"/>
                <a:ext cx="2372" cy="23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1" name="Freeform 6">
                <a:extLst>
                  <a:ext uri="{FF2B5EF4-FFF2-40B4-BE49-F238E27FC236}">
                    <a16:creationId xmlns:a16="http://schemas.microsoft.com/office/drawing/2014/main" id="{51B6A364-AE35-B8CB-DB38-51CB7ABA1320}"/>
                  </a:ext>
                </a:extLst>
              </p:cNvPr>
              <p:cNvSpPr>
                <a:spLocks noEditPoints="1"/>
              </p:cNvSpPr>
              <p:nvPr userDrawn="1"/>
            </p:nvSpPr>
            <p:spPr bwMode="auto">
              <a:xfrm>
                <a:off x="3231" y="1550"/>
                <a:ext cx="1216" cy="1218"/>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2" name="Oval 7">
                <a:extLst>
                  <a:ext uri="{FF2B5EF4-FFF2-40B4-BE49-F238E27FC236}">
                    <a16:creationId xmlns:a16="http://schemas.microsoft.com/office/drawing/2014/main" id="{DC4144AE-5CAB-E0C0-F8E3-CEB18CFE6B5D}"/>
                  </a:ext>
                </a:extLst>
              </p:cNvPr>
              <p:cNvSpPr>
                <a:spLocks noChangeArrowheads="1"/>
              </p:cNvSpPr>
              <p:nvPr userDrawn="1"/>
            </p:nvSpPr>
            <p:spPr bwMode="auto">
              <a:xfrm>
                <a:off x="4329" y="1383"/>
                <a:ext cx="285" cy="28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pic>
          <p:nvPicPr>
            <p:cNvPr id="28" name="Graphic 27">
              <a:extLst>
                <a:ext uri="{FF2B5EF4-FFF2-40B4-BE49-F238E27FC236}">
                  <a16:creationId xmlns:a16="http://schemas.microsoft.com/office/drawing/2014/main" id="{F2026A78-00BA-BE50-00A6-3FD889B1F17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77853" y="4081331"/>
              <a:ext cx="198712" cy="137160"/>
            </a:xfrm>
            <a:prstGeom prst="rect">
              <a:avLst/>
            </a:prstGeom>
          </p:spPr>
        </p:pic>
        <p:pic>
          <p:nvPicPr>
            <p:cNvPr id="29" name="Graphic 28">
              <a:extLst>
                <a:ext uri="{FF2B5EF4-FFF2-40B4-BE49-F238E27FC236}">
                  <a16:creationId xmlns:a16="http://schemas.microsoft.com/office/drawing/2014/main" id="{44BB85A7-9F56-8BFD-2982-1D196CA5C6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0535" y="4081331"/>
              <a:ext cx="137968" cy="137160"/>
            </a:xfrm>
            <a:prstGeom prst="rect">
              <a:avLst/>
            </a:prstGeom>
          </p:spPr>
        </p:pic>
      </p:grpSp>
      <p:sp>
        <p:nvSpPr>
          <p:cNvPr id="2" name="Rechteck 1" descr="{&quot;templafy&quot;:{&quot;id&quot;:&quot;1da2eb8f-acd2-4177-a83e-475f140d7a6d&quot;}}">
            <a:extLst>
              <a:ext uri="{FF2B5EF4-FFF2-40B4-BE49-F238E27FC236}">
                <a16:creationId xmlns:a16="http://schemas.microsoft.com/office/drawing/2014/main" id="{525A72DD-62E3-8ED7-182D-E89C9ADB7B4E}"/>
              </a:ext>
            </a:extLst>
          </p:cNvPr>
          <p:cNvSpPr/>
          <p:nvPr userDrawn="1"/>
        </p:nvSpPr>
        <p:spPr>
          <a:xfrm>
            <a:off x="835067" y="6534000"/>
            <a:ext cx="4970797"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96000"/>
              </a:lnSpc>
            </a:pPr>
            <a:r>
              <a:rPr lang="en-GB" sz="800">
                <a:solidFill>
                  <a:schemeClr val="accent2">
                    <a:lumMod val="40000"/>
                    <a:lumOff val="60000"/>
                  </a:schemeClr>
                </a:solidFill>
                <a:latin typeface="Microsoft Sans Serif"/>
                <a:cs typeface="Microsoft Sans Serif" panose="020B0604020202020204" pitchFamily="34" charset="0"/>
              </a:rPr>
              <a:t>Confidential - Qualcomm Technologies, Inc. and/or its affiliated companies - May Contain Trade Secrets</a:t>
            </a:r>
          </a:p>
        </p:txBody>
      </p:sp>
      <p:sp>
        <p:nvSpPr>
          <p:cNvPr id="3" name="Rechteck 2" descr="{&quot;templafy&quot;:{&quot;id&quot;:&quot;e49563de-f429-4952-b77a-d63c2d8f2d8b&quot;}}">
            <a:extLst>
              <a:ext uri="{FF2B5EF4-FFF2-40B4-BE49-F238E27FC236}">
                <a16:creationId xmlns:a16="http://schemas.microsoft.com/office/drawing/2014/main" id="{67037B76-2E25-2589-9A0C-E829981B215A}"/>
              </a:ext>
            </a:extLst>
          </p:cNvPr>
          <p:cNvSpPr/>
          <p:nvPr userDrawn="1"/>
        </p:nvSpPr>
        <p:spPr>
          <a:xfrm>
            <a:off x="4311587" y="5149207"/>
            <a:ext cx="3524400" cy="1202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mn-ea"/>
                <a:cs typeface="+mn-cs"/>
              </a:rPr>
              <a:t>All data and information contained in or disclosed by this document is confidential and proprietary information of Qualcomm Technologies, Inc. and/or its affiliated companies and all rights therein are expressly reserved. By accepting this material the recipient agrees that this material and the information contained therein will not be used, copied, reproduced in whole or in part, nor its contents revealed in any manner to others without the express written permission of Qualcomm Technologies, Inc. Nothing in these materials is an offer to sell any of the components or devices referenced herein.
© Qualcomm Technologies, Inc. and/or its affiliated companies. All Rights Reserved.</a:t>
            </a:r>
          </a:p>
        </p:txBody>
      </p:sp>
      <p:sp>
        <p:nvSpPr>
          <p:cNvPr id="4" name="Rechteck 3" descr="{&quot;templafy&quot;:{&quot;id&quot;:&quot;1ac9f439-78a8-428a-b092-f9565bcea6a6&quot;}}">
            <a:extLst>
              <a:ext uri="{FF2B5EF4-FFF2-40B4-BE49-F238E27FC236}">
                <a16:creationId xmlns:a16="http://schemas.microsoft.com/office/drawing/2014/main" id="{64F04969-E790-0809-F4BE-DF688D0AD6CC}"/>
              </a:ext>
            </a:extLst>
          </p:cNvPr>
          <p:cNvSpPr/>
          <p:nvPr userDrawn="1"/>
        </p:nvSpPr>
        <p:spPr>
          <a:xfrm>
            <a:off x="8116822" y="5149207"/>
            <a:ext cx="3376800" cy="12815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mn-ea"/>
                <a:cs typeface="+mn-cs"/>
              </a:rPr>
              <a:t>References in this presentation to “Qualcomm” may mean Qualcomm Incorporated, Qualcomm Technologies, Inc., and/or other subsidiaries or business units within 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Snapdragon and Qualcomm branded products are products of Qualcomm Technologies, Inc. and/or its subsidiaries. Qualcomm patented technologies are licensed by Qualcomm Incorporated. </a:t>
            </a:r>
          </a:p>
        </p:txBody>
      </p:sp>
      <p:sp>
        <p:nvSpPr>
          <p:cNvPr id="5" name="Rechteck 4" descr="{&quot;templafy&quot;:{&quot;id&quot;:&quot;de9d29dd-60ae-4a31-ade6-6a0339f71e33&quot;}}" hidden="1">
            <a:extLst>
              <a:ext uri="{FF2B5EF4-FFF2-40B4-BE49-F238E27FC236}">
                <a16:creationId xmlns:a16="http://schemas.microsoft.com/office/drawing/2014/main" id="{89738F57-5423-F3C2-8054-BDA1AB7377AC}"/>
              </a:ext>
            </a:extLst>
          </p:cNvPr>
          <p:cNvSpPr/>
          <p:nvPr userDrawn="1"/>
        </p:nvSpPr>
        <p:spPr>
          <a:xfrm>
            <a:off x="4313238" y="5149207"/>
            <a:ext cx="3456000" cy="1202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mn-ea"/>
                <a:cs typeface="+mn-cs"/>
              </a:rPr>
              <a:t>Nothing in these materials is an offer to sell any of the components or devices referenced herein.
© Qualcomm Technologies, Inc. and/or its affiliated companies. All Rights Reserved.
Qualcomm [[[insert trademarks here]]] is a trademark or registered trademark of Qualcomm Incorporated. Other products and brand names may be trademarks or registered trademarks of their respective owners.</a:t>
            </a:r>
          </a:p>
        </p:txBody>
      </p:sp>
      <p:sp>
        <p:nvSpPr>
          <p:cNvPr id="6" name="Rechteck 5" descr="{&quot;templafy&quot;:{&quot;id&quot;:&quot;d8eabdef-fdad-4fdd-9601-512ba1d6cb64&quot;}}" hidden="1">
            <a:extLst>
              <a:ext uri="{FF2B5EF4-FFF2-40B4-BE49-F238E27FC236}">
                <a16:creationId xmlns:a16="http://schemas.microsoft.com/office/drawing/2014/main" id="{BC8F0E99-E480-1992-AD48-E3DC4E3CD126}"/>
              </a:ext>
            </a:extLst>
          </p:cNvPr>
          <p:cNvSpPr/>
          <p:nvPr userDrawn="1"/>
        </p:nvSpPr>
        <p:spPr>
          <a:xfrm>
            <a:off x="8118474" y="5148000"/>
            <a:ext cx="3376840" cy="128152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700" b="0" i="0" u="none" strike="noStrike" kern="1200" cap="none" spc="0" normalizeH="0" baseline="0" noProof="0">
                <a:ln>
                  <a:noFill/>
                </a:ln>
                <a:solidFill>
                  <a:schemeClr val="bg1"/>
                </a:solidFill>
                <a:effectLst/>
                <a:uLnTx/>
                <a:uFillTx/>
                <a:latin typeface="+mn-lt"/>
                <a:ea typeface="+mn-ea"/>
                <a:cs typeface="+mn-cs"/>
              </a:rPr>
              <a:t>References in this presentation to “Qualcomm” may mean Qualcomm Incorporated, Qualcomm Technologies, Inc., and/or other subsidiaries or business units within the Qualcomm corporate structure, as applicable. Qualcomm Incorporated includes our licensing business, QTL, and the vast majority of our patent portfolio. Qualcomm Technologies, Inc., a subsidiary of Qualcomm Incorporated, operates, along with its subsidiaries, substantially all of our engineering, research and development functions, and substantially all of our products and services businesses, including our QCT semiconductor business.
Snapdragon and Qualcomm branded products are products of Qualcomm Technologies, Inc. and/or its subsidiaries. Qualcomm patented technologies are licensed by Qualcomm Incorporated. </a:t>
            </a:r>
          </a:p>
        </p:txBody>
      </p:sp>
      <p:sp>
        <p:nvSpPr>
          <p:cNvPr id="8" name="Arrow: Down 7" descr="{&quot;templafy&quot;:{&quot;id&quot;:&quot;6ebed4b9-e78c-49ae-8a56-c0d6779de5d4&quot;}}" hidden="1">
            <a:extLst>
              <a:ext uri="{FF2B5EF4-FFF2-40B4-BE49-F238E27FC236}">
                <a16:creationId xmlns:a16="http://schemas.microsoft.com/office/drawing/2014/main" id="{DD042DCE-FF85-179A-5409-4B497F0F6387}"/>
              </a:ext>
            </a:extLst>
          </p:cNvPr>
          <p:cNvSpPr/>
          <p:nvPr userDrawn="1"/>
        </p:nvSpPr>
        <p:spPr>
          <a:xfrm>
            <a:off x="3927013" y="2489757"/>
            <a:ext cx="3524400" cy="2545164"/>
          </a:xfrm>
          <a:prstGeom prst="downArrow">
            <a:avLst>
              <a:gd name="adj1" fmla="val 50000"/>
              <a:gd name="adj2" fmla="val 48833"/>
            </a:avLst>
          </a:prstGeom>
          <a:solidFill>
            <a:srgbClr val="E7132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E71324"/>
                </a:solidFill>
              </a:rPr>
              <a:t>True</a:t>
            </a:r>
          </a:p>
        </p:txBody>
      </p:sp>
      <p:sp>
        <p:nvSpPr>
          <p:cNvPr id="10" name="TextBox 9" descr="{&quot;templafy&quot;:{&quot;id&quot;:&quot;0d65ad3a-b70e-4554-95b2-36e2ac88c82e&quot;}}" hidden="1">
            <a:extLst>
              <a:ext uri="{FF2B5EF4-FFF2-40B4-BE49-F238E27FC236}">
                <a16:creationId xmlns:a16="http://schemas.microsoft.com/office/drawing/2014/main" id="{D1EA3587-81F3-9A0F-FF62-249FD82C7C66}"/>
              </a:ext>
            </a:extLst>
          </p:cNvPr>
          <p:cNvSpPr txBox="1"/>
          <p:nvPr userDrawn="1"/>
        </p:nvSpPr>
        <p:spPr>
          <a:xfrm>
            <a:off x="4809003" y="2536613"/>
            <a:ext cx="1724627" cy="1938992"/>
          </a:xfrm>
          <a:prstGeom prst="rect">
            <a:avLst/>
          </a:prstGeom>
          <a:noFill/>
        </p:spPr>
        <p:txBody>
          <a:bodyPr wrap="square" rtlCol="0">
            <a:spAutoFit/>
          </a:bodyPr>
          <a:lstStyle/>
          <a:p>
            <a:pPr algn="ctr"/>
            <a:r>
              <a:rPr lang="en-US" sz="1200" kern="1200">
                <a:solidFill>
                  <a:schemeClr val="bg1"/>
                </a:solidFill>
                <a:latin typeface="Microsoft Sans Serif (Body)"/>
                <a:ea typeface="+mn-ea"/>
                <a:cs typeface="+mn-cs"/>
              </a:rPr>
              <a:t>ACTION REQUIRED  IN MASTERSLIDE:  Insert trademark names referenced in this deck. For specific trademark attribution information visit  http://go/TM.  
(Please delete this arrow block)</a:t>
            </a:r>
          </a:p>
        </p:txBody>
      </p:sp>
    </p:spTree>
    <p:extLst>
      <p:ext uri="{BB962C8B-B14F-4D97-AF65-F5344CB8AC3E}">
        <p14:creationId xmlns:p14="http://schemas.microsoft.com/office/powerpoint/2010/main" val="1043230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1_Fifty Fifty Blue">
    <p:spTree>
      <p:nvGrpSpPr>
        <p:cNvPr id="1" name=""/>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04152D91-17AA-41AE-AB21-FD3D3CE368DF}"/>
              </a:ext>
            </a:extLst>
          </p:cNvPr>
          <p:cNvSpPr/>
          <p:nvPr userDrawn="1"/>
        </p:nvSpPr>
        <p:spPr bwMode="gray">
          <a:xfrm>
            <a:off x="6093390" y="-159655"/>
            <a:ext cx="6272784" cy="6519672"/>
          </a:xfrm>
          <a:prstGeom prst="roundRect">
            <a:avLst>
              <a:gd name="adj" fmla="val 1350"/>
            </a:avLst>
          </a:prstGeom>
          <a:solidFill>
            <a:schemeClr val="accent1"/>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2" name="Text Placeholder 28">
            <a:extLst>
              <a:ext uri="{FF2B5EF4-FFF2-40B4-BE49-F238E27FC236}">
                <a16:creationId xmlns:a16="http://schemas.microsoft.com/office/drawing/2014/main" id="{31A6D88C-0B61-5E4A-A163-4E28BEBD2723}"/>
              </a:ext>
            </a:extLst>
          </p:cNvPr>
          <p:cNvSpPr>
            <a:spLocks noGrp="1"/>
          </p:cNvSpPr>
          <p:nvPr>
            <p:ph type="body" sz="quarter" idx="13"/>
          </p:nvPr>
        </p:nvSpPr>
        <p:spPr bwMode="gray">
          <a:xfrm>
            <a:off x="6583680" y="651302"/>
            <a:ext cx="5111496" cy="353302"/>
          </a:xfrm>
          <a:prstGeom prst="rect">
            <a:avLst/>
          </a:prstGeom>
        </p:spPr>
        <p:txBody>
          <a:bodyPr anchor="b">
            <a:spAutoFit/>
          </a:bodyPr>
          <a:lstStyle>
            <a:lvl1pPr marL="0" indent="0">
              <a:lnSpc>
                <a:spcPct val="82000"/>
              </a:lnSpc>
              <a:buNone/>
              <a:defRPr sz="2800">
                <a:solidFill>
                  <a:schemeClr val="bg1"/>
                </a:solidFill>
              </a:defRPr>
            </a:lvl1pPr>
            <a:lvl2pPr marL="0" indent="0">
              <a:buNone/>
              <a:defRPr sz="3400">
                <a:solidFill>
                  <a:schemeClr val="bg1"/>
                </a:solidFill>
              </a:defRPr>
            </a:lvl2pPr>
            <a:lvl3pPr marL="0" indent="0">
              <a:buNone/>
              <a:defRPr sz="3400">
                <a:solidFill>
                  <a:schemeClr val="bg1"/>
                </a:solidFill>
              </a:defRPr>
            </a:lvl3pPr>
            <a:lvl4pPr marL="0" indent="0">
              <a:buNone/>
              <a:defRPr sz="3400">
                <a:solidFill>
                  <a:schemeClr val="bg1"/>
                </a:solidFill>
              </a:defRPr>
            </a:lvl4pPr>
            <a:lvl5pPr marL="0" indent="0">
              <a:buNone/>
              <a:defRPr sz="3400">
                <a:solidFill>
                  <a:schemeClr val="bg1"/>
                </a:solidFill>
              </a:defRPr>
            </a:lvl5pPr>
          </a:lstStyle>
          <a:p>
            <a:pPr lvl="0"/>
            <a:r>
              <a:rPr lang="en-US"/>
              <a:t>Click to edit Master text styles</a:t>
            </a:r>
          </a:p>
        </p:txBody>
      </p:sp>
      <p:sp>
        <p:nvSpPr>
          <p:cNvPr id="43" name="Text Placeholder 30">
            <a:extLst>
              <a:ext uri="{FF2B5EF4-FFF2-40B4-BE49-F238E27FC236}">
                <a16:creationId xmlns:a16="http://schemas.microsoft.com/office/drawing/2014/main" id="{BA05B7BD-2711-B14D-9AAD-E3A34AECC05D}"/>
              </a:ext>
            </a:extLst>
          </p:cNvPr>
          <p:cNvSpPr>
            <a:spLocks noGrp="1"/>
          </p:cNvSpPr>
          <p:nvPr>
            <p:ph type="body" sz="quarter" idx="14"/>
          </p:nvPr>
        </p:nvSpPr>
        <p:spPr bwMode="gray">
          <a:xfrm>
            <a:off x="6583680" y="1088136"/>
            <a:ext cx="5111496" cy="236347"/>
          </a:xfrm>
          <a:prstGeom prst="rect">
            <a:avLst/>
          </a:prstGeom>
        </p:spPr>
        <p:txBody>
          <a:bodyPr>
            <a:spAutoFit/>
          </a:bodyPr>
          <a:lstStyle>
            <a:lvl1pPr marL="0" indent="0">
              <a:lnSpc>
                <a:spcPct val="96000"/>
              </a:lnSpc>
              <a:spcBef>
                <a:spcPts val="900"/>
              </a:spcBef>
              <a:buNone/>
              <a:defRPr sz="1600">
                <a:solidFill>
                  <a:schemeClr val="bg1"/>
                </a:solidFill>
              </a:defRPr>
            </a:lvl1pPr>
            <a:lvl2pPr marL="0" indent="0">
              <a:buNone/>
              <a:defRPr sz="2400">
                <a:solidFill>
                  <a:schemeClr val="bg1"/>
                </a:solidFill>
              </a:defRPr>
            </a:lvl2pPr>
            <a:lvl3pPr marL="0" indent="0">
              <a:buNone/>
              <a:defRPr sz="2400">
                <a:solidFill>
                  <a:schemeClr val="bg1"/>
                </a:solidFill>
              </a:defRPr>
            </a:lvl3pPr>
            <a:lvl4pPr marL="0" indent="0">
              <a:buNone/>
              <a:defRPr sz="2400">
                <a:solidFill>
                  <a:schemeClr val="bg1"/>
                </a:solidFill>
              </a:defRPr>
            </a:lvl4pPr>
            <a:lvl5pPr marL="0" indent="0">
              <a:buNone/>
              <a:defRPr sz="2400">
                <a:solidFill>
                  <a:schemeClr val="bg1"/>
                </a:solidFill>
              </a:defRPr>
            </a:lvl5pPr>
          </a:lstStyle>
          <a:p>
            <a:pPr lvl="0"/>
            <a:r>
              <a:rPr lang="en-US"/>
              <a:t>Click to edit Master text styles</a:t>
            </a:r>
          </a:p>
        </p:txBody>
      </p:sp>
      <p:sp>
        <p:nvSpPr>
          <p:cNvPr id="45" name="Footer Placeholder 2">
            <a:extLst>
              <a:ext uri="{FF2B5EF4-FFF2-40B4-BE49-F238E27FC236}">
                <a16:creationId xmlns:a16="http://schemas.microsoft.com/office/drawing/2014/main" id="{A98BC9DF-C552-D942-AEEA-E0F79D3C68A5}"/>
              </a:ext>
            </a:extLst>
          </p:cNvPr>
          <p:cNvSpPr>
            <a:spLocks noGrp="1"/>
          </p:cNvSpPr>
          <p:nvPr>
            <p:ph type="ftr" sz="quarter" idx="16"/>
          </p:nvPr>
        </p:nvSpPr>
        <p:spPr>
          <a:xfrm>
            <a:off x="495299" y="6532895"/>
            <a:ext cx="5111496" cy="118174"/>
          </a:xfrm>
        </p:spPr>
        <p:txBody>
          <a:bodyPr/>
          <a:lstStyle>
            <a:lvl1pPr defTabSz="685800">
              <a:lnSpc>
                <a:spcPct val="96000"/>
              </a:lnSpc>
              <a:spcBef>
                <a:spcPts val="0"/>
              </a:spcBef>
              <a:buClr>
                <a:srgbClr val="3253DC"/>
              </a:buClr>
              <a:buFont typeface="Arial" panose="020B0604020202020204" pitchFamily="34" charset="0"/>
              <a:buNone/>
              <a:defRPr>
                <a:solidFill>
                  <a:schemeClr val="accent5">
                    <a:lumMod val="60000"/>
                    <a:lumOff val="40000"/>
                  </a:schemeClr>
                </a:solidFill>
              </a:defRPr>
            </a:lvl1pPr>
          </a:lstStyle>
          <a:p>
            <a:endParaRPr lang="en-US"/>
          </a:p>
        </p:txBody>
      </p:sp>
      <p:sp>
        <p:nvSpPr>
          <p:cNvPr id="46" name="Title 2">
            <a:extLst>
              <a:ext uri="{FF2B5EF4-FFF2-40B4-BE49-F238E27FC236}">
                <a16:creationId xmlns:a16="http://schemas.microsoft.com/office/drawing/2014/main" id="{1130FC52-F31F-7544-851A-A9FB6D342CAE}"/>
              </a:ext>
            </a:extLst>
          </p:cNvPr>
          <p:cNvSpPr>
            <a:spLocks noGrp="1"/>
          </p:cNvSpPr>
          <p:nvPr>
            <p:ph type="title"/>
          </p:nvPr>
        </p:nvSpPr>
        <p:spPr>
          <a:xfrm>
            <a:off x="495300" y="146549"/>
            <a:ext cx="5111495" cy="858055"/>
          </a:xfrm>
        </p:spPr>
        <p:txBody>
          <a:bodyPr>
            <a:spAutoFit/>
          </a:bodyPr>
          <a:lstStyle/>
          <a:p>
            <a:r>
              <a:rPr lang="en-US"/>
              <a:t>Click to edit Master title style</a:t>
            </a:r>
          </a:p>
        </p:txBody>
      </p:sp>
      <p:sp>
        <p:nvSpPr>
          <p:cNvPr id="47" name="Content Placeholder 4">
            <a:extLst>
              <a:ext uri="{FF2B5EF4-FFF2-40B4-BE49-F238E27FC236}">
                <a16:creationId xmlns:a16="http://schemas.microsoft.com/office/drawing/2014/main" id="{B5E7483F-960A-C445-85E2-B0C91B781B85}"/>
              </a:ext>
            </a:extLst>
          </p:cNvPr>
          <p:cNvSpPr>
            <a:spLocks noGrp="1"/>
          </p:cNvSpPr>
          <p:nvPr>
            <p:ph sz="quarter" idx="17"/>
          </p:nvPr>
        </p:nvSpPr>
        <p:spPr>
          <a:xfrm>
            <a:off x="495300" y="1719072"/>
            <a:ext cx="5111495" cy="44515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Subtitle">
            <a:extLst>
              <a:ext uri="{FF2B5EF4-FFF2-40B4-BE49-F238E27FC236}">
                <a16:creationId xmlns:a16="http://schemas.microsoft.com/office/drawing/2014/main" id="{E17041E4-15FE-6842-9C64-29DEE41F2BE1}"/>
              </a:ext>
            </a:extLst>
          </p:cNvPr>
          <p:cNvSpPr>
            <a:spLocks noGrp="1"/>
          </p:cNvSpPr>
          <p:nvPr>
            <p:ph type="subTitle" idx="1"/>
          </p:nvPr>
        </p:nvSpPr>
        <p:spPr>
          <a:xfrm>
            <a:off x="494189" y="1088136"/>
            <a:ext cx="5111495" cy="236347"/>
          </a:xfrm>
          <a:prstGeom prst="rect">
            <a:avLst/>
          </a:prstGeom>
        </p:spPr>
        <p:txBody>
          <a:bodyPr wrap="square">
            <a:spAutoFit/>
          </a:bodyPr>
          <a:lstStyle>
            <a:lvl1pPr marL="0" indent="0" algn="l">
              <a:lnSpc>
                <a:spcPct val="96000"/>
              </a:lnSpc>
              <a:spcBef>
                <a:spcPts val="900"/>
              </a:spcBef>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4" name="Text Placeholder 5">
            <a:extLst>
              <a:ext uri="{FF2B5EF4-FFF2-40B4-BE49-F238E27FC236}">
                <a16:creationId xmlns:a16="http://schemas.microsoft.com/office/drawing/2014/main" id="{15C1667E-9CBE-4949-928C-EF05922920B1}"/>
              </a:ext>
            </a:extLst>
          </p:cNvPr>
          <p:cNvSpPr>
            <a:spLocks noGrp="1"/>
          </p:cNvSpPr>
          <p:nvPr>
            <p:ph type="body" sz="quarter" idx="15"/>
          </p:nvPr>
        </p:nvSpPr>
        <p:spPr bwMode="gray">
          <a:xfrm>
            <a:off x="6583680" y="1719073"/>
            <a:ext cx="5111496" cy="4270248"/>
          </a:xfrm>
          <a:prstGeom prst="rect">
            <a:avLst/>
          </a:prstGeo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9" name="Text Placeholder 30">
            <a:extLst>
              <a:ext uri="{FF2B5EF4-FFF2-40B4-BE49-F238E27FC236}">
                <a16:creationId xmlns:a16="http://schemas.microsoft.com/office/drawing/2014/main" id="{3EE211B0-5301-314E-A546-F5240C27BD6A}"/>
              </a:ext>
            </a:extLst>
          </p:cNvPr>
          <p:cNvSpPr>
            <a:spLocks noGrp="1"/>
          </p:cNvSpPr>
          <p:nvPr>
            <p:ph type="body" sz="quarter" idx="18" hasCustomPrompt="1"/>
          </p:nvPr>
        </p:nvSpPr>
        <p:spPr bwMode="gray">
          <a:xfrm>
            <a:off x="6583680" y="6085070"/>
            <a:ext cx="5111496" cy="118174"/>
          </a:xfrm>
          <a:prstGeom prst="rect">
            <a:avLst/>
          </a:prstGeom>
        </p:spPr>
        <p:txBody>
          <a:bodyPr wrap="square">
            <a:spAutoFit/>
          </a:bodyPr>
          <a:lstStyle>
            <a:lvl1pPr marL="0" indent="0">
              <a:lnSpc>
                <a:spcPct val="96000"/>
              </a:lnSpc>
              <a:spcBef>
                <a:spcPts val="0"/>
              </a:spcBef>
              <a:spcAft>
                <a:spcPts val="225"/>
              </a:spcAft>
              <a:buNone/>
              <a:defRPr sz="800">
                <a:solidFill>
                  <a:schemeClr val="accent2">
                    <a:lumMod val="40000"/>
                    <a:lumOff val="60000"/>
                  </a:schemeClr>
                </a:solidFill>
              </a:defRPr>
            </a:lvl1pPr>
            <a:lvl2pPr marL="0" indent="0">
              <a:buNone/>
              <a:defRPr sz="2400">
                <a:solidFill>
                  <a:schemeClr val="bg1"/>
                </a:solidFill>
              </a:defRPr>
            </a:lvl2pPr>
            <a:lvl3pPr marL="0" indent="0">
              <a:buNone/>
              <a:defRPr sz="2400">
                <a:solidFill>
                  <a:schemeClr val="bg1"/>
                </a:solidFill>
              </a:defRPr>
            </a:lvl3pPr>
            <a:lvl4pPr marL="0" indent="0">
              <a:buNone/>
              <a:defRPr sz="2400">
                <a:solidFill>
                  <a:schemeClr val="bg1"/>
                </a:solidFill>
              </a:defRPr>
            </a:lvl4pPr>
            <a:lvl5pPr marL="0" indent="0">
              <a:buNone/>
              <a:defRPr sz="2400">
                <a:solidFill>
                  <a:schemeClr val="bg1"/>
                </a:solidFill>
              </a:defRPr>
            </a:lvl5pPr>
          </a:lstStyle>
          <a:p>
            <a:pPr lvl="0"/>
            <a:r>
              <a:rPr lang="en-US"/>
              <a:t>Source sample text</a:t>
            </a:r>
          </a:p>
        </p:txBody>
      </p:sp>
    </p:spTree>
    <p:extLst>
      <p:ext uri="{BB962C8B-B14F-4D97-AF65-F5344CB8AC3E}">
        <p14:creationId xmlns:p14="http://schemas.microsoft.com/office/powerpoint/2010/main" val="2534254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userDrawn="1">
  <p:cSld name="1_Segue Blue">
    <p:spTree>
      <p:nvGrpSpPr>
        <p:cNvPr id="1" name=""/>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C48B92C6-8BAB-46BE-82E1-29A041E97FB8}"/>
              </a:ext>
            </a:extLst>
          </p:cNvPr>
          <p:cNvSpPr/>
          <p:nvPr userDrawn="1"/>
        </p:nvSpPr>
        <p:spPr bwMode="white">
          <a:xfrm>
            <a:off x="-171450" y="-152401"/>
            <a:ext cx="10904538" cy="6516131"/>
          </a:xfrm>
          <a:prstGeom prst="roundRect">
            <a:avLst>
              <a:gd name="adj" fmla="val 1263"/>
            </a:avLst>
          </a:prstGeom>
          <a:solidFill>
            <a:schemeClr val="accent1"/>
          </a:solidFill>
          <a:ln w="10795" cap="flat" cmpd="sng" algn="ctr">
            <a:noFill/>
            <a:prstDash val="solid"/>
          </a:ln>
          <a:effectLst>
            <a:innerShdw blurRad="63500" dist="50800" dir="18900000">
              <a:prstClr val="black">
                <a:alpha val="50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kern="0" noProof="0">
              <a:solidFill>
                <a:prstClr val="white"/>
              </a:solidFill>
            </a:endParaRPr>
          </a:p>
        </p:txBody>
      </p:sp>
      <p:sp>
        <p:nvSpPr>
          <p:cNvPr id="31" name="Title 1">
            <a:extLst>
              <a:ext uri="{FF2B5EF4-FFF2-40B4-BE49-F238E27FC236}">
                <a16:creationId xmlns:a16="http://schemas.microsoft.com/office/drawing/2014/main" id="{93EDA90E-CAE4-B04E-BBDA-181C0E0E04D5}"/>
              </a:ext>
            </a:extLst>
          </p:cNvPr>
          <p:cNvSpPr>
            <a:spLocks noGrp="1"/>
          </p:cNvSpPr>
          <p:nvPr>
            <p:ph type="title"/>
          </p:nvPr>
        </p:nvSpPr>
        <p:spPr>
          <a:xfrm>
            <a:off x="495298" y="3593167"/>
            <a:ext cx="8829675" cy="722955"/>
          </a:xfrm>
        </p:spPr>
        <p:txBody>
          <a:bodyPr wrap="square">
            <a:spAutoFit/>
          </a:bodyPr>
          <a:lstStyle>
            <a:lvl1pPr>
              <a:lnSpc>
                <a:spcPct val="87000"/>
              </a:lnSpc>
              <a:defRPr sz="5400">
                <a:solidFill>
                  <a:schemeClr val="bg1"/>
                </a:solidFill>
              </a:defRPr>
            </a:lvl1pPr>
          </a:lstStyle>
          <a:p>
            <a:r>
              <a:rPr lang="en-US"/>
              <a:t>Click to edit Master title style</a:t>
            </a:r>
          </a:p>
        </p:txBody>
      </p:sp>
      <p:sp>
        <p:nvSpPr>
          <p:cNvPr id="32" name="Subtitle">
            <a:extLst>
              <a:ext uri="{FF2B5EF4-FFF2-40B4-BE49-F238E27FC236}">
                <a16:creationId xmlns:a16="http://schemas.microsoft.com/office/drawing/2014/main" id="{12BC0725-E8C3-0C43-AD45-92349F42DC34}"/>
              </a:ext>
            </a:extLst>
          </p:cNvPr>
          <p:cNvSpPr>
            <a:spLocks noGrp="1"/>
          </p:cNvSpPr>
          <p:nvPr>
            <p:ph type="subTitle" idx="1"/>
          </p:nvPr>
        </p:nvSpPr>
        <p:spPr bwMode="black">
          <a:xfrm>
            <a:off x="494189" y="4525630"/>
            <a:ext cx="8831404" cy="914400"/>
          </a:xfrm>
          <a:prstGeom prst="rect">
            <a:avLst/>
          </a:prstGeom>
        </p:spPr>
        <p:txBody>
          <a:bodyPr/>
          <a:lstStyle>
            <a:lvl1pPr marL="0" indent="0" algn="l">
              <a:lnSpc>
                <a:spcPct val="96000"/>
              </a:lnSpc>
              <a:spcBef>
                <a:spcPts val="1200"/>
              </a:spcBef>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Box 5">
            <a:extLst>
              <a:ext uri="{FF2B5EF4-FFF2-40B4-BE49-F238E27FC236}">
                <a16:creationId xmlns:a16="http://schemas.microsoft.com/office/drawing/2014/main" id="{A61116F4-BD7A-EC36-6183-633ACC7CF35E}"/>
              </a:ext>
            </a:extLst>
          </p:cNvPr>
          <p:cNvSpPr txBox="1"/>
          <p:nvPr userDrawn="1"/>
        </p:nvSpPr>
        <p:spPr>
          <a:xfrm>
            <a:off x="6576059" y="6534114"/>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a:solidFill>
                  <a:schemeClr val="accent5">
                    <a:lumMod val="60000"/>
                    <a:lumOff val="4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3660305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1" i="0">
                <a:solidFill>
                  <a:srgbClr val="585858"/>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39923577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18" name="TextBox 17"/>
          <p:cNvSpPr txBox="1"/>
          <p:nvPr userDrawn="1"/>
        </p:nvSpPr>
        <p:spPr>
          <a:xfrm>
            <a:off x="4089627" y="2601413"/>
            <a:ext cx="6093795" cy="815431"/>
          </a:xfrm>
          <a:prstGeom prst="rect">
            <a:avLst/>
          </a:prstGeom>
          <a:noFill/>
        </p:spPr>
        <p:txBody>
          <a:bodyPr wrap="square" lIns="117927" tIns="58963" rIns="117927" bIns="58963" rtlCol="0">
            <a:spAutoFit/>
          </a:bodyPr>
          <a:lstStyle/>
          <a:p>
            <a:pPr algn="ctr" defTabSz="884508"/>
            <a:r>
              <a:rPr lang="en-US" sz="4353" b="1">
                <a:solidFill>
                  <a:prstClr val="white"/>
                </a:solidFill>
                <a:latin typeface="Gill Sans MT" panose="020B0502020104020203" pitchFamily="34" charset="0"/>
              </a:rPr>
              <a:t>Thank You</a:t>
            </a:r>
          </a:p>
        </p:txBody>
      </p:sp>
    </p:spTree>
    <p:extLst>
      <p:ext uri="{BB962C8B-B14F-4D97-AF65-F5344CB8AC3E}">
        <p14:creationId xmlns:p14="http://schemas.microsoft.com/office/powerpoint/2010/main" val="314861908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685334A-F6C1-E9D1-B983-598E10181DC3}"/>
              </a:ext>
            </a:extLst>
          </p:cNvPr>
          <p:cNvSpPr>
            <a:spLocks noGrp="1"/>
          </p:cNvSpPr>
          <p:nvPr>
            <p:ph type="title"/>
          </p:nvPr>
        </p:nvSpPr>
        <p:spPr/>
        <p:txBody>
          <a:bodyPr/>
          <a:lstStyle>
            <a:lvl1pPr>
              <a:defRPr>
                <a:solidFill>
                  <a:schemeClr val="tx1">
                    <a:lumMod val="75000"/>
                    <a:lumOff val="25000"/>
                  </a:schemeClr>
                </a:solidFill>
              </a:defRPr>
            </a:lvl1pPr>
          </a:lstStyle>
          <a:p>
            <a:r>
              <a:rPr lang="en-GB"/>
              <a:t>Click to edit Master title style</a:t>
            </a:r>
            <a:endParaRPr lang="en-US"/>
          </a:p>
        </p:txBody>
      </p:sp>
    </p:spTree>
    <p:extLst>
      <p:ext uri="{BB962C8B-B14F-4D97-AF65-F5344CB8AC3E}">
        <p14:creationId xmlns:p14="http://schemas.microsoft.com/office/powerpoint/2010/main" val="130752201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_Shelf Blue">
    <p:spTree>
      <p:nvGrpSpPr>
        <p:cNvPr id="1" name=""/>
        <p:cNvGrpSpPr/>
        <p:nvPr/>
      </p:nvGrpSpPr>
      <p:grpSpPr>
        <a:xfrm>
          <a:off x="0" y="0"/>
          <a:ext cx="0" cy="0"/>
          <a:chOff x="0" y="0"/>
          <a:chExt cx="0" cy="0"/>
        </a:xfrm>
      </p:grpSpPr>
      <p:sp>
        <p:nvSpPr>
          <p:cNvPr id="56" name="Rectangle: Rounded Corners 55">
            <a:extLst>
              <a:ext uri="{FF2B5EF4-FFF2-40B4-BE49-F238E27FC236}">
                <a16:creationId xmlns:a16="http://schemas.microsoft.com/office/drawing/2014/main" id="{9C54434D-FA64-4658-9BFD-21AB34B4189F}"/>
              </a:ext>
            </a:extLst>
          </p:cNvPr>
          <p:cNvSpPr/>
          <p:nvPr userDrawn="1"/>
        </p:nvSpPr>
        <p:spPr bwMode="gray">
          <a:xfrm>
            <a:off x="481013" y="5312740"/>
            <a:ext cx="11856130" cy="1697660"/>
          </a:xfrm>
          <a:prstGeom prst="roundRect">
            <a:avLst>
              <a:gd name="adj" fmla="val 4848"/>
            </a:avLst>
          </a:prstGeom>
          <a:solidFill>
            <a:schemeClr val="accent1"/>
          </a:solidFill>
          <a:ln w="10795" cap="flat" cmpd="sng" algn="ctr">
            <a:noFill/>
            <a:prstDash val="solid"/>
          </a:ln>
          <a:effectLst>
            <a:innerShdw blurRad="63500" dist="50800" dir="18900000">
              <a:prstClr val="black">
                <a:alpha val="50000"/>
              </a:prstClr>
            </a:inn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n-lt"/>
              <a:ea typeface="+mn-ea"/>
              <a:cs typeface="+mn-cs"/>
            </a:endParaRPr>
          </a:p>
        </p:txBody>
      </p:sp>
      <p:sp>
        <p:nvSpPr>
          <p:cNvPr id="11" name="Footer Placeholder 4">
            <a:extLst>
              <a:ext uri="{FF2B5EF4-FFF2-40B4-BE49-F238E27FC236}">
                <a16:creationId xmlns:a16="http://schemas.microsoft.com/office/drawing/2014/main" id="{30586D9F-6A23-4598-BD43-228B7C23E261}"/>
              </a:ext>
            </a:extLst>
          </p:cNvPr>
          <p:cNvSpPr>
            <a:spLocks noGrp="1"/>
          </p:cNvSpPr>
          <p:nvPr>
            <p:ph type="ftr" sz="quarter" idx="3"/>
          </p:nvPr>
        </p:nvSpPr>
        <p:spPr>
          <a:xfrm>
            <a:off x="494189" y="5120616"/>
            <a:ext cx="6418363" cy="121636"/>
          </a:xfrm>
          <a:prstGeom prst="rect">
            <a:avLst/>
          </a:prstGeom>
        </p:spPr>
        <p:txBody>
          <a:bodyPr vert="horz" wrap="square" lIns="0" tIns="0" rIns="0" bIns="0" rtlCol="0" anchor="b">
            <a:spAutoFit/>
          </a:bodyPr>
          <a:lstStyle>
            <a:lvl1pPr algn="l">
              <a:lnSpc>
                <a:spcPct val="96000"/>
              </a:lnSpc>
              <a:defRPr sz="800">
                <a:solidFill>
                  <a:schemeClr val="accent5">
                    <a:lumMod val="60000"/>
                    <a:lumOff val="40000"/>
                  </a:schemeClr>
                </a:solidFill>
              </a:defRPr>
            </a:lvl1pPr>
          </a:lstStyle>
          <a:p>
            <a:endParaRPr lang="en-US"/>
          </a:p>
        </p:txBody>
      </p:sp>
      <p:sp>
        <p:nvSpPr>
          <p:cNvPr id="3" name="Title 2">
            <a:extLst>
              <a:ext uri="{FF2B5EF4-FFF2-40B4-BE49-F238E27FC236}">
                <a16:creationId xmlns:a16="http://schemas.microsoft.com/office/drawing/2014/main" id="{6018C051-C8ED-490A-8420-0B33C7EBC95D}"/>
              </a:ext>
            </a:extLst>
          </p:cNvPr>
          <p:cNvSpPr>
            <a:spLocks noGrp="1"/>
          </p:cNvSpPr>
          <p:nvPr>
            <p:ph type="title"/>
          </p:nvPr>
        </p:nvSpPr>
        <p:spPr/>
        <p:txBody>
          <a:bodyPr/>
          <a:lstStyle/>
          <a:p>
            <a:r>
              <a:rPr lang="en-US"/>
              <a:t>Click to edit Master title style</a:t>
            </a:r>
          </a:p>
        </p:txBody>
      </p:sp>
      <p:sp>
        <p:nvSpPr>
          <p:cNvPr id="15" name="Content Placeholder 4">
            <a:extLst>
              <a:ext uri="{FF2B5EF4-FFF2-40B4-BE49-F238E27FC236}">
                <a16:creationId xmlns:a16="http://schemas.microsoft.com/office/drawing/2014/main" id="{79BAC33F-C2B1-4F90-8D6A-FE73B82B3A96}"/>
              </a:ext>
            </a:extLst>
          </p:cNvPr>
          <p:cNvSpPr>
            <a:spLocks noGrp="1"/>
          </p:cNvSpPr>
          <p:nvPr>
            <p:ph sz="quarter" idx="14"/>
          </p:nvPr>
        </p:nvSpPr>
        <p:spPr>
          <a:xfrm>
            <a:off x="495300" y="1719072"/>
            <a:ext cx="11187112" cy="3079655"/>
          </a:xfrm>
          <a:prstGeom prst="rect">
            <a:avLst/>
          </a:prstGeom>
        </p:spPr>
        <p:txBody>
          <a:bodyPr/>
          <a:lstStyle>
            <a:lvl1pPr>
              <a:buClrTx/>
              <a:defRPr/>
            </a:lvl1pPr>
            <a:lvl2pPr>
              <a:buClrTx/>
              <a:defRPr/>
            </a:lvl2pPr>
            <a:lvl3pPr>
              <a:buClrTx/>
              <a:defRPr/>
            </a:lvl3pPr>
            <a:lvl4pPr>
              <a:buClrTx/>
              <a:defRPr/>
            </a:lvl4pPr>
            <a:lvl5pPr>
              <a:buClrTx/>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Subtitle">
            <a:extLst>
              <a:ext uri="{FF2B5EF4-FFF2-40B4-BE49-F238E27FC236}">
                <a16:creationId xmlns:a16="http://schemas.microsoft.com/office/drawing/2014/main" id="{367C7EAB-A60F-4055-BBCB-DA0E8A0A79F2}"/>
              </a:ext>
            </a:extLst>
          </p:cNvPr>
          <p:cNvSpPr>
            <a:spLocks noGrp="1"/>
          </p:cNvSpPr>
          <p:nvPr>
            <p:ph type="subTitle" idx="1"/>
          </p:nvPr>
        </p:nvSpPr>
        <p:spPr>
          <a:xfrm>
            <a:off x="494189" y="1088136"/>
            <a:ext cx="11188223" cy="236347"/>
          </a:xfrm>
          <a:prstGeom prst="rect">
            <a:avLst/>
          </a:prstGeom>
        </p:spPr>
        <p:txBody>
          <a:bodyPr>
            <a:spAutoFit/>
          </a:bodyPr>
          <a:lstStyle>
            <a:lvl1pPr marL="0" indent="0" algn="l">
              <a:lnSpc>
                <a:spcPct val="96000"/>
              </a:lnSpc>
              <a:spcBef>
                <a:spcPts val="900"/>
              </a:spcBef>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0" name="Text Placeholder 29">
            <a:extLst>
              <a:ext uri="{FF2B5EF4-FFF2-40B4-BE49-F238E27FC236}">
                <a16:creationId xmlns:a16="http://schemas.microsoft.com/office/drawing/2014/main" id="{99CF0DFE-6BBE-4459-92F2-E7476695A890}"/>
              </a:ext>
            </a:extLst>
          </p:cNvPr>
          <p:cNvSpPr>
            <a:spLocks noGrp="1"/>
          </p:cNvSpPr>
          <p:nvPr>
            <p:ph type="body" sz="quarter" idx="15"/>
          </p:nvPr>
        </p:nvSpPr>
        <p:spPr bwMode="gray">
          <a:xfrm>
            <a:off x="754743" y="5607050"/>
            <a:ext cx="10926715" cy="929054"/>
          </a:xfrm>
          <a:prstGeom prst="rect">
            <a:avLst/>
          </a:prstGeom>
        </p:spPr>
        <p:txBody>
          <a:bodyPr anchor="ctr"/>
          <a:lstStyle>
            <a:lvl1pPr marL="0" indent="0">
              <a:lnSpc>
                <a:spcPct val="89000"/>
              </a:lnSpc>
              <a:spcBef>
                <a:spcPts val="0"/>
              </a:spcBef>
              <a:spcAft>
                <a:spcPts val="1200"/>
              </a:spcAft>
              <a:buNone/>
              <a:defRPr sz="2800">
                <a:solidFill>
                  <a:schemeClr val="bg1"/>
                </a:solidFill>
              </a:defRPr>
            </a:lvl1pPr>
            <a:lvl2pPr marL="0" indent="0">
              <a:lnSpc>
                <a:spcPct val="94000"/>
              </a:lnSpc>
              <a:spcAft>
                <a:spcPts val="1200"/>
              </a:spcAft>
              <a:buNone/>
              <a:defRPr sz="2400">
                <a:solidFill>
                  <a:schemeClr val="bg1"/>
                </a:solidFill>
              </a:defRPr>
            </a:lvl2pPr>
            <a:lvl3pPr marL="0" indent="0">
              <a:lnSpc>
                <a:spcPct val="95000"/>
              </a:lnSpc>
              <a:spcAft>
                <a:spcPts val="1200"/>
              </a:spcAft>
              <a:buNone/>
              <a:defRPr sz="2100">
                <a:solidFill>
                  <a:schemeClr val="bg1"/>
                </a:solidFill>
              </a:defRPr>
            </a:lvl3pPr>
            <a:lvl4pPr marL="0" indent="0">
              <a:lnSpc>
                <a:spcPct val="98000"/>
              </a:lnSpc>
              <a:spcAft>
                <a:spcPts val="900"/>
              </a:spcAft>
              <a:buNone/>
              <a:defRPr sz="1800">
                <a:solidFill>
                  <a:schemeClr val="bg1"/>
                </a:solidFill>
              </a:defRPr>
            </a:lvl4pPr>
            <a:lvl5pPr marL="0" indent="0">
              <a:lnSpc>
                <a:spcPct val="94000"/>
              </a:lnSpc>
              <a:spcBef>
                <a:spcPts val="0"/>
              </a:spcBef>
              <a:spcAft>
                <a:spcPts val="900"/>
              </a:spcAft>
              <a:buNone/>
              <a:defRPr sz="1600">
                <a:solidFill>
                  <a:schemeClr val="bg1"/>
                </a:solidFill>
              </a:defRPr>
            </a:lvl5pPr>
          </a:lstStyle>
          <a:p>
            <a:pPr lvl="0"/>
            <a:r>
              <a:rPr lang="en-US"/>
              <a:t>Click to edit Master text styles</a:t>
            </a:r>
          </a:p>
        </p:txBody>
      </p:sp>
      <p:sp>
        <p:nvSpPr>
          <p:cNvPr id="9" name="TextBox 8">
            <a:extLst>
              <a:ext uri="{FF2B5EF4-FFF2-40B4-BE49-F238E27FC236}">
                <a16:creationId xmlns:a16="http://schemas.microsoft.com/office/drawing/2014/main" id="{34032CCB-9D02-4DA9-9379-A73762F29F44}"/>
              </a:ext>
            </a:extLst>
          </p:cNvPr>
          <p:cNvSpPr txBox="1"/>
          <p:nvPr userDrawn="1"/>
        </p:nvSpPr>
        <p:spPr>
          <a:xfrm>
            <a:off x="11329988" y="6514122"/>
            <a:ext cx="376236" cy="147476"/>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r" defTabSz="914400" rtl="0" eaLnBrk="1" latinLnBrk="0" hangingPunct="1">
              <a:lnSpc>
                <a:spcPct val="125000"/>
              </a:lnSpc>
            </a:pPr>
            <a:fld id="{B01BFD70-D99E-427C-A01B-19B2BB56A3C8}" type="slidenum">
              <a:rPr lang="en-US" sz="800" kern="1200" smtClean="0">
                <a:solidFill>
                  <a:schemeClr val="accent2">
                    <a:lumMod val="40000"/>
                    <a:lumOff val="60000"/>
                  </a:schemeClr>
                </a:solidFill>
                <a:latin typeface="+mn-lt"/>
                <a:ea typeface="+mn-ea"/>
                <a:cs typeface="+mn-cs"/>
              </a:rPr>
              <a:pPr marL="0" lvl="0" algn="r" defTabSz="914400" rtl="0" eaLnBrk="1" latinLnBrk="0" hangingPunct="1">
                <a:lnSpc>
                  <a:spcPct val="125000"/>
                </a:lnSpc>
              </a:pPr>
              <a:t>‹#›</a:t>
            </a:fld>
            <a:endParaRPr lang="en-US" sz="800" kern="1200">
              <a:solidFill>
                <a:schemeClr val="accent2">
                  <a:lumMod val="40000"/>
                  <a:lumOff val="60000"/>
                </a:schemeClr>
              </a:solidFill>
              <a:latin typeface="+mn-lt"/>
              <a:ea typeface="+mn-ea"/>
              <a:cs typeface="+mn-cs"/>
            </a:endParaRPr>
          </a:p>
        </p:txBody>
      </p:sp>
      <p:sp>
        <p:nvSpPr>
          <p:cNvPr id="10" name="TextBox 9">
            <a:extLst>
              <a:ext uri="{FF2B5EF4-FFF2-40B4-BE49-F238E27FC236}">
                <a16:creationId xmlns:a16="http://schemas.microsoft.com/office/drawing/2014/main" id="{2675B83E-0BE5-D244-AA83-CABD189E8C63}"/>
              </a:ext>
            </a:extLst>
          </p:cNvPr>
          <p:cNvSpPr txBox="1"/>
          <p:nvPr userDrawn="1"/>
        </p:nvSpPr>
        <p:spPr>
          <a:xfrm>
            <a:off x="6576059" y="6534114"/>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a:solidFill>
                  <a:schemeClr val="accent2">
                    <a:lumMod val="40000"/>
                    <a:lumOff val="60000"/>
                  </a:schemeClr>
                </a:solidFill>
              </a:rPr>
              <a:t>Confidential – Qualcomm Technologies, Inc. and/or its affiliated companies – May Contain Trade Secrets</a:t>
            </a:r>
          </a:p>
        </p:txBody>
      </p:sp>
    </p:spTree>
    <p:extLst>
      <p:ext uri="{BB962C8B-B14F-4D97-AF65-F5344CB8AC3E}">
        <p14:creationId xmlns:p14="http://schemas.microsoft.com/office/powerpoint/2010/main" val="48767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userDrawn="1">
  <p:cSld name="1_Large Circle White">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E3E28D24-6767-9C45-ABB8-DA51DF065820}"/>
              </a:ext>
            </a:extLst>
          </p:cNvPr>
          <p:cNvSpPr>
            <a:spLocks/>
          </p:cNvSpPr>
          <p:nvPr userDrawn="1"/>
        </p:nvSpPr>
        <p:spPr bwMode="ltGray">
          <a:xfrm>
            <a:off x="7517108" y="-857339"/>
            <a:ext cx="8359183" cy="8572678"/>
          </a:xfrm>
          <a:prstGeom prst="ellipse">
            <a:avLst/>
          </a:prstGeom>
          <a:solidFill>
            <a:schemeClr val="bg1"/>
          </a:solidFill>
          <a:ln w="25400" cap="flat" cmpd="sng" algn="ctr">
            <a:noFill/>
            <a:prstDash val="solid"/>
          </a:ln>
          <a:effectLst>
            <a:innerShdw blurRad="63500" dist="50800" dir="13500000">
              <a:prstClr val="black">
                <a:alpha val="50000"/>
              </a:prstClr>
            </a:innerShdw>
            <a:softEdge rad="0"/>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R="0" lvl="0" indent="0" algn="ctr" fontAlgn="auto">
              <a:lnSpc>
                <a:spcPct val="100000"/>
              </a:lnSpc>
              <a:spcBef>
                <a:spcPts val="0"/>
              </a:spcBef>
              <a:spcAft>
                <a:spcPts val="0"/>
              </a:spcAft>
              <a:buClrTx/>
              <a:buSzTx/>
              <a:buFontTx/>
              <a:buNone/>
              <a:tabLst/>
            </a:pPr>
            <a:endParaRPr kumimoji="0" lang="en-US" b="0" i="0" u="none" strike="noStrike" kern="0" cap="none" spc="0" normalizeH="0" baseline="0">
              <a:ln>
                <a:noFill/>
              </a:ln>
              <a:solidFill>
                <a:prstClr val="white"/>
              </a:solidFill>
              <a:effectLst/>
              <a:uLnTx/>
              <a:uFillTx/>
              <a:latin typeface="Microsoft Sans Serif"/>
            </a:endParaRPr>
          </a:p>
        </p:txBody>
      </p:sp>
      <p:sp>
        <p:nvSpPr>
          <p:cNvPr id="11" name="Footer Placeholder 2">
            <a:extLst>
              <a:ext uri="{FF2B5EF4-FFF2-40B4-BE49-F238E27FC236}">
                <a16:creationId xmlns:a16="http://schemas.microsoft.com/office/drawing/2014/main" id="{EA514D3A-70CE-4812-A873-E8B92AB5CE62}"/>
              </a:ext>
            </a:extLst>
          </p:cNvPr>
          <p:cNvSpPr>
            <a:spLocks noGrp="1"/>
          </p:cNvSpPr>
          <p:nvPr>
            <p:ph type="ftr" sz="quarter" idx="10"/>
          </p:nvPr>
        </p:nvSpPr>
        <p:spPr>
          <a:xfrm>
            <a:off x="495299" y="6532895"/>
            <a:ext cx="5943600" cy="118174"/>
          </a:xfrm>
        </p:spPr>
        <p:txBody>
          <a:bodyPr/>
          <a:lstStyle>
            <a:lvl1pPr defTabSz="685800">
              <a:lnSpc>
                <a:spcPct val="96000"/>
              </a:lnSpc>
              <a:spcBef>
                <a:spcPts val="0"/>
              </a:spcBef>
              <a:buClr>
                <a:srgbClr val="3253DC"/>
              </a:buClr>
              <a:buFont typeface="Arial" panose="020B0604020202020204" pitchFamily="34" charset="0"/>
              <a:buNone/>
              <a:defRPr>
                <a:solidFill>
                  <a:schemeClr val="accent6">
                    <a:lumMod val="75000"/>
                  </a:schemeClr>
                </a:solidFill>
              </a:defRPr>
            </a:lvl1pPr>
          </a:lstStyle>
          <a:p>
            <a:endParaRPr lang="en-US"/>
          </a:p>
        </p:txBody>
      </p:sp>
      <p:sp>
        <p:nvSpPr>
          <p:cNvPr id="13" name="Title 2">
            <a:extLst>
              <a:ext uri="{FF2B5EF4-FFF2-40B4-BE49-F238E27FC236}">
                <a16:creationId xmlns:a16="http://schemas.microsoft.com/office/drawing/2014/main" id="{9274620C-1F0C-B343-A2E5-A5600D2942C7}"/>
              </a:ext>
            </a:extLst>
          </p:cNvPr>
          <p:cNvSpPr>
            <a:spLocks noGrp="1"/>
          </p:cNvSpPr>
          <p:nvPr>
            <p:ph type="title"/>
          </p:nvPr>
        </p:nvSpPr>
        <p:spPr>
          <a:xfrm>
            <a:off x="495300" y="642645"/>
            <a:ext cx="6423978" cy="361959"/>
          </a:xfrm>
        </p:spPr>
        <p:txBody>
          <a:bodyPr wrap="square">
            <a:spAutoFit/>
          </a:bodyPr>
          <a:lstStyle>
            <a:lvl1pPr>
              <a:defRPr>
                <a:solidFill>
                  <a:schemeClr val="tx2"/>
                </a:solidFill>
              </a:defRPr>
            </a:lvl1pPr>
          </a:lstStyle>
          <a:p>
            <a:r>
              <a:rPr lang="en-US"/>
              <a:t>Click to edit Master title style</a:t>
            </a:r>
          </a:p>
        </p:txBody>
      </p:sp>
      <p:sp>
        <p:nvSpPr>
          <p:cNvPr id="14" name="Subtitle">
            <a:extLst>
              <a:ext uri="{FF2B5EF4-FFF2-40B4-BE49-F238E27FC236}">
                <a16:creationId xmlns:a16="http://schemas.microsoft.com/office/drawing/2014/main" id="{DB79993B-4669-3B44-8D38-0850A4815757}"/>
              </a:ext>
            </a:extLst>
          </p:cNvPr>
          <p:cNvSpPr>
            <a:spLocks noGrp="1"/>
          </p:cNvSpPr>
          <p:nvPr>
            <p:ph type="subTitle" idx="1"/>
          </p:nvPr>
        </p:nvSpPr>
        <p:spPr>
          <a:xfrm>
            <a:off x="494189" y="1088136"/>
            <a:ext cx="6425089" cy="236347"/>
          </a:xfrm>
          <a:prstGeom prst="rect">
            <a:avLst/>
          </a:prstGeom>
        </p:spPr>
        <p:txBody>
          <a:bodyPr wrap="square">
            <a:spAutoFit/>
          </a:bodyPr>
          <a:lstStyle>
            <a:lvl1pPr marL="0" indent="0" algn="l">
              <a:lnSpc>
                <a:spcPct val="96000"/>
              </a:lnSpc>
              <a:spcBef>
                <a:spcPts val="900"/>
              </a:spcBef>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Content Placeholder 4">
            <a:extLst>
              <a:ext uri="{FF2B5EF4-FFF2-40B4-BE49-F238E27FC236}">
                <a16:creationId xmlns:a16="http://schemas.microsoft.com/office/drawing/2014/main" id="{7886FD52-112E-4B46-B4D5-B3FE40596000}"/>
              </a:ext>
            </a:extLst>
          </p:cNvPr>
          <p:cNvSpPr>
            <a:spLocks noGrp="1"/>
          </p:cNvSpPr>
          <p:nvPr>
            <p:ph sz="quarter" idx="17"/>
          </p:nvPr>
        </p:nvSpPr>
        <p:spPr>
          <a:xfrm>
            <a:off x="495300" y="1719072"/>
            <a:ext cx="6425089" cy="4451541"/>
          </a:xfrm>
          <a:prstGeom prst="rect">
            <a:avLst/>
          </a:prstGeom>
        </p:spPr>
        <p:txBody>
          <a:bodyPr/>
          <a:lstStyle>
            <a:lvl1pPr>
              <a:buClrTx/>
              <a:defRPr/>
            </a:lvl1pPr>
            <a:lvl2pPr>
              <a:buClrTx/>
              <a:defRPr/>
            </a:lvl2pPr>
            <a:lvl3pPr>
              <a:buClrTx/>
              <a:defRPr/>
            </a:lvl3pPr>
            <a:lvl4pPr>
              <a:buClrTx/>
              <a:defRPr/>
            </a:lvl4pPr>
            <a:lvl5pPr>
              <a:buClrTx/>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29">
            <a:extLst>
              <a:ext uri="{FF2B5EF4-FFF2-40B4-BE49-F238E27FC236}">
                <a16:creationId xmlns:a16="http://schemas.microsoft.com/office/drawing/2014/main" id="{CF338098-9C38-5C41-9F6E-C2DB635628EC}"/>
              </a:ext>
            </a:extLst>
          </p:cNvPr>
          <p:cNvSpPr>
            <a:spLocks noGrp="1"/>
          </p:cNvSpPr>
          <p:nvPr>
            <p:ph type="body" sz="quarter" idx="15"/>
          </p:nvPr>
        </p:nvSpPr>
        <p:spPr bwMode="black">
          <a:xfrm>
            <a:off x="8471454" y="2764100"/>
            <a:ext cx="2717245" cy="1134132"/>
          </a:xfrm>
          <a:prstGeom prst="rect">
            <a:avLst/>
          </a:prstGeom>
        </p:spPr>
        <p:txBody>
          <a:bodyPr anchor="ctr"/>
          <a:lstStyle>
            <a:lvl1pPr marL="0" indent="0">
              <a:lnSpc>
                <a:spcPct val="89000"/>
              </a:lnSpc>
              <a:spcBef>
                <a:spcPts val="0"/>
              </a:spcBef>
              <a:spcAft>
                <a:spcPts val="1200"/>
              </a:spcAft>
              <a:buNone/>
              <a:defRPr sz="2800">
                <a:solidFill>
                  <a:schemeClr val="tx2"/>
                </a:solidFill>
              </a:defRPr>
            </a:lvl1pPr>
            <a:lvl2pPr marL="0" indent="0">
              <a:lnSpc>
                <a:spcPct val="94000"/>
              </a:lnSpc>
              <a:spcAft>
                <a:spcPts val="1200"/>
              </a:spcAft>
              <a:buNone/>
              <a:defRPr sz="2400">
                <a:solidFill>
                  <a:schemeClr val="bg1"/>
                </a:solidFill>
              </a:defRPr>
            </a:lvl2pPr>
            <a:lvl3pPr marL="0" indent="0">
              <a:lnSpc>
                <a:spcPct val="95000"/>
              </a:lnSpc>
              <a:spcAft>
                <a:spcPts val="1200"/>
              </a:spcAft>
              <a:buNone/>
              <a:defRPr sz="2100">
                <a:solidFill>
                  <a:schemeClr val="bg1"/>
                </a:solidFill>
              </a:defRPr>
            </a:lvl3pPr>
            <a:lvl4pPr marL="0" indent="0">
              <a:lnSpc>
                <a:spcPct val="98000"/>
              </a:lnSpc>
              <a:spcAft>
                <a:spcPts val="900"/>
              </a:spcAft>
              <a:buNone/>
              <a:defRPr sz="1800">
                <a:solidFill>
                  <a:schemeClr val="bg1"/>
                </a:solidFill>
              </a:defRPr>
            </a:lvl4pPr>
            <a:lvl5pPr marL="0" indent="0">
              <a:lnSpc>
                <a:spcPct val="94000"/>
              </a:lnSpc>
              <a:spcBef>
                <a:spcPts val="0"/>
              </a:spcBef>
              <a:spcAft>
                <a:spcPts val="900"/>
              </a:spcAft>
              <a:buNone/>
              <a:defRPr sz="1600">
                <a:solidFill>
                  <a:schemeClr val="bg1"/>
                </a:solidFill>
              </a:defRPr>
            </a:lvl5pPr>
          </a:lstStyle>
          <a:p>
            <a:pPr lvl="0"/>
            <a:r>
              <a:rPr lang="en-US"/>
              <a:t>Click to edit Master text styles</a:t>
            </a:r>
          </a:p>
        </p:txBody>
      </p:sp>
      <p:sp>
        <p:nvSpPr>
          <p:cNvPr id="2" name="Rechteck 1" descr="{&quot;templafy&quot;:{&quot;id&quot;:&quot;9d11a537-7019-44a1-806e-f47377130d3e&quot;}}" hidden="1">
            <a:extLst>
              <a:ext uri="{FF2B5EF4-FFF2-40B4-BE49-F238E27FC236}">
                <a16:creationId xmlns:a16="http://schemas.microsoft.com/office/drawing/2014/main" id="{CC9FAA19-BC03-BC11-8A92-3FD5B42F6096}"/>
              </a:ext>
            </a:extLst>
          </p:cNvPr>
          <p:cNvSpPr/>
          <p:nvPr userDrawn="1"/>
        </p:nvSpPr>
        <p:spPr>
          <a:xfrm>
            <a:off x="9426895" y="6375600"/>
            <a:ext cx="2448733"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algn="l">
              <a:lnSpc>
                <a:spcPct val="96000"/>
              </a:lnSpc>
            </a:pPr>
            <a:r>
              <a:rPr lang="en-GB" sz="800">
                <a:solidFill>
                  <a:schemeClr val="accent6">
                    <a:lumMod val="75000"/>
                  </a:schemeClr>
                </a:solidFill>
                <a:latin typeface="Microsoft Sans Serif"/>
                <a:cs typeface="Microsoft Sans Serif" panose="020B0604020202020204" pitchFamily="34" charset="0"/>
              </a:rPr>
              <a:t>Confidential - Qualcomm Technologies, Inc. and/or its affiliated companies - May Contain Trade Secrets</a:t>
            </a:r>
          </a:p>
        </p:txBody>
      </p:sp>
    </p:spTree>
    <p:extLst>
      <p:ext uri="{BB962C8B-B14F-4D97-AF65-F5344CB8AC3E}">
        <p14:creationId xmlns:p14="http://schemas.microsoft.com/office/powerpoint/2010/main" val="1704126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cSld name="1_Shelf Midnigh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569AADC-D1FA-4953-9861-AF854AF4F385}"/>
              </a:ext>
            </a:extLst>
          </p:cNvPr>
          <p:cNvGrpSpPr/>
          <p:nvPr/>
        </p:nvGrpSpPr>
        <p:grpSpPr>
          <a:xfrm>
            <a:off x="-1855" y="5312740"/>
            <a:ext cx="12195710" cy="1545260"/>
            <a:chOff x="-1855" y="5312733"/>
            <a:chExt cx="12195710" cy="1545260"/>
          </a:xfrm>
        </p:grpSpPr>
        <p:sp>
          <p:nvSpPr>
            <p:cNvPr id="56" name="Rectangle 55">
              <a:extLst>
                <a:ext uri="{FF2B5EF4-FFF2-40B4-BE49-F238E27FC236}">
                  <a16:creationId xmlns:a16="http://schemas.microsoft.com/office/drawing/2014/main" id="{9C54434D-FA64-4658-9BFD-21AB34B4189F}"/>
                </a:ext>
              </a:extLst>
            </p:cNvPr>
            <p:cNvSpPr/>
            <p:nvPr/>
          </p:nvSpPr>
          <p:spPr bwMode="gray">
            <a:xfrm>
              <a:off x="-1855" y="5312733"/>
              <a:ext cx="12195710" cy="1545260"/>
            </a:xfrm>
            <a:prstGeom prst="rect">
              <a:avLst/>
            </a:prstGeom>
            <a:solidFill>
              <a:schemeClr val="tx2"/>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entury Gothic"/>
                <a:ea typeface="+mn-ea"/>
                <a:cs typeface="+mn-cs"/>
              </a:endParaRPr>
            </a:p>
          </p:txBody>
        </p:sp>
        <p:sp>
          <p:nvSpPr>
            <p:cNvPr id="57" name="Rectangle: Single Corner Rounded 6">
              <a:extLst>
                <a:ext uri="{FF2B5EF4-FFF2-40B4-BE49-F238E27FC236}">
                  <a16:creationId xmlns:a16="http://schemas.microsoft.com/office/drawing/2014/main" id="{7EF7B60B-70B1-4165-9866-AE1B0F078114}"/>
                </a:ext>
              </a:extLst>
            </p:cNvPr>
            <p:cNvSpPr/>
            <p:nvPr/>
          </p:nvSpPr>
          <p:spPr bwMode="gray">
            <a:xfrm rot="5400000" flipH="1" flipV="1">
              <a:off x="5849113" y="-536376"/>
              <a:ext cx="493775" cy="12191993"/>
            </a:xfrm>
            <a:prstGeom prst="round1Rect">
              <a:avLst>
                <a:gd name="adj" fmla="val 0"/>
              </a:avLst>
            </a:prstGeom>
            <a:gradFill flip="none" rotWithShape="1">
              <a:gsLst>
                <a:gs pos="0">
                  <a:schemeClr val="tx2"/>
                </a:gs>
                <a:gs pos="100000">
                  <a:srgbClr val="06101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b="1">
                <a:solidFill>
                  <a:prstClr val="white"/>
                </a:solidFill>
              </a:endParaRPr>
            </a:p>
          </p:txBody>
        </p:sp>
      </p:grpSp>
      <p:sp>
        <p:nvSpPr>
          <p:cNvPr id="30" name="Text Placeholder 29">
            <a:extLst>
              <a:ext uri="{FF2B5EF4-FFF2-40B4-BE49-F238E27FC236}">
                <a16:creationId xmlns:a16="http://schemas.microsoft.com/office/drawing/2014/main" id="{99CF0DFE-6BBE-4459-92F2-E7476695A890}"/>
              </a:ext>
            </a:extLst>
          </p:cNvPr>
          <p:cNvSpPr>
            <a:spLocks noGrp="1"/>
          </p:cNvSpPr>
          <p:nvPr>
            <p:ph type="body" sz="quarter" idx="15"/>
          </p:nvPr>
        </p:nvSpPr>
        <p:spPr bwMode="gray">
          <a:xfrm>
            <a:off x="495299" y="5607050"/>
            <a:ext cx="11186159" cy="929054"/>
          </a:xfrm>
          <a:prstGeom prst="rect">
            <a:avLst/>
          </a:prstGeom>
        </p:spPr>
        <p:txBody>
          <a:bodyPr anchor="ctr"/>
          <a:lstStyle>
            <a:lvl1pPr marL="0" indent="0">
              <a:lnSpc>
                <a:spcPct val="89000"/>
              </a:lnSpc>
              <a:spcBef>
                <a:spcPts val="0"/>
              </a:spcBef>
              <a:spcAft>
                <a:spcPts val="1200"/>
              </a:spcAft>
              <a:buNone/>
              <a:defRPr sz="2800">
                <a:solidFill>
                  <a:schemeClr val="bg1"/>
                </a:solidFill>
              </a:defRPr>
            </a:lvl1pPr>
            <a:lvl2pPr marL="0" indent="0">
              <a:lnSpc>
                <a:spcPct val="94000"/>
              </a:lnSpc>
              <a:spcAft>
                <a:spcPts val="1200"/>
              </a:spcAft>
              <a:buNone/>
              <a:defRPr sz="2400">
                <a:solidFill>
                  <a:schemeClr val="bg1"/>
                </a:solidFill>
              </a:defRPr>
            </a:lvl2pPr>
            <a:lvl3pPr marL="0" indent="0">
              <a:lnSpc>
                <a:spcPct val="95000"/>
              </a:lnSpc>
              <a:spcAft>
                <a:spcPts val="1200"/>
              </a:spcAft>
              <a:buNone/>
              <a:defRPr sz="2100">
                <a:solidFill>
                  <a:schemeClr val="bg1"/>
                </a:solidFill>
              </a:defRPr>
            </a:lvl3pPr>
            <a:lvl4pPr marL="0" indent="0">
              <a:lnSpc>
                <a:spcPct val="98000"/>
              </a:lnSpc>
              <a:spcAft>
                <a:spcPts val="900"/>
              </a:spcAft>
              <a:buNone/>
              <a:defRPr sz="1800">
                <a:solidFill>
                  <a:schemeClr val="bg1"/>
                </a:solidFill>
              </a:defRPr>
            </a:lvl4pPr>
            <a:lvl5pPr marL="0" indent="0">
              <a:lnSpc>
                <a:spcPct val="94000"/>
              </a:lnSpc>
              <a:spcBef>
                <a:spcPts val="0"/>
              </a:spcBef>
              <a:spcAft>
                <a:spcPts val="900"/>
              </a:spcAft>
              <a:buNone/>
              <a:defRPr sz="1600">
                <a:solidFill>
                  <a:schemeClr val="bg1"/>
                </a:solidFill>
              </a:defRPr>
            </a:lvl5pPr>
          </a:lstStyle>
          <a:p>
            <a:pPr lvl="0"/>
            <a:r>
              <a:rPr lang="en-US"/>
              <a:t>Click to edit Master text styles</a:t>
            </a:r>
          </a:p>
        </p:txBody>
      </p:sp>
      <p:sp>
        <p:nvSpPr>
          <p:cNvPr id="12" name="TextBox 11">
            <a:extLst>
              <a:ext uri="{FF2B5EF4-FFF2-40B4-BE49-F238E27FC236}">
                <a16:creationId xmlns:a16="http://schemas.microsoft.com/office/drawing/2014/main" id="{5B138D84-381C-4F04-90C0-74D8D751D69B}"/>
              </a:ext>
            </a:extLst>
          </p:cNvPr>
          <p:cNvSpPr txBox="1"/>
          <p:nvPr/>
        </p:nvSpPr>
        <p:spPr>
          <a:xfrm>
            <a:off x="11571666" y="6513829"/>
            <a:ext cx="125034" cy="138243"/>
          </a:xfrm>
          <a:prstGeom prst="rect">
            <a:avLst/>
          </a:prstGeom>
        </p:spPr>
        <p:txBody>
          <a:bodyPr vert="horz" wrap="none" lIns="0" tIns="0" rIns="0" bIns="0" rtlCol="0" anchor="b">
            <a:spAutoFit/>
          </a:bodyPr>
          <a:lstStyle>
            <a:defPPr>
              <a:defRPr lang="en-US"/>
            </a:defPPr>
            <a:lvl1pPr>
              <a:defRPr sz="800">
                <a:solidFill>
                  <a:schemeClr val="tx1">
                    <a:tint val="75000"/>
                  </a:schemeClr>
                </a:solidFill>
              </a:defRPr>
            </a:lvl1pPr>
          </a:lstStyle>
          <a:p>
            <a:pPr marL="0" lvl="0" algn="r" defTabSz="914400" rtl="0" eaLnBrk="1" latinLnBrk="0" hangingPunct="1">
              <a:lnSpc>
                <a:spcPct val="125000"/>
              </a:lnSpc>
            </a:pPr>
            <a:fld id="{B01BFD70-D99E-427C-A01B-19B2BB56A3C8}" type="slidenum">
              <a:rPr lang="en-US" sz="800" kern="1200" smtClean="0">
                <a:solidFill>
                  <a:schemeClr val="bg1"/>
                </a:solidFill>
                <a:latin typeface="+mn-lt"/>
                <a:ea typeface="+mn-ea"/>
                <a:cs typeface="+mn-cs"/>
              </a:rPr>
              <a:pPr marL="0" lvl="0" algn="r" defTabSz="914400" rtl="0" eaLnBrk="1" latinLnBrk="0" hangingPunct="1">
                <a:lnSpc>
                  <a:spcPct val="125000"/>
                </a:lnSpc>
              </a:pPr>
              <a:t>‹#›</a:t>
            </a:fld>
            <a:endParaRPr lang="en-US" sz="800" kern="1200">
              <a:solidFill>
                <a:schemeClr val="bg1"/>
              </a:solidFill>
              <a:latin typeface="+mn-lt"/>
              <a:ea typeface="+mn-ea"/>
              <a:cs typeface="+mn-cs"/>
            </a:endParaRPr>
          </a:p>
        </p:txBody>
      </p:sp>
      <p:sp>
        <p:nvSpPr>
          <p:cNvPr id="3" name="Title 2">
            <a:extLst>
              <a:ext uri="{FF2B5EF4-FFF2-40B4-BE49-F238E27FC236}">
                <a16:creationId xmlns:a16="http://schemas.microsoft.com/office/drawing/2014/main" id="{CE07AFB8-3706-418A-9C57-68819BDA292D}"/>
              </a:ext>
            </a:extLst>
          </p:cNvPr>
          <p:cNvSpPr>
            <a:spLocks noGrp="1"/>
          </p:cNvSpPr>
          <p:nvPr>
            <p:ph type="title"/>
          </p:nvPr>
        </p:nvSpPr>
        <p:spPr/>
        <p:txBody>
          <a:bodyPr/>
          <a:lstStyle/>
          <a:p>
            <a:r>
              <a:rPr lang="en-US"/>
              <a:t>Click to edit Master title style</a:t>
            </a:r>
          </a:p>
        </p:txBody>
      </p:sp>
      <p:sp>
        <p:nvSpPr>
          <p:cNvPr id="14" name="Content Placeholder 4">
            <a:extLst>
              <a:ext uri="{FF2B5EF4-FFF2-40B4-BE49-F238E27FC236}">
                <a16:creationId xmlns:a16="http://schemas.microsoft.com/office/drawing/2014/main" id="{E9F6828D-39BF-4AE8-BBB6-8AEEC2923DA5}"/>
              </a:ext>
            </a:extLst>
          </p:cNvPr>
          <p:cNvSpPr>
            <a:spLocks noGrp="1"/>
          </p:cNvSpPr>
          <p:nvPr>
            <p:ph sz="quarter" idx="14"/>
          </p:nvPr>
        </p:nvSpPr>
        <p:spPr>
          <a:xfrm>
            <a:off x="495300" y="1719072"/>
            <a:ext cx="11187112" cy="30796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ubtitle">
            <a:extLst>
              <a:ext uri="{FF2B5EF4-FFF2-40B4-BE49-F238E27FC236}">
                <a16:creationId xmlns:a16="http://schemas.microsoft.com/office/drawing/2014/main" id="{3F36228C-E8D4-4505-84AF-8F6E66215BE6}"/>
              </a:ext>
            </a:extLst>
          </p:cNvPr>
          <p:cNvSpPr>
            <a:spLocks noGrp="1"/>
          </p:cNvSpPr>
          <p:nvPr>
            <p:ph type="subTitle" idx="1"/>
          </p:nvPr>
        </p:nvSpPr>
        <p:spPr>
          <a:xfrm>
            <a:off x="494189" y="1088136"/>
            <a:ext cx="11188223" cy="265907"/>
          </a:xfrm>
          <a:prstGeom prst="rect">
            <a:avLst/>
          </a:prstGeom>
        </p:spPr>
        <p:txBody>
          <a:bodyPr>
            <a:spAutoFit/>
          </a:bodyPr>
          <a:lstStyle>
            <a:lvl1pPr marL="0" indent="0" algn="l">
              <a:lnSpc>
                <a:spcPct val="96000"/>
              </a:lnSpc>
              <a:spcBef>
                <a:spcPts val="900"/>
              </a:spcBef>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6" name="TextBox 15">
            <a:extLst>
              <a:ext uri="{FF2B5EF4-FFF2-40B4-BE49-F238E27FC236}">
                <a16:creationId xmlns:a16="http://schemas.microsoft.com/office/drawing/2014/main" id="{AE90876F-8478-FE41-8A3D-8DC71D828818}"/>
              </a:ext>
            </a:extLst>
          </p:cNvPr>
          <p:cNvSpPr txBox="1"/>
          <p:nvPr/>
        </p:nvSpPr>
        <p:spPr>
          <a:xfrm>
            <a:off x="6915909" y="5092687"/>
            <a:ext cx="4765549" cy="116955"/>
          </a:xfrm>
          <a:prstGeom prst="rect">
            <a:avLst/>
          </a:prstGeom>
        </p:spPr>
        <p:txBody>
          <a:bodyPr vert="horz" wrap="square" lIns="0" tIns="0" rIns="0" bIns="0" rtlCol="0" anchor="b">
            <a:spAutoFit/>
          </a:bodyPr>
          <a:lstStyle>
            <a:defPPr>
              <a:defRPr lang="en-US"/>
            </a:defPPr>
            <a:lvl1pPr defTabSz="685800">
              <a:lnSpc>
                <a:spcPct val="95000"/>
              </a:lnSpc>
              <a:spcBef>
                <a:spcPts val="1200"/>
              </a:spcBef>
              <a:buClr>
                <a:srgbClr val="3253DC"/>
              </a:buClr>
              <a:buFont typeface="Arial" panose="020B0604020202020204" pitchFamily="34" charset="0"/>
              <a:buNone/>
              <a:defRPr lang="en-US" sz="800" baseline="0">
                <a:solidFill>
                  <a:schemeClr val="tx1">
                    <a:lumMod val="50000"/>
                    <a:lumOff val="50000"/>
                  </a:schemeClr>
                </a:solidFill>
              </a:defRPr>
            </a:lvl1pPr>
          </a:lstStyle>
          <a:p>
            <a:pPr lvl="0" algn="r"/>
            <a:r>
              <a:rPr lang="en-US">
                <a:solidFill>
                  <a:schemeClr val="accent6">
                    <a:lumMod val="50000"/>
                  </a:schemeClr>
                </a:solidFill>
              </a:rPr>
              <a:t>Confidential – Qualcomm Technologies, Inc. and/or its affiliated companies – May Contain Trade Secrets</a:t>
            </a:r>
          </a:p>
        </p:txBody>
      </p:sp>
      <p:sp>
        <p:nvSpPr>
          <p:cNvPr id="17" name="Footer Placeholder 2">
            <a:extLst>
              <a:ext uri="{FF2B5EF4-FFF2-40B4-BE49-F238E27FC236}">
                <a16:creationId xmlns:a16="http://schemas.microsoft.com/office/drawing/2014/main" id="{3274AEB1-9C83-1E4E-BE22-4F1095D89963}"/>
              </a:ext>
            </a:extLst>
          </p:cNvPr>
          <p:cNvSpPr>
            <a:spLocks noGrp="1"/>
          </p:cNvSpPr>
          <p:nvPr>
            <p:ph type="ftr" sz="quarter" idx="3"/>
          </p:nvPr>
        </p:nvSpPr>
        <p:spPr>
          <a:xfrm>
            <a:off x="495299" y="5090249"/>
            <a:ext cx="5954053" cy="118174"/>
          </a:xfrm>
          <a:prstGeom prst="rect">
            <a:avLst/>
          </a:prstGeom>
        </p:spPr>
        <p:txBody>
          <a:bodyPr vert="horz" wrap="square" lIns="0" tIns="0" rIns="0" bIns="0" rtlCol="0" anchor="b">
            <a:spAutoFit/>
          </a:bodyPr>
          <a:lstStyle>
            <a:lvl1pPr marL="0" algn="l" defTabSz="685800" rtl="0" eaLnBrk="1" latinLnBrk="0" hangingPunct="1">
              <a:lnSpc>
                <a:spcPct val="96000"/>
              </a:lnSpc>
              <a:spcBef>
                <a:spcPts val="0"/>
              </a:spcBef>
              <a:buClr>
                <a:srgbClr val="3253DC"/>
              </a:buClr>
              <a:buFont typeface="Arial" panose="020B0604020202020204" pitchFamily="34" charset="0"/>
              <a:buNone/>
              <a:defRPr lang="en-US" sz="800" kern="1200" baseline="0" smtClean="0">
                <a:solidFill>
                  <a:schemeClr val="accent5">
                    <a:lumMod val="60000"/>
                    <a:lumOff val="40000"/>
                  </a:schemeClr>
                </a:solidFill>
                <a:latin typeface="+mn-lt"/>
                <a:ea typeface="+mn-ea"/>
                <a:cs typeface="+mn-cs"/>
              </a:defRPr>
            </a:lvl1pPr>
          </a:lstStyle>
          <a:p>
            <a:endParaRPr lang="en-US"/>
          </a:p>
        </p:txBody>
      </p:sp>
    </p:spTree>
    <p:extLst>
      <p:ext uri="{BB962C8B-B14F-4D97-AF65-F5344CB8AC3E}">
        <p14:creationId xmlns:p14="http://schemas.microsoft.com/office/powerpoint/2010/main" val="604766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userDrawn="1">
  <p:cSld name="Title+Photo_Black">
    <p:spTree>
      <p:nvGrpSpPr>
        <p:cNvPr id="1" name=""/>
        <p:cNvGrpSpPr/>
        <p:nvPr/>
      </p:nvGrpSpPr>
      <p:grpSpPr>
        <a:xfrm>
          <a:off x="0" y="0"/>
          <a:ext cx="0" cy="0"/>
          <a:chOff x="0" y="0"/>
          <a:chExt cx="0" cy="0"/>
        </a:xfrm>
      </p:grpSpPr>
      <p:sp>
        <p:nvSpPr>
          <p:cNvPr id="38" name="Freeform 5">
            <a:extLst>
              <a:ext uri="{FF2B5EF4-FFF2-40B4-BE49-F238E27FC236}">
                <a16:creationId xmlns:a16="http://schemas.microsoft.com/office/drawing/2014/main" id="{B84DB87B-4411-D45F-596A-3F51AD07A0C2}"/>
              </a:ext>
            </a:extLst>
          </p:cNvPr>
          <p:cNvSpPr>
            <a:spLocks noChangeAspect="1" noEditPoints="1"/>
          </p:cNvSpPr>
          <p:nvPr userDrawn="1"/>
        </p:nvSpPr>
        <p:spPr bwMode="black">
          <a:xfrm>
            <a:off x="515937" y="460180"/>
            <a:ext cx="1817861" cy="333196"/>
          </a:xfrm>
          <a:custGeom>
            <a:avLst/>
            <a:gdLst>
              <a:gd name="T0" fmla="*/ 2199 w 8006"/>
              <a:gd name="T1" fmla="*/ 1222 h 1470"/>
              <a:gd name="T2" fmla="*/ 2017 w 8006"/>
              <a:gd name="T3" fmla="*/ 1223 h 1470"/>
              <a:gd name="T4" fmla="*/ 1391 w 8006"/>
              <a:gd name="T5" fmla="*/ 923 h 1470"/>
              <a:gd name="T6" fmla="*/ 1535 w 8006"/>
              <a:gd name="T7" fmla="*/ 421 h 1470"/>
              <a:gd name="T8" fmla="*/ 1792 w 8006"/>
              <a:gd name="T9" fmla="*/ 1125 h 1470"/>
              <a:gd name="T10" fmla="*/ 2056 w 8006"/>
              <a:gd name="T11" fmla="*/ 421 h 1470"/>
              <a:gd name="T12" fmla="*/ 0 w 8006"/>
              <a:gd name="T13" fmla="*/ 641 h 1470"/>
              <a:gd name="T14" fmla="*/ 881 w 8006"/>
              <a:gd name="T15" fmla="*/ 1438 h 1470"/>
              <a:gd name="T16" fmla="*/ 1071 w 8006"/>
              <a:gd name="T17" fmla="*/ 1419 h 1470"/>
              <a:gd name="T18" fmla="*/ 638 w 8006"/>
              <a:gd name="T19" fmla="*/ 0 h 1470"/>
              <a:gd name="T20" fmla="*/ 783 w 8006"/>
              <a:gd name="T21" fmla="*/ 771 h 1470"/>
              <a:gd name="T22" fmla="*/ 749 w 8006"/>
              <a:gd name="T23" fmla="*/ 1096 h 1470"/>
              <a:gd name="T24" fmla="*/ 638 w 8006"/>
              <a:gd name="T25" fmla="*/ 173 h 1470"/>
              <a:gd name="T26" fmla="*/ 7997 w 8006"/>
              <a:gd name="T27" fmla="*/ 1218 h 1470"/>
              <a:gd name="T28" fmla="*/ 7808 w 8006"/>
              <a:gd name="T29" fmla="*/ 1229 h 1470"/>
              <a:gd name="T30" fmla="*/ 7333 w 8006"/>
              <a:gd name="T31" fmla="*/ 1260 h 1470"/>
              <a:gd name="T32" fmla="*/ 6966 w 8006"/>
              <a:gd name="T33" fmla="*/ 652 h 1470"/>
              <a:gd name="T34" fmla="*/ 6597 w 8006"/>
              <a:gd name="T35" fmla="*/ 1260 h 1470"/>
              <a:gd name="T36" fmla="*/ 6118 w 8006"/>
              <a:gd name="T37" fmla="*/ 1229 h 1470"/>
              <a:gd name="T38" fmla="*/ 5924 w 8006"/>
              <a:gd name="T39" fmla="*/ 1229 h 1470"/>
              <a:gd name="T40" fmla="*/ 5448 w 8006"/>
              <a:gd name="T41" fmla="*/ 1260 h 1470"/>
              <a:gd name="T42" fmla="*/ 5600 w 8006"/>
              <a:gd name="T43" fmla="*/ 454 h 1470"/>
              <a:gd name="T44" fmla="*/ 5817 w 8006"/>
              <a:gd name="T45" fmla="*/ 454 h 1470"/>
              <a:gd name="T46" fmla="*/ 6277 w 8006"/>
              <a:gd name="T47" fmla="*/ 421 h 1470"/>
              <a:gd name="T48" fmla="*/ 6653 w 8006"/>
              <a:gd name="T49" fmla="*/ 1012 h 1470"/>
              <a:gd name="T50" fmla="*/ 7029 w 8006"/>
              <a:gd name="T51" fmla="*/ 421 h 1470"/>
              <a:gd name="T52" fmla="*/ 7488 w 8006"/>
              <a:gd name="T53" fmla="*/ 454 h 1470"/>
              <a:gd name="T54" fmla="*/ 7705 w 8006"/>
              <a:gd name="T55" fmla="*/ 454 h 1470"/>
              <a:gd name="T56" fmla="*/ 3055 w 8006"/>
              <a:gd name="T57" fmla="*/ 421 h 1470"/>
              <a:gd name="T58" fmla="*/ 2741 w 8006"/>
              <a:gd name="T59" fmla="*/ 397 h 1470"/>
              <a:gd name="T60" fmla="*/ 3015 w 8006"/>
              <a:gd name="T61" fmla="*/ 1148 h 1470"/>
              <a:gd name="T62" fmla="*/ 3159 w 8006"/>
              <a:gd name="T63" fmla="*/ 1260 h 1470"/>
              <a:gd name="T64" fmla="*/ 3159 w 8006"/>
              <a:gd name="T65" fmla="*/ 421 h 1470"/>
              <a:gd name="T66" fmla="*/ 2760 w 8006"/>
              <a:gd name="T67" fmla="*/ 568 h 1470"/>
              <a:gd name="T68" fmla="*/ 4389 w 8006"/>
              <a:gd name="T69" fmla="*/ 1141 h 1470"/>
              <a:gd name="T70" fmla="*/ 3678 w 8006"/>
              <a:gd name="T71" fmla="*/ 841 h 1470"/>
              <a:gd name="T72" fmla="*/ 4389 w 8006"/>
              <a:gd name="T73" fmla="*/ 538 h 1470"/>
              <a:gd name="T74" fmla="*/ 4117 w 8006"/>
              <a:gd name="T75" fmla="*/ 563 h 1470"/>
              <a:gd name="T76" fmla="*/ 4276 w 8006"/>
              <a:gd name="T77" fmla="*/ 1066 h 1470"/>
              <a:gd name="T78" fmla="*/ 4875 w 8006"/>
              <a:gd name="T79" fmla="*/ 398 h 1470"/>
              <a:gd name="T80" fmla="*/ 5316 w 8006"/>
              <a:gd name="T81" fmla="*/ 841 h 1470"/>
              <a:gd name="T82" fmla="*/ 4618 w 8006"/>
              <a:gd name="T83" fmla="*/ 841 h 1470"/>
              <a:gd name="T84" fmla="*/ 4875 w 8006"/>
              <a:gd name="T85" fmla="*/ 1113 h 1470"/>
              <a:gd name="T86" fmla="*/ 3559 w 8006"/>
              <a:gd name="T87" fmla="*/ 1220 h 1470"/>
              <a:gd name="T88" fmla="*/ 3377 w 8006"/>
              <a:gd name="T89" fmla="*/ 1220 h 1470"/>
              <a:gd name="T90" fmla="*/ 3520 w 8006"/>
              <a:gd name="T91" fmla="*/ 23 h 1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06" h="1470">
                <a:moveTo>
                  <a:pt x="2159" y="421"/>
                </a:moveTo>
                <a:cubicBezTo>
                  <a:pt x="2180" y="421"/>
                  <a:pt x="2199" y="438"/>
                  <a:pt x="2199" y="461"/>
                </a:cubicBezTo>
                <a:cubicBezTo>
                  <a:pt x="2199" y="1222"/>
                  <a:pt x="2199" y="1222"/>
                  <a:pt x="2199" y="1222"/>
                </a:cubicBezTo>
                <a:cubicBezTo>
                  <a:pt x="2199" y="1243"/>
                  <a:pt x="2180" y="1260"/>
                  <a:pt x="2159" y="1260"/>
                </a:cubicBezTo>
                <a:cubicBezTo>
                  <a:pt x="2056" y="1260"/>
                  <a:pt x="2056" y="1260"/>
                  <a:pt x="2056" y="1260"/>
                </a:cubicBezTo>
                <a:cubicBezTo>
                  <a:pt x="2036" y="1260"/>
                  <a:pt x="2017" y="1244"/>
                  <a:pt x="2017" y="1223"/>
                </a:cubicBezTo>
                <a:cubicBezTo>
                  <a:pt x="2017" y="1153"/>
                  <a:pt x="2017" y="1153"/>
                  <a:pt x="2017" y="1153"/>
                </a:cubicBezTo>
                <a:cubicBezTo>
                  <a:pt x="1965" y="1230"/>
                  <a:pt x="1876" y="1283"/>
                  <a:pt x="1745" y="1283"/>
                </a:cubicBezTo>
                <a:cubicBezTo>
                  <a:pt x="1526" y="1283"/>
                  <a:pt x="1391" y="1138"/>
                  <a:pt x="1391" y="923"/>
                </a:cubicBezTo>
                <a:cubicBezTo>
                  <a:pt x="1391" y="460"/>
                  <a:pt x="1391" y="460"/>
                  <a:pt x="1391" y="460"/>
                </a:cubicBezTo>
                <a:cubicBezTo>
                  <a:pt x="1391" y="438"/>
                  <a:pt x="1411" y="421"/>
                  <a:pt x="1432" y="421"/>
                </a:cubicBezTo>
                <a:cubicBezTo>
                  <a:pt x="1535" y="421"/>
                  <a:pt x="1535" y="421"/>
                  <a:pt x="1535" y="421"/>
                </a:cubicBezTo>
                <a:cubicBezTo>
                  <a:pt x="1556" y="421"/>
                  <a:pt x="1573" y="438"/>
                  <a:pt x="1573" y="460"/>
                </a:cubicBezTo>
                <a:cubicBezTo>
                  <a:pt x="1573" y="893"/>
                  <a:pt x="1573" y="893"/>
                  <a:pt x="1573" y="893"/>
                </a:cubicBezTo>
                <a:cubicBezTo>
                  <a:pt x="1573" y="1033"/>
                  <a:pt x="1647" y="1125"/>
                  <a:pt x="1792" y="1125"/>
                </a:cubicBezTo>
                <a:cubicBezTo>
                  <a:pt x="1933" y="1125"/>
                  <a:pt x="2017" y="1029"/>
                  <a:pt x="2017" y="895"/>
                </a:cubicBezTo>
                <a:cubicBezTo>
                  <a:pt x="2017" y="460"/>
                  <a:pt x="2017" y="460"/>
                  <a:pt x="2017" y="460"/>
                </a:cubicBezTo>
                <a:cubicBezTo>
                  <a:pt x="2017" y="438"/>
                  <a:pt x="2036" y="421"/>
                  <a:pt x="2056" y="421"/>
                </a:cubicBezTo>
                <a:cubicBezTo>
                  <a:pt x="2159" y="421"/>
                  <a:pt x="2159" y="421"/>
                  <a:pt x="2159" y="421"/>
                </a:cubicBezTo>
                <a:moveTo>
                  <a:pt x="638" y="0"/>
                </a:moveTo>
                <a:cubicBezTo>
                  <a:pt x="285" y="0"/>
                  <a:pt x="0" y="274"/>
                  <a:pt x="0" y="641"/>
                </a:cubicBezTo>
                <a:cubicBezTo>
                  <a:pt x="0" y="1008"/>
                  <a:pt x="285" y="1283"/>
                  <a:pt x="638" y="1283"/>
                </a:cubicBezTo>
                <a:cubicBezTo>
                  <a:pt x="698" y="1283"/>
                  <a:pt x="757" y="1275"/>
                  <a:pt x="812" y="1260"/>
                </a:cubicBezTo>
                <a:cubicBezTo>
                  <a:pt x="881" y="1438"/>
                  <a:pt x="881" y="1438"/>
                  <a:pt x="881" y="1438"/>
                </a:cubicBezTo>
                <a:cubicBezTo>
                  <a:pt x="888" y="1458"/>
                  <a:pt x="902" y="1470"/>
                  <a:pt x="928" y="1470"/>
                </a:cubicBezTo>
                <a:cubicBezTo>
                  <a:pt x="1038" y="1470"/>
                  <a:pt x="1038" y="1470"/>
                  <a:pt x="1038" y="1470"/>
                </a:cubicBezTo>
                <a:cubicBezTo>
                  <a:pt x="1064" y="1470"/>
                  <a:pt x="1084" y="1452"/>
                  <a:pt x="1071" y="1419"/>
                </a:cubicBezTo>
                <a:cubicBezTo>
                  <a:pt x="982" y="1185"/>
                  <a:pt x="982" y="1185"/>
                  <a:pt x="982" y="1185"/>
                </a:cubicBezTo>
                <a:cubicBezTo>
                  <a:pt x="1159" y="1074"/>
                  <a:pt x="1276" y="877"/>
                  <a:pt x="1276" y="641"/>
                </a:cubicBezTo>
                <a:cubicBezTo>
                  <a:pt x="1276" y="274"/>
                  <a:pt x="991" y="0"/>
                  <a:pt x="638" y="0"/>
                </a:cubicBezTo>
                <a:moveTo>
                  <a:pt x="916" y="1013"/>
                </a:moveTo>
                <a:cubicBezTo>
                  <a:pt x="835" y="804"/>
                  <a:pt x="835" y="804"/>
                  <a:pt x="835" y="804"/>
                </a:cubicBezTo>
                <a:cubicBezTo>
                  <a:pt x="828" y="786"/>
                  <a:pt x="814" y="771"/>
                  <a:pt x="783" y="771"/>
                </a:cubicBezTo>
                <a:cubicBezTo>
                  <a:pt x="678" y="771"/>
                  <a:pt x="678" y="771"/>
                  <a:pt x="678" y="771"/>
                </a:cubicBezTo>
                <a:cubicBezTo>
                  <a:pt x="652" y="771"/>
                  <a:pt x="631" y="788"/>
                  <a:pt x="643" y="821"/>
                </a:cubicBezTo>
                <a:cubicBezTo>
                  <a:pt x="749" y="1096"/>
                  <a:pt x="749" y="1096"/>
                  <a:pt x="749" y="1096"/>
                </a:cubicBezTo>
                <a:cubicBezTo>
                  <a:pt x="714" y="1105"/>
                  <a:pt x="677" y="1110"/>
                  <a:pt x="638" y="1110"/>
                </a:cubicBezTo>
                <a:cubicBezTo>
                  <a:pt x="379" y="1110"/>
                  <a:pt x="196" y="907"/>
                  <a:pt x="196" y="641"/>
                </a:cubicBezTo>
                <a:cubicBezTo>
                  <a:pt x="196" y="376"/>
                  <a:pt x="379" y="173"/>
                  <a:pt x="638" y="173"/>
                </a:cubicBezTo>
                <a:cubicBezTo>
                  <a:pt x="897" y="173"/>
                  <a:pt x="1080" y="376"/>
                  <a:pt x="1080" y="641"/>
                </a:cubicBezTo>
                <a:cubicBezTo>
                  <a:pt x="1080" y="796"/>
                  <a:pt x="1018" y="929"/>
                  <a:pt x="916" y="1013"/>
                </a:cubicBezTo>
                <a:moveTo>
                  <a:pt x="7997" y="1218"/>
                </a:moveTo>
                <a:cubicBezTo>
                  <a:pt x="8006" y="1239"/>
                  <a:pt x="7995" y="1260"/>
                  <a:pt x="7969" y="1260"/>
                </a:cubicBezTo>
                <a:cubicBezTo>
                  <a:pt x="7854" y="1260"/>
                  <a:pt x="7854" y="1260"/>
                  <a:pt x="7854" y="1260"/>
                </a:cubicBezTo>
                <a:cubicBezTo>
                  <a:pt x="7833" y="1260"/>
                  <a:pt x="7815" y="1250"/>
                  <a:pt x="7808" y="1229"/>
                </a:cubicBezTo>
                <a:cubicBezTo>
                  <a:pt x="7595" y="655"/>
                  <a:pt x="7595" y="655"/>
                  <a:pt x="7595" y="655"/>
                </a:cubicBezTo>
                <a:cubicBezTo>
                  <a:pt x="7378" y="1229"/>
                  <a:pt x="7378" y="1229"/>
                  <a:pt x="7378" y="1229"/>
                </a:cubicBezTo>
                <a:cubicBezTo>
                  <a:pt x="7369" y="1251"/>
                  <a:pt x="7354" y="1260"/>
                  <a:pt x="7333" y="1260"/>
                </a:cubicBezTo>
                <a:cubicBezTo>
                  <a:pt x="7230" y="1260"/>
                  <a:pt x="7230" y="1260"/>
                  <a:pt x="7230" y="1260"/>
                </a:cubicBezTo>
                <a:cubicBezTo>
                  <a:pt x="7209" y="1260"/>
                  <a:pt x="7193" y="1251"/>
                  <a:pt x="7184" y="1229"/>
                </a:cubicBezTo>
                <a:cubicBezTo>
                  <a:pt x="6966" y="652"/>
                  <a:pt x="6966" y="652"/>
                  <a:pt x="6966" y="652"/>
                </a:cubicBezTo>
                <a:cubicBezTo>
                  <a:pt x="6751" y="1229"/>
                  <a:pt x="6751" y="1229"/>
                  <a:pt x="6751" y="1229"/>
                </a:cubicBezTo>
                <a:cubicBezTo>
                  <a:pt x="6742" y="1250"/>
                  <a:pt x="6726" y="1260"/>
                  <a:pt x="6705" y="1260"/>
                </a:cubicBezTo>
                <a:cubicBezTo>
                  <a:pt x="6597" y="1260"/>
                  <a:pt x="6597" y="1260"/>
                  <a:pt x="6597" y="1260"/>
                </a:cubicBezTo>
                <a:cubicBezTo>
                  <a:pt x="6576" y="1260"/>
                  <a:pt x="6560" y="1250"/>
                  <a:pt x="6551" y="1229"/>
                </a:cubicBezTo>
                <a:cubicBezTo>
                  <a:pt x="6338" y="652"/>
                  <a:pt x="6338" y="652"/>
                  <a:pt x="6338" y="652"/>
                </a:cubicBezTo>
                <a:cubicBezTo>
                  <a:pt x="6118" y="1229"/>
                  <a:pt x="6118" y="1229"/>
                  <a:pt x="6118" y="1229"/>
                </a:cubicBezTo>
                <a:cubicBezTo>
                  <a:pt x="6109" y="1251"/>
                  <a:pt x="6093" y="1260"/>
                  <a:pt x="6072" y="1260"/>
                </a:cubicBezTo>
                <a:cubicBezTo>
                  <a:pt x="5969" y="1260"/>
                  <a:pt x="5969" y="1260"/>
                  <a:pt x="5969" y="1260"/>
                </a:cubicBezTo>
                <a:cubicBezTo>
                  <a:pt x="5948" y="1260"/>
                  <a:pt x="5932" y="1251"/>
                  <a:pt x="5924" y="1229"/>
                </a:cubicBezTo>
                <a:cubicBezTo>
                  <a:pt x="5709" y="652"/>
                  <a:pt x="5709" y="652"/>
                  <a:pt x="5709" y="652"/>
                </a:cubicBezTo>
                <a:cubicBezTo>
                  <a:pt x="5494" y="1229"/>
                  <a:pt x="5494" y="1229"/>
                  <a:pt x="5494" y="1229"/>
                </a:cubicBezTo>
                <a:cubicBezTo>
                  <a:pt x="5487" y="1250"/>
                  <a:pt x="5469" y="1260"/>
                  <a:pt x="5448" y="1260"/>
                </a:cubicBezTo>
                <a:cubicBezTo>
                  <a:pt x="5336" y="1260"/>
                  <a:pt x="5336" y="1260"/>
                  <a:pt x="5336" y="1260"/>
                </a:cubicBezTo>
                <a:cubicBezTo>
                  <a:pt x="5310" y="1260"/>
                  <a:pt x="5300" y="1239"/>
                  <a:pt x="5308" y="1218"/>
                </a:cubicBezTo>
                <a:cubicBezTo>
                  <a:pt x="5600" y="454"/>
                  <a:pt x="5600" y="454"/>
                  <a:pt x="5600" y="454"/>
                </a:cubicBezTo>
                <a:cubicBezTo>
                  <a:pt x="5609" y="432"/>
                  <a:pt x="5625" y="421"/>
                  <a:pt x="5646" y="421"/>
                </a:cubicBezTo>
                <a:cubicBezTo>
                  <a:pt x="5772" y="421"/>
                  <a:pt x="5772" y="421"/>
                  <a:pt x="5772" y="421"/>
                </a:cubicBezTo>
                <a:cubicBezTo>
                  <a:pt x="5793" y="421"/>
                  <a:pt x="5808" y="432"/>
                  <a:pt x="5817" y="454"/>
                </a:cubicBezTo>
                <a:cubicBezTo>
                  <a:pt x="6023" y="1012"/>
                  <a:pt x="6023" y="1012"/>
                  <a:pt x="6023" y="1012"/>
                </a:cubicBezTo>
                <a:cubicBezTo>
                  <a:pt x="6231" y="454"/>
                  <a:pt x="6231" y="454"/>
                  <a:pt x="6231" y="454"/>
                </a:cubicBezTo>
                <a:cubicBezTo>
                  <a:pt x="6240" y="432"/>
                  <a:pt x="6256" y="421"/>
                  <a:pt x="6277" y="421"/>
                </a:cubicBezTo>
                <a:cubicBezTo>
                  <a:pt x="6401" y="421"/>
                  <a:pt x="6401" y="421"/>
                  <a:pt x="6401" y="421"/>
                </a:cubicBezTo>
                <a:cubicBezTo>
                  <a:pt x="6422" y="421"/>
                  <a:pt x="6438" y="432"/>
                  <a:pt x="6446" y="454"/>
                </a:cubicBezTo>
                <a:cubicBezTo>
                  <a:pt x="6653" y="1012"/>
                  <a:pt x="6653" y="1012"/>
                  <a:pt x="6653" y="1012"/>
                </a:cubicBezTo>
                <a:cubicBezTo>
                  <a:pt x="6859" y="454"/>
                  <a:pt x="6859" y="454"/>
                  <a:pt x="6859" y="454"/>
                </a:cubicBezTo>
                <a:cubicBezTo>
                  <a:pt x="6868" y="432"/>
                  <a:pt x="6883" y="421"/>
                  <a:pt x="6904" y="421"/>
                </a:cubicBezTo>
                <a:cubicBezTo>
                  <a:pt x="7029" y="421"/>
                  <a:pt x="7029" y="421"/>
                  <a:pt x="7029" y="421"/>
                </a:cubicBezTo>
                <a:cubicBezTo>
                  <a:pt x="7049" y="421"/>
                  <a:pt x="7065" y="432"/>
                  <a:pt x="7074" y="454"/>
                </a:cubicBezTo>
                <a:cubicBezTo>
                  <a:pt x="7284" y="1012"/>
                  <a:pt x="7284" y="1012"/>
                  <a:pt x="7284" y="1012"/>
                </a:cubicBezTo>
                <a:cubicBezTo>
                  <a:pt x="7488" y="454"/>
                  <a:pt x="7488" y="454"/>
                  <a:pt x="7488" y="454"/>
                </a:cubicBezTo>
                <a:cubicBezTo>
                  <a:pt x="7497" y="432"/>
                  <a:pt x="7513" y="421"/>
                  <a:pt x="7534" y="421"/>
                </a:cubicBezTo>
                <a:cubicBezTo>
                  <a:pt x="7660" y="421"/>
                  <a:pt x="7660" y="421"/>
                  <a:pt x="7660" y="421"/>
                </a:cubicBezTo>
                <a:cubicBezTo>
                  <a:pt x="7681" y="421"/>
                  <a:pt x="7696" y="432"/>
                  <a:pt x="7705" y="454"/>
                </a:cubicBezTo>
                <a:cubicBezTo>
                  <a:pt x="7997" y="1218"/>
                  <a:pt x="7997" y="1218"/>
                  <a:pt x="7997" y="1218"/>
                </a:cubicBezTo>
                <a:moveTo>
                  <a:pt x="3159" y="421"/>
                </a:moveTo>
                <a:cubicBezTo>
                  <a:pt x="3055" y="421"/>
                  <a:pt x="3055" y="421"/>
                  <a:pt x="3055" y="421"/>
                </a:cubicBezTo>
                <a:cubicBezTo>
                  <a:pt x="3035" y="421"/>
                  <a:pt x="3015" y="438"/>
                  <a:pt x="3015" y="461"/>
                </a:cubicBezTo>
                <a:cubicBezTo>
                  <a:pt x="3015" y="531"/>
                  <a:pt x="3015" y="531"/>
                  <a:pt x="3015" y="531"/>
                </a:cubicBezTo>
                <a:cubicBezTo>
                  <a:pt x="2963" y="452"/>
                  <a:pt x="2861" y="397"/>
                  <a:pt x="2741" y="397"/>
                </a:cubicBezTo>
                <a:cubicBezTo>
                  <a:pt x="2514" y="397"/>
                  <a:pt x="2318" y="577"/>
                  <a:pt x="2318" y="839"/>
                </a:cubicBezTo>
                <a:cubicBezTo>
                  <a:pt x="2318" y="1105"/>
                  <a:pt x="2514" y="1283"/>
                  <a:pt x="2739" y="1283"/>
                </a:cubicBezTo>
                <a:cubicBezTo>
                  <a:pt x="2861" y="1283"/>
                  <a:pt x="2961" y="1227"/>
                  <a:pt x="3015" y="1148"/>
                </a:cubicBezTo>
                <a:cubicBezTo>
                  <a:pt x="3015" y="1222"/>
                  <a:pt x="3015" y="1222"/>
                  <a:pt x="3015" y="1222"/>
                </a:cubicBezTo>
                <a:cubicBezTo>
                  <a:pt x="3015" y="1243"/>
                  <a:pt x="3035" y="1260"/>
                  <a:pt x="3055" y="1260"/>
                </a:cubicBezTo>
                <a:cubicBezTo>
                  <a:pt x="3159" y="1260"/>
                  <a:pt x="3159" y="1260"/>
                  <a:pt x="3159" y="1260"/>
                </a:cubicBezTo>
                <a:cubicBezTo>
                  <a:pt x="3180" y="1260"/>
                  <a:pt x="3197" y="1243"/>
                  <a:pt x="3197" y="1222"/>
                </a:cubicBezTo>
                <a:cubicBezTo>
                  <a:pt x="3197" y="461"/>
                  <a:pt x="3197" y="461"/>
                  <a:pt x="3197" y="461"/>
                </a:cubicBezTo>
                <a:cubicBezTo>
                  <a:pt x="3197" y="438"/>
                  <a:pt x="3180" y="421"/>
                  <a:pt x="3159" y="421"/>
                </a:cubicBezTo>
                <a:moveTo>
                  <a:pt x="2760" y="1115"/>
                </a:moveTo>
                <a:cubicBezTo>
                  <a:pt x="2610" y="1115"/>
                  <a:pt x="2503" y="993"/>
                  <a:pt x="2503" y="841"/>
                </a:cubicBezTo>
                <a:cubicBezTo>
                  <a:pt x="2503" y="687"/>
                  <a:pt x="2610" y="568"/>
                  <a:pt x="2760" y="568"/>
                </a:cubicBezTo>
                <a:cubicBezTo>
                  <a:pt x="2909" y="568"/>
                  <a:pt x="3017" y="687"/>
                  <a:pt x="3017" y="841"/>
                </a:cubicBezTo>
                <a:cubicBezTo>
                  <a:pt x="3017" y="993"/>
                  <a:pt x="2909" y="1115"/>
                  <a:pt x="2760" y="1115"/>
                </a:cubicBezTo>
                <a:moveTo>
                  <a:pt x="4389" y="1141"/>
                </a:moveTo>
                <a:cubicBezTo>
                  <a:pt x="4412" y="1169"/>
                  <a:pt x="4393" y="1190"/>
                  <a:pt x="4381" y="1199"/>
                </a:cubicBezTo>
                <a:cubicBezTo>
                  <a:pt x="4309" y="1253"/>
                  <a:pt x="4214" y="1283"/>
                  <a:pt x="4111" y="1283"/>
                </a:cubicBezTo>
                <a:cubicBezTo>
                  <a:pt x="3851" y="1283"/>
                  <a:pt x="3678" y="1092"/>
                  <a:pt x="3678" y="841"/>
                </a:cubicBezTo>
                <a:cubicBezTo>
                  <a:pt x="3678" y="589"/>
                  <a:pt x="3851" y="397"/>
                  <a:pt x="4111" y="397"/>
                </a:cubicBezTo>
                <a:cubicBezTo>
                  <a:pt x="4214" y="397"/>
                  <a:pt x="4309" y="426"/>
                  <a:pt x="4381" y="480"/>
                </a:cubicBezTo>
                <a:cubicBezTo>
                  <a:pt x="4393" y="489"/>
                  <a:pt x="4410" y="508"/>
                  <a:pt x="4389" y="538"/>
                </a:cubicBezTo>
                <a:cubicBezTo>
                  <a:pt x="4340" y="606"/>
                  <a:pt x="4340" y="606"/>
                  <a:pt x="4340" y="606"/>
                </a:cubicBezTo>
                <a:cubicBezTo>
                  <a:pt x="4321" y="633"/>
                  <a:pt x="4298" y="626"/>
                  <a:pt x="4279" y="613"/>
                </a:cubicBezTo>
                <a:cubicBezTo>
                  <a:pt x="4234" y="585"/>
                  <a:pt x="4179" y="563"/>
                  <a:pt x="4117" y="563"/>
                </a:cubicBezTo>
                <a:cubicBezTo>
                  <a:pt x="3964" y="563"/>
                  <a:pt x="3863" y="685"/>
                  <a:pt x="3863" y="841"/>
                </a:cubicBezTo>
                <a:cubicBezTo>
                  <a:pt x="3863" y="996"/>
                  <a:pt x="3964" y="1117"/>
                  <a:pt x="4117" y="1117"/>
                </a:cubicBezTo>
                <a:cubicBezTo>
                  <a:pt x="4179" y="1117"/>
                  <a:pt x="4230" y="1092"/>
                  <a:pt x="4276" y="1066"/>
                </a:cubicBezTo>
                <a:cubicBezTo>
                  <a:pt x="4295" y="1056"/>
                  <a:pt x="4316" y="1047"/>
                  <a:pt x="4337" y="1075"/>
                </a:cubicBezTo>
                <a:lnTo>
                  <a:pt x="4389" y="1141"/>
                </a:lnTo>
                <a:close/>
                <a:moveTo>
                  <a:pt x="4875" y="398"/>
                </a:moveTo>
                <a:cubicBezTo>
                  <a:pt x="4630" y="398"/>
                  <a:pt x="4435" y="591"/>
                  <a:pt x="4435" y="841"/>
                </a:cubicBezTo>
                <a:cubicBezTo>
                  <a:pt x="4435" y="1092"/>
                  <a:pt x="4630" y="1283"/>
                  <a:pt x="4875" y="1283"/>
                </a:cubicBezTo>
                <a:cubicBezTo>
                  <a:pt x="5120" y="1283"/>
                  <a:pt x="5316" y="1092"/>
                  <a:pt x="5316" y="841"/>
                </a:cubicBezTo>
                <a:cubicBezTo>
                  <a:pt x="5316" y="591"/>
                  <a:pt x="5120" y="398"/>
                  <a:pt x="4875" y="398"/>
                </a:cubicBezTo>
                <a:moveTo>
                  <a:pt x="4875" y="1113"/>
                </a:moveTo>
                <a:cubicBezTo>
                  <a:pt x="4725" y="1113"/>
                  <a:pt x="4618" y="993"/>
                  <a:pt x="4618" y="841"/>
                </a:cubicBezTo>
                <a:cubicBezTo>
                  <a:pt x="4618" y="687"/>
                  <a:pt x="4725" y="568"/>
                  <a:pt x="4875" y="568"/>
                </a:cubicBezTo>
                <a:cubicBezTo>
                  <a:pt x="5026" y="568"/>
                  <a:pt x="5132" y="687"/>
                  <a:pt x="5132" y="841"/>
                </a:cubicBezTo>
                <a:cubicBezTo>
                  <a:pt x="5132" y="993"/>
                  <a:pt x="5026" y="1113"/>
                  <a:pt x="4875" y="1113"/>
                </a:cubicBezTo>
                <a:moveTo>
                  <a:pt x="3520" y="23"/>
                </a:moveTo>
                <a:cubicBezTo>
                  <a:pt x="3543" y="23"/>
                  <a:pt x="3559" y="42"/>
                  <a:pt x="3559" y="63"/>
                </a:cubicBezTo>
                <a:cubicBezTo>
                  <a:pt x="3559" y="1220"/>
                  <a:pt x="3559" y="1220"/>
                  <a:pt x="3559" y="1220"/>
                </a:cubicBezTo>
                <a:cubicBezTo>
                  <a:pt x="3559" y="1241"/>
                  <a:pt x="3543" y="1260"/>
                  <a:pt x="3520" y="1260"/>
                </a:cubicBezTo>
                <a:cubicBezTo>
                  <a:pt x="3417" y="1260"/>
                  <a:pt x="3417" y="1260"/>
                  <a:pt x="3417" y="1260"/>
                </a:cubicBezTo>
                <a:cubicBezTo>
                  <a:pt x="3396" y="1260"/>
                  <a:pt x="3377" y="1241"/>
                  <a:pt x="3377" y="1220"/>
                </a:cubicBezTo>
                <a:cubicBezTo>
                  <a:pt x="3377" y="63"/>
                  <a:pt x="3377" y="63"/>
                  <a:pt x="3377" y="63"/>
                </a:cubicBezTo>
                <a:cubicBezTo>
                  <a:pt x="3377" y="42"/>
                  <a:pt x="3396" y="23"/>
                  <a:pt x="3417" y="23"/>
                </a:cubicBezTo>
                <a:cubicBezTo>
                  <a:pt x="3520" y="23"/>
                  <a:pt x="3520" y="23"/>
                  <a:pt x="3520" y="23"/>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
        <p:nvSpPr>
          <p:cNvPr id="3" name="Title 2">
            <a:extLst>
              <a:ext uri="{FF2B5EF4-FFF2-40B4-BE49-F238E27FC236}">
                <a16:creationId xmlns:a16="http://schemas.microsoft.com/office/drawing/2014/main" id="{8B76B047-B3CB-334D-D7F4-B842FB3D8A89}"/>
              </a:ext>
            </a:extLst>
          </p:cNvPr>
          <p:cNvSpPr>
            <a:spLocks noGrp="1"/>
          </p:cNvSpPr>
          <p:nvPr>
            <p:ph type="title" hasCustomPrompt="1"/>
          </p:nvPr>
        </p:nvSpPr>
        <p:spPr bwMode="gray">
          <a:xfrm>
            <a:off x="515939" y="1628775"/>
            <a:ext cx="4787900" cy="2160588"/>
          </a:xfrm>
        </p:spPr>
        <p:txBody>
          <a:bodyPr wrap="square" anchor="b">
            <a:noAutofit/>
          </a:bodyPr>
          <a:lstStyle>
            <a:lvl1pPr marL="0" algn="l" defTabSz="914400" rtl="0" eaLnBrk="1" latinLnBrk="0" hangingPunct="1">
              <a:lnSpc>
                <a:spcPct val="80000"/>
              </a:lnSpc>
              <a:defRPr lang="en-US" sz="4800" kern="1200" spc="0" dirty="0">
                <a:solidFill>
                  <a:schemeClr val="tx1"/>
                </a:solidFill>
                <a:latin typeface="Aptos" panose="020B0004020202020204" pitchFamily="34" charset="0"/>
                <a:ea typeface="Alfabet" pitchFamily="2" charset="0"/>
                <a:cs typeface="Microsoft Sans Serif" panose="020B0604020202020204" pitchFamily="34" charset="0"/>
              </a:defRPr>
            </a:lvl1pPr>
          </a:lstStyle>
          <a:p>
            <a:r>
              <a:rPr lang="en-US" sz="4800" spc="-110">
                <a:solidFill>
                  <a:srgbClr val="FFFFFE"/>
                </a:solidFill>
                <a:ea typeface="Alfabet" pitchFamily="2" charset="0"/>
                <a:cs typeface="Microsoft Sans Serif" panose="020B0604020202020204" pitchFamily="34" charset="0"/>
              </a:rPr>
              <a:t>Presentation </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title goes here</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4 lines</a:t>
            </a:r>
            <a:br>
              <a:rPr lang="en-US" sz="4800" spc="-110">
                <a:solidFill>
                  <a:srgbClr val="FFFFFE"/>
                </a:solidFill>
                <a:ea typeface="Alfabet" pitchFamily="2" charset="0"/>
                <a:cs typeface="Microsoft Sans Serif" panose="020B0604020202020204" pitchFamily="34" charset="0"/>
              </a:rPr>
            </a:br>
            <a:r>
              <a:rPr lang="en-US" sz="4800" spc="-110">
                <a:solidFill>
                  <a:srgbClr val="FFFFFE"/>
                </a:solidFill>
                <a:ea typeface="Alfabet" pitchFamily="2" charset="0"/>
                <a:cs typeface="Microsoft Sans Serif" panose="020B0604020202020204" pitchFamily="34" charset="0"/>
              </a:rPr>
              <a:t>maximum</a:t>
            </a:r>
            <a:endParaRPr lang="en-US"/>
          </a:p>
        </p:txBody>
      </p:sp>
      <p:sp>
        <p:nvSpPr>
          <p:cNvPr id="40" name="Text Placeholder 7">
            <a:extLst>
              <a:ext uri="{FF2B5EF4-FFF2-40B4-BE49-F238E27FC236}">
                <a16:creationId xmlns:a16="http://schemas.microsoft.com/office/drawing/2014/main" id="{173B11F6-8E4D-8BF2-1D11-5EC207F243EE}"/>
              </a:ext>
            </a:extLst>
          </p:cNvPr>
          <p:cNvSpPr>
            <a:spLocks noGrp="1"/>
          </p:cNvSpPr>
          <p:nvPr>
            <p:ph type="body" sz="quarter" idx="10" hasCustomPrompt="1"/>
          </p:nvPr>
        </p:nvSpPr>
        <p:spPr bwMode="gray">
          <a:xfrm>
            <a:off x="515937" y="4080516"/>
            <a:ext cx="4787901" cy="450485"/>
          </a:xfrm>
          <a:prstGeom prst="rect">
            <a:avLst/>
          </a:prstGeom>
        </p:spPr>
        <p:txBody>
          <a:bodyPr>
            <a:noAutofit/>
          </a:bodyPr>
          <a:lstStyle>
            <a:lvl1pPr marL="457200" indent="-457200" algn="l" defTabSz="914400" rtl="0" eaLnBrk="1" latinLnBrk="0" hangingPunct="1">
              <a:lnSpc>
                <a:spcPct val="96000"/>
              </a:lnSpc>
              <a:spcBef>
                <a:spcPts val="0"/>
              </a:spcBef>
              <a:spcAft>
                <a:spcPts val="600"/>
              </a:spcAft>
              <a:buFontTx/>
              <a:buNone/>
              <a:defRPr lang="en-US" sz="2800" kern="1200" spc="-50" baseline="0" dirty="0">
                <a:solidFill>
                  <a:schemeClr val="tx1"/>
                </a:solidFill>
                <a:latin typeface="+mj-lt"/>
                <a:ea typeface="Alfabet" pitchFamily="2" charset="0"/>
                <a:cs typeface="Microsoft Sans Serif" panose="020B0604020202020204" pitchFamily="34" charset="0"/>
              </a:defRPr>
            </a:lvl1pPr>
            <a:lvl2pPr marL="0" indent="0" algn="l" defTabSz="914400" rtl="0" eaLnBrk="1" latinLnBrk="0" hangingPunct="1">
              <a:lnSpc>
                <a:spcPct val="96000"/>
              </a:lnSpc>
              <a:spcBef>
                <a:spcPts val="0"/>
              </a:spcBef>
              <a:buFont typeface="Microsoft Sans Serif" panose="020B0604020202020204" pitchFamily="34" charset="0"/>
              <a:buNone/>
              <a:defRPr lang="en-US" sz="2000" kern="1200" dirty="0">
                <a:solidFill>
                  <a:schemeClr val="tx1"/>
                </a:solidFill>
                <a:latin typeface="Aptos" panose="020B0004020202020204" pitchFamily="34" charset="0"/>
                <a:ea typeface="Alfabet" pitchFamily="2" charset="0"/>
                <a:cs typeface="Microsoft Sans Serif" panose="020B0604020202020204" pitchFamily="34" charset="0"/>
              </a:defRPr>
            </a:lvl2pPr>
            <a:lvl3pPr marL="0" indent="0">
              <a:lnSpc>
                <a:spcPct val="98000"/>
              </a:lnSpc>
              <a:spcBef>
                <a:spcPts val="0"/>
              </a:spcBef>
              <a:buFont typeface="Microsoft Sans Serif" panose="020B0604020202020204" pitchFamily="34" charset="0"/>
              <a:buChar char="​"/>
              <a:defRPr sz="1800">
                <a:solidFill>
                  <a:schemeClr val="bg1"/>
                </a:solidFill>
              </a:defRPr>
            </a:lvl3pPr>
            <a:lvl4pPr marL="0" indent="0">
              <a:lnSpc>
                <a:spcPct val="98000"/>
              </a:lnSpc>
              <a:spcBef>
                <a:spcPts val="0"/>
              </a:spcBef>
              <a:buFont typeface="Microsoft Sans Serif" panose="020B0604020202020204" pitchFamily="34" charset="0"/>
              <a:buChar char="​"/>
              <a:defRPr sz="1800" baseline="0">
                <a:solidFill>
                  <a:schemeClr val="bg1"/>
                </a:solidFill>
              </a:defRPr>
            </a:lvl4pPr>
            <a:lvl5pPr>
              <a:lnSpc>
                <a:spcPct val="98000"/>
              </a:lnSpc>
              <a:spcBef>
                <a:spcPts val="0"/>
              </a:spcBef>
              <a:defRPr sz="1800">
                <a:solidFill>
                  <a:schemeClr val="bg1"/>
                </a:solidFill>
              </a:defRPr>
            </a:lvl5pPr>
            <a:lvl6pPr>
              <a:lnSpc>
                <a:spcPct val="98000"/>
              </a:lnSpc>
              <a:spcBef>
                <a:spcPts val="0"/>
              </a:spcBef>
              <a:defRPr sz="1800">
                <a:solidFill>
                  <a:schemeClr val="bg1"/>
                </a:solidFill>
              </a:defRPr>
            </a:lvl6pPr>
            <a:lvl7pPr>
              <a:lnSpc>
                <a:spcPct val="98000"/>
              </a:lnSpc>
              <a:spcBef>
                <a:spcPts val="0"/>
              </a:spcBef>
              <a:defRPr sz="1800" baseline="0">
                <a:solidFill>
                  <a:schemeClr val="bg1"/>
                </a:solidFill>
              </a:defRPr>
            </a:lvl7pPr>
            <a:lvl8pPr>
              <a:lnSpc>
                <a:spcPct val="98000"/>
              </a:lnSpc>
              <a:spcBef>
                <a:spcPts val="0"/>
              </a:spcBef>
              <a:defRPr sz="1800" baseline="0">
                <a:solidFill>
                  <a:schemeClr val="bg1"/>
                </a:solidFill>
              </a:defRPr>
            </a:lvl8pPr>
            <a:lvl9pPr>
              <a:lnSpc>
                <a:spcPct val="98000"/>
              </a:lnSpc>
              <a:spcBef>
                <a:spcPts val="0"/>
              </a:spcBef>
              <a:defRPr sz="1800" baseline="0">
                <a:solidFill>
                  <a:schemeClr val="bg1"/>
                </a:solidFill>
              </a:defRPr>
            </a:lvl9pPr>
          </a:lstStyle>
          <a:p>
            <a:pPr marL="0" lvl="0" indent="0" algn="l" defTabSz="914400" rtl="0" eaLnBrk="1" latinLnBrk="0" hangingPunct="1">
              <a:lnSpc>
                <a:spcPct val="96000"/>
              </a:lnSpc>
              <a:spcBef>
                <a:spcPts val="0"/>
              </a:spcBef>
              <a:spcAft>
                <a:spcPts val="600"/>
              </a:spcAft>
              <a:buClrTx/>
              <a:buFont typeface="Microsoft Sans Serif" panose="020B0604020202020204" pitchFamily="34" charset="0"/>
              <a:buChar char="​"/>
            </a:pPr>
            <a:r>
              <a:rPr lang="en-US"/>
              <a:t>Speaker name</a:t>
            </a:r>
          </a:p>
        </p:txBody>
      </p:sp>
      <p:sp>
        <p:nvSpPr>
          <p:cNvPr id="39" name="Text Placeholder 22">
            <a:extLst>
              <a:ext uri="{FF2B5EF4-FFF2-40B4-BE49-F238E27FC236}">
                <a16:creationId xmlns:a16="http://schemas.microsoft.com/office/drawing/2014/main" id="{5A60325E-374C-45E8-37EC-61C29B81E2A4}"/>
              </a:ext>
            </a:extLst>
          </p:cNvPr>
          <p:cNvSpPr>
            <a:spLocks noGrp="1"/>
          </p:cNvSpPr>
          <p:nvPr>
            <p:ph type="body" sz="quarter" idx="13" hasCustomPrompt="1"/>
          </p:nvPr>
        </p:nvSpPr>
        <p:spPr>
          <a:xfrm>
            <a:off x="515939" y="4625412"/>
            <a:ext cx="4786822" cy="263149"/>
          </a:xfrm>
        </p:spPr>
        <p:txBody>
          <a:bodyPr wrap="square" anchor="t">
            <a:noAutofit/>
          </a:bodyPr>
          <a:lstStyle>
            <a:lvl1pPr marL="0" indent="0">
              <a:buNone/>
              <a:defRPr sz="1600" spc="0">
                <a:solidFill>
                  <a:schemeClr val="tx1"/>
                </a:solidFill>
              </a:defRPr>
            </a:lvl1pPr>
          </a:lstStyle>
          <a:p>
            <a:pPr lvl="0"/>
            <a:r>
              <a:rPr lang="en-US"/>
              <a:t>Date</a:t>
            </a:r>
          </a:p>
        </p:txBody>
      </p:sp>
      <p:sp>
        <p:nvSpPr>
          <p:cNvPr id="5" name="Picture Placeholder 4">
            <a:extLst>
              <a:ext uri="{FF2B5EF4-FFF2-40B4-BE49-F238E27FC236}">
                <a16:creationId xmlns:a16="http://schemas.microsoft.com/office/drawing/2014/main" id="{EC64425E-E669-2320-C453-2FA7B3C91BA2}"/>
              </a:ext>
            </a:extLst>
          </p:cNvPr>
          <p:cNvSpPr>
            <a:spLocks noGrp="1" noChangeAspect="1"/>
          </p:cNvSpPr>
          <p:nvPr>
            <p:ph type="pic" sz="quarter" idx="12" hasCustomPrompt="1"/>
          </p:nvPr>
        </p:nvSpPr>
        <p:spPr>
          <a:xfrm>
            <a:off x="6448428" y="0"/>
            <a:ext cx="5743572" cy="6858000"/>
          </a:xfrm>
          <a:custGeom>
            <a:avLst/>
            <a:gdLst>
              <a:gd name="connsiteX0" fmla="*/ 1678722 w 5743572"/>
              <a:gd name="connsiteY0" fmla="*/ 0 h 6858000"/>
              <a:gd name="connsiteX1" fmla="*/ 5743572 w 5743572"/>
              <a:gd name="connsiteY1" fmla="*/ 0 h 6858000"/>
              <a:gd name="connsiteX2" fmla="*/ 5743572 w 5743572"/>
              <a:gd name="connsiteY2" fmla="*/ 6858000 h 6858000"/>
              <a:gd name="connsiteX3" fmla="*/ 1672152 w 5743572"/>
              <a:gd name="connsiteY3" fmla="*/ 6858000 h 6858000"/>
              <a:gd name="connsiteX4" fmla="*/ 1582239 w 5743572"/>
              <a:gd name="connsiteY4" fmla="*/ 6787328 h 6858000"/>
              <a:gd name="connsiteX5" fmla="*/ 0 w 5743572"/>
              <a:gd name="connsiteY5" fmla="*/ 3431582 h 6858000"/>
              <a:gd name="connsiteX6" fmla="*/ 1582239 w 5743572"/>
              <a:gd name="connsiteY6" fmla="*/ 758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3572" h="6858000">
                <a:moveTo>
                  <a:pt x="1678722" y="0"/>
                </a:moveTo>
                <a:lnTo>
                  <a:pt x="5743572" y="0"/>
                </a:lnTo>
                <a:lnTo>
                  <a:pt x="5743572" y="6858000"/>
                </a:lnTo>
                <a:lnTo>
                  <a:pt x="1672152" y="6858000"/>
                </a:lnTo>
                <a:lnTo>
                  <a:pt x="1582239" y="6787328"/>
                </a:lnTo>
                <a:cubicBezTo>
                  <a:pt x="615926" y="5989694"/>
                  <a:pt x="0" y="4782581"/>
                  <a:pt x="0" y="3431582"/>
                </a:cubicBezTo>
                <a:cubicBezTo>
                  <a:pt x="0" y="2080583"/>
                  <a:pt x="615926" y="873471"/>
                  <a:pt x="1582239" y="75837"/>
                </a:cubicBezTo>
                <a:close/>
              </a:path>
            </a:pathLst>
          </a:custGeom>
          <a:noFill/>
        </p:spPr>
        <p:txBody>
          <a:bodyPr wrap="square" lIns="360000" rIns="0" bIns="1440000" anchor="ctr">
            <a:noAutofit/>
          </a:bodyPr>
          <a:lstStyle>
            <a:lvl1pPr marL="0" indent="0" algn="l" defTabSz="914400" rtl="0" eaLnBrk="1" latinLnBrk="0" hangingPunct="1">
              <a:lnSpc>
                <a:spcPct val="95000"/>
              </a:lnSpc>
              <a:spcBef>
                <a:spcPts val="900"/>
              </a:spcBef>
              <a:spcAft>
                <a:spcPts val="300"/>
              </a:spcAft>
              <a:buClrTx/>
              <a:buFont typeface="Arial" panose="020B0604020202020204" pitchFamily="34" charset="0"/>
              <a:buNone/>
              <a:defRPr lang="en-US" sz="2800" kern="1200" baseline="0" dirty="0">
                <a:solidFill>
                  <a:schemeClr val="tx2"/>
                </a:solidFill>
                <a:latin typeface="+mj-lt"/>
                <a:ea typeface="+mn-ea"/>
                <a:cs typeface="+mn-cs"/>
              </a:defRPr>
            </a:lvl1pPr>
          </a:lstStyle>
          <a:p>
            <a:r>
              <a:rPr lang="en-US"/>
              <a:t>Click the icon to insert photo</a:t>
            </a:r>
          </a:p>
        </p:txBody>
      </p:sp>
      <p:sp>
        <p:nvSpPr>
          <p:cNvPr id="2" name="Rechteck 1" descr="{&quot;templafy&quot;:{&quot;id&quot;:&quot;64de8b08-d968-4751-9ced-0cdb09334bd4&quot;}}">
            <a:extLst>
              <a:ext uri="{FF2B5EF4-FFF2-40B4-BE49-F238E27FC236}">
                <a16:creationId xmlns:a16="http://schemas.microsoft.com/office/drawing/2014/main" id="{3B28B2AE-5867-1A5B-FC84-73E684F81D51}"/>
              </a:ext>
            </a:extLst>
          </p:cNvPr>
          <p:cNvSpPr>
            <a:spLocks/>
          </p:cNvSpPr>
          <p:nvPr userDrawn="1"/>
        </p:nvSpPr>
        <p:spPr>
          <a:xfrm>
            <a:off x="515938" y="6396526"/>
            <a:ext cx="4753929" cy="273078"/>
          </a:xfrm>
          <a:prstGeom prst="rect">
            <a:avLst/>
          </a:prstGeom>
          <a:noFill/>
          <a:ln w="10795" cap="flat" cmpd="sng" algn="ctr">
            <a:noFill/>
            <a:prstDash val="solid"/>
          </a:ln>
          <a:effectLst/>
        </p:spPr>
        <p:txBody>
          <a:bodyPr lIns="0" tIns="0" rIns="0" bIns="0" rtlCol="0" anchor="t"/>
          <a:lstStyle/>
          <a:p>
            <a:pPr marL="0" marR="0" lvl="0" indent="0" algn="l"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776703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2387">
          <p15:clr>
            <a:srgbClr val="FBAE40"/>
          </p15:clr>
        </p15:guide>
        <p15:guide id="4" orient="horz" pos="2568">
          <p15:clr>
            <a:srgbClr val="FBAE40"/>
          </p15:clr>
        </p15:guide>
        <p15:guide id="5" orient="horz" pos="3090">
          <p15:clr>
            <a:srgbClr val="FBAE40"/>
          </p15:clr>
        </p15:guide>
        <p15:guide id="6" pos="334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2" Type="http://schemas.openxmlformats.org/officeDocument/2006/relationships/slideLayout" Target="../slideLayouts/slideLayout63.xml"/><Relationship Id="rId16" Type="http://schemas.openxmlformats.org/officeDocument/2006/relationships/theme" Target="../theme/theme2.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4.xml"/><Relationship Id="rId13" Type="http://schemas.openxmlformats.org/officeDocument/2006/relationships/slideLayout" Target="../slideLayouts/slideLayout89.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slideLayout" Target="../slideLayouts/slideLayout88.xml"/><Relationship Id="rId2" Type="http://schemas.openxmlformats.org/officeDocument/2006/relationships/slideLayout" Target="../slideLayouts/slideLayout78.xml"/><Relationship Id="rId16" Type="http://schemas.openxmlformats.org/officeDocument/2006/relationships/theme" Target="../theme/theme3.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slideLayout" Target="../slideLayouts/slideLayout87.xml"/><Relationship Id="rId5" Type="http://schemas.openxmlformats.org/officeDocument/2006/relationships/slideLayout" Target="../slideLayouts/slideLayout81.xml"/><Relationship Id="rId15" Type="http://schemas.openxmlformats.org/officeDocument/2006/relationships/slideLayout" Target="../slideLayouts/slideLayout91.xml"/><Relationship Id="rId10" Type="http://schemas.openxmlformats.org/officeDocument/2006/relationships/slideLayout" Target="../slideLayouts/slideLayout86.xml"/><Relationship Id="rId4" Type="http://schemas.openxmlformats.org/officeDocument/2006/relationships/slideLayout" Target="../slideLayouts/slideLayout80.xml"/><Relationship Id="rId9" Type="http://schemas.openxmlformats.org/officeDocument/2006/relationships/slideLayout" Target="../slideLayouts/slideLayout85.xml"/><Relationship Id="rId14" Type="http://schemas.openxmlformats.org/officeDocument/2006/relationships/slideLayout" Target="../slideLayouts/slideLayout9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99.xml"/><Relationship Id="rId13" Type="http://schemas.openxmlformats.org/officeDocument/2006/relationships/slideLayout" Target="../slideLayouts/slideLayout104.xml"/><Relationship Id="rId18" Type="http://schemas.openxmlformats.org/officeDocument/2006/relationships/slideLayout" Target="../slideLayouts/slideLayout109.xml"/><Relationship Id="rId26" Type="http://schemas.openxmlformats.org/officeDocument/2006/relationships/slideLayout" Target="../slideLayouts/slideLayout117.xml"/><Relationship Id="rId3" Type="http://schemas.openxmlformats.org/officeDocument/2006/relationships/slideLayout" Target="../slideLayouts/slideLayout94.xml"/><Relationship Id="rId21" Type="http://schemas.openxmlformats.org/officeDocument/2006/relationships/slideLayout" Target="../slideLayouts/slideLayout112.xml"/><Relationship Id="rId7" Type="http://schemas.openxmlformats.org/officeDocument/2006/relationships/slideLayout" Target="../slideLayouts/slideLayout98.xml"/><Relationship Id="rId12" Type="http://schemas.openxmlformats.org/officeDocument/2006/relationships/slideLayout" Target="../slideLayouts/slideLayout103.xml"/><Relationship Id="rId17" Type="http://schemas.openxmlformats.org/officeDocument/2006/relationships/slideLayout" Target="../slideLayouts/slideLayout108.xml"/><Relationship Id="rId25" Type="http://schemas.openxmlformats.org/officeDocument/2006/relationships/slideLayout" Target="../slideLayouts/slideLayout116.xml"/><Relationship Id="rId2" Type="http://schemas.openxmlformats.org/officeDocument/2006/relationships/slideLayout" Target="../slideLayouts/slideLayout93.xml"/><Relationship Id="rId16" Type="http://schemas.openxmlformats.org/officeDocument/2006/relationships/slideLayout" Target="../slideLayouts/slideLayout107.xml"/><Relationship Id="rId20" Type="http://schemas.openxmlformats.org/officeDocument/2006/relationships/slideLayout" Target="../slideLayouts/slideLayout111.xml"/><Relationship Id="rId29" Type="http://schemas.openxmlformats.org/officeDocument/2006/relationships/oleObject" Target="../embeddings/oleObject1.bin"/><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slideLayout" Target="../slideLayouts/slideLayout102.xml"/><Relationship Id="rId24" Type="http://schemas.openxmlformats.org/officeDocument/2006/relationships/slideLayout" Target="../slideLayouts/slideLayout115.xml"/><Relationship Id="rId5" Type="http://schemas.openxmlformats.org/officeDocument/2006/relationships/slideLayout" Target="../slideLayouts/slideLayout96.xml"/><Relationship Id="rId15" Type="http://schemas.openxmlformats.org/officeDocument/2006/relationships/slideLayout" Target="../slideLayouts/slideLayout106.xml"/><Relationship Id="rId23" Type="http://schemas.openxmlformats.org/officeDocument/2006/relationships/slideLayout" Target="../slideLayouts/slideLayout114.xml"/><Relationship Id="rId28" Type="http://schemas.openxmlformats.org/officeDocument/2006/relationships/tags" Target="../tags/tag1.xml"/><Relationship Id="rId10" Type="http://schemas.openxmlformats.org/officeDocument/2006/relationships/slideLayout" Target="../slideLayouts/slideLayout101.xml"/><Relationship Id="rId19" Type="http://schemas.openxmlformats.org/officeDocument/2006/relationships/slideLayout" Target="../slideLayouts/slideLayout110.xml"/><Relationship Id="rId4" Type="http://schemas.openxmlformats.org/officeDocument/2006/relationships/slideLayout" Target="../slideLayouts/slideLayout95.xml"/><Relationship Id="rId9" Type="http://schemas.openxmlformats.org/officeDocument/2006/relationships/slideLayout" Target="../slideLayouts/slideLayout100.xml"/><Relationship Id="rId14" Type="http://schemas.openxmlformats.org/officeDocument/2006/relationships/slideLayout" Target="../slideLayouts/slideLayout105.xml"/><Relationship Id="rId22" Type="http://schemas.openxmlformats.org/officeDocument/2006/relationships/slideLayout" Target="../slideLayouts/slideLayout113.xml"/><Relationship Id="rId27" Type="http://schemas.openxmlformats.org/officeDocument/2006/relationships/theme" Target="../theme/theme4.xml"/><Relationship Id="rId30" Type="http://schemas.openxmlformats.org/officeDocument/2006/relationships/image" Target="../media/image34.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5938" y="628016"/>
            <a:ext cx="11160126" cy="647700"/>
          </a:xfrm>
          <a:prstGeom prst="rect">
            <a:avLst/>
          </a:prstGeom>
        </p:spPr>
        <p:txBody>
          <a:bodyPr vert="horz" wrap="square" lIns="0" tIns="0" rIns="0" bIns="0" rtlCol="0" anchor="t">
            <a:noAutofit/>
          </a:bodyPr>
          <a:lstStyle/>
          <a:p>
            <a:r>
              <a:rPr lang="en-US"/>
              <a:t>Click to edit Parent title style</a:t>
            </a:r>
          </a:p>
        </p:txBody>
      </p:sp>
      <p:sp>
        <p:nvSpPr>
          <p:cNvPr id="4" name="Text Placeholder 3">
            <a:extLst>
              <a:ext uri="{FF2B5EF4-FFF2-40B4-BE49-F238E27FC236}">
                <a16:creationId xmlns:a16="http://schemas.microsoft.com/office/drawing/2014/main" id="{D5872A47-0E6B-4F8D-925D-0C1725B22029}"/>
              </a:ext>
            </a:extLst>
          </p:cNvPr>
          <p:cNvSpPr>
            <a:spLocks noGrp="1"/>
          </p:cNvSpPr>
          <p:nvPr>
            <p:ph type="body" idx="1"/>
          </p:nvPr>
        </p:nvSpPr>
        <p:spPr>
          <a:xfrm>
            <a:off x="515938" y="1493520"/>
            <a:ext cx="11160126" cy="4672330"/>
          </a:xfrm>
          <a:prstGeom prst="rect">
            <a:avLst/>
          </a:prstGeom>
        </p:spPr>
        <p:txBody>
          <a:bodyPr vert="horz" lIns="0" tIns="0" rIns="0" bIns="0" rtlCol="0">
            <a:noAutofit/>
          </a:bodyPr>
          <a:lstStyle/>
          <a:p>
            <a:pPr lvl="0"/>
            <a:r>
              <a:rPr lang="en-US"/>
              <a:t>Click to edit Parent text styles</a:t>
            </a:r>
          </a:p>
          <a:p>
            <a:pPr lvl="1"/>
            <a:r>
              <a:rPr lang="en-US"/>
              <a:t>Second level</a:t>
            </a:r>
          </a:p>
          <a:p>
            <a:pPr lvl="2"/>
            <a:r>
              <a:rPr lang="en-US"/>
              <a:t>Third level</a:t>
            </a:r>
          </a:p>
          <a:p>
            <a:pPr lvl="3"/>
            <a:r>
              <a:rPr lang="en-US"/>
              <a:t>Fourth level</a:t>
            </a:r>
          </a:p>
          <a:p>
            <a:pPr lvl="4"/>
            <a:r>
              <a:rPr lang="en-US"/>
              <a:t>Fifth level</a:t>
            </a:r>
          </a:p>
          <a:p>
            <a:pPr lvl="5"/>
            <a:r>
              <a:rPr lang="en-US"/>
              <a:t>Sixth</a:t>
            </a:r>
          </a:p>
          <a:p>
            <a:pPr lvl="6"/>
            <a:r>
              <a:rPr lang="en-US"/>
              <a:t>Seventh</a:t>
            </a:r>
          </a:p>
          <a:p>
            <a:pPr lvl="7"/>
            <a:r>
              <a:rPr lang="en-US"/>
              <a:t>Eighth</a:t>
            </a:r>
          </a:p>
          <a:p>
            <a:pPr lvl="8"/>
            <a:r>
              <a:rPr lang="en-US"/>
              <a:t>Ninth</a:t>
            </a:r>
          </a:p>
        </p:txBody>
      </p:sp>
      <p:sp>
        <p:nvSpPr>
          <p:cNvPr id="5" name="Footer Placeholder 2">
            <a:extLst>
              <a:ext uri="{FF2B5EF4-FFF2-40B4-BE49-F238E27FC236}">
                <a16:creationId xmlns:a16="http://schemas.microsoft.com/office/drawing/2014/main" id="{E149C81B-6BB7-4307-8233-8B2113C697AE}"/>
              </a:ext>
            </a:extLst>
          </p:cNvPr>
          <p:cNvSpPr>
            <a:spLocks noGrp="1"/>
          </p:cNvSpPr>
          <p:nvPr>
            <p:ph type="ftr" sz="quarter" idx="3"/>
          </p:nvPr>
        </p:nvSpPr>
        <p:spPr>
          <a:xfrm>
            <a:off x="515937" y="6396925"/>
            <a:ext cx="11029739" cy="118174"/>
          </a:xfrm>
          <a:prstGeom prst="rect">
            <a:avLst/>
          </a:prstGeom>
        </p:spPr>
        <p:txBody>
          <a:bodyPr vert="horz" wrap="square" lIns="0" tIns="0" rIns="0" bIns="0" rtlCol="0" anchor="b">
            <a:no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90000"/>
                  </a:schemeClr>
                </a:solidFill>
                <a:latin typeface="+mn-lt"/>
                <a:ea typeface="+mn-ea"/>
                <a:cs typeface="+mn-cs"/>
              </a:defRPr>
            </a:lvl1pPr>
          </a:lstStyle>
          <a:p>
            <a:endParaRPr lang="en-CA"/>
          </a:p>
        </p:txBody>
      </p:sp>
      <p:sp>
        <p:nvSpPr>
          <p:cNvPr id="98" name="TextBox 97"/>
          <p:cNvSpPr txBox="1"/>
          <p:nvPr userDrawn="1"/>
        </p:nvSpPr>
        <p:spPr>
          <a:xfrm>
            <a:off x="11676063" y="6371918"/>
            <a:ext cx="376236" cy="153055"/>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l" defTabSz="914400" rtl="0" eaLnBrk="1" latinLnBrk="0" hangingPunct="1">
              <a:lnSpc>
                <a:spcPct val="125000"/>
              </a:lnSpc>
            </a:pPr>
            <a:fld id="{B01BFD70-D99E-427C-A01B-19B2BB56A3C8}" type="slidenum">
              <a:rPr lang="en-US" sz="800" kern="1200" smtClean="0">
                <a:solidFill>
                  <a:schemeClr val="accent6">
                    <a:lumMod val="90000"/>
                  </a:schemeClr>
                </a:solidFill>
                <a:latin typeface="+mn-lt"/>
                <a:ea typeface="+mn-ea"/>
                <a:cs typeface="+mn-cs"/>
              </a:rPr>
              <a:pPr marL="0" lvl="0" algn="l" defTabSz="914400" rtl="0" eaLnBrk="1" latinLnBrk="0" hangingPunct="1">
                <a:lnSpc>
                  <a:spcPct val="125000"/>
                </a:lnSpc>
              </a:pPr>
              <a:t>‹#›</a:t>
            </a:fld>
            <a:endParaRPr lang="en-US" sz="800" kern="1200">
              <a:solidFill>
                <a:schemeClr val="accent6">
                  <a:lumMod val="90000"/>
                </a:schemeClr>
              </a:solidFill>
              <a:latin typeface="+mn-lt"/>
              <a:ea typeface="+mn-ea"/>
              <a:cs typeface="+mn-cs"/>
            </a:endParaRPr>
          </a:p>
        </p:txBody>
      </p:sp>
      <p:sp>
        <p:nvSpPr>
          <p:cNvPr id="3" name="Rechteck 1" descr="{&quot;templafy&quot;:{&quot;id&quot;:&quot;d21e86a5-9f56-49ba-ae40-e82d3f392234&quot;}}">
            <a:extLst>
              <a:ext uri="{FF2B5EF4-FFF2-40B4-BE49-F238E27FC236}">
                <a16:creationId xmlns:a16="http://schemas.microsoft.com/office/drawing/2014/main" id="{3E9B01B1-4BB2-EA6C-E033-DB745B9EAF06}"/>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68843126"/>
      </p:ext>
    </p:extLst>
  </p:cSld>
  <p:clrMap bg1="dk1" tx1="lt1" bg2="dk2" tx2="lt2" accent1="accent1" accent2="accent2" accent3="accent3" accent4="accent4" accent5="accent5" accent6="accent6" hlink="hlink" folHlink="folHlink"/>
  <p:sldLayoutIdLst>
    <p:sldLayoutId id="2147484637" r:id="rId1"/>
    <p:sldLayoutId id="2147484432" r:id="rId2"/>
    <p:sldLayoutId id="2147484604" r:id="rId3"/>
    <p:sldLayoutId id="2147484606" r:id="rId4"/>
    <p:sldLayoutId id="2147484475" r:id="rId5"/>
    <p:sldLayoutId id="2147484435" r:id="rId6"/>
    <p:sldLayoutId id="2147484473" r:id="rId7"/>
    <p:sldLayoutId id="2147484608" r:id="rId8"/>
    <p:sldLayoutId id="2147484386" r:id="rId9"/>
    <p:sldLayoutId id="2147484627" r:id="rId10"/>
    <p:sldLayoutId id="2147484439" r:id="rId11"/>
    <p:sldLayoutId id="2147484628" r:id="rId12"/>
    <p:sldLayoutId id="2147484441" r:id="rId13"/>
    <p:sldLayoutId id="2147484605" r:id="rId14"/>
    <p:sldLayoutId id="2147484607" r:id="rId15"/>
    <p:sldLayoutId id="2147484385" r:id="rId16"/>
    <p:sldLayoutId id="2147484629" r:id="rId17"/>
    <p:sldLayoutId id="2147484445" r:id="rId18"/>
    <p:sldLayoutId id="2147484367" r:id="rId19"/>
    <p:sldLayoutId id="2147484612" r:id="rId20"/>
    <p:sldLayoutId id="2147484613" r:id="rId21"/>
    <p:sldLayoutId id="2147484614" r:id="rId22"/>
    <p:sldLayoutId id="2147484621" r:id="rId23"/>
    <p:sldLayoutId id="2147484622" r:id="rId24"/>
    <p:sldLayoutId id="2147484623" r:id="rId25"/>
    <p:sldLayoutId id="2147484463" r:id="rId26"/>
    <p:sldLayoutId id="2147484362" r:id="rId27"/>
    <p:sldLayoutId id="2147484630" r:id="rId28"/>
    <p:sldLayoutId id="2147484631" r:id="rId29"/>
    <p:sldLayoutId id="2147483853" r:id="rId30"/>
    <p:sldLayoutId id="2147484483" r:id="rId31"/>
    <p:sldLayoutId id="2147484357" r:id="rId32"/>
    <p:sldLayoutId id="2147484609" r:id="rId33"/>
    <p:sldLayoutId id="2147484610" r:id="rId34"/>
    <p:sldLayoutId id="2147484611" r:id="rId35"/>
    <p:sldLayoutId id="2147484618" r:id="rId36"/>
    <p:sldLayoutId id="2147484619" r:id="rId37"/>
    <p:sldLayoutId id="2147484620" r:id="rId38"/>
    <p:sldLayoutId id="2147484500" r:id="rId39"/>
    <p:sldLayoutId id="2147484371" r:id="rId40"/>
    <p:sldLayoutId id="2147484634" r:id="rId41"/>
    <p:sldLayoutId id="2147484635" r:id="rId42"/>
    <p:sldLayoutId id="2147484373" r:id="rId43"/>
    <p:sldLayoutId id="2147484406" r:id="rId44"/>
    <p:sldLayoutId id="2147484358" r:id="rId45"/>
    <p:sldLayoutId id="2147484636" r:id="rId46"/>
    <p:sldLayoutId id="2147484615" r:id="rId47"/>
    <p:sldLayoutId id="2147484616" r:id="rId48"/>
    <p:sldLayoutId id="2147484617" r:id="rId49"/>
    <p:sldLayoutId id="2147484624" r:id="rId50"/>
    <p:sldLayoutId id="2147484625" r:id="rId51"/>
    <p:sldLayoutId id="2147484626" r:id="rId52"/>
    <p:sldLayoutId id="2147484430" r:id="rId53"/>
    <p:sldLayoutId id="2147484372" r:id="rId54"/>
    <p:sldLayoutId id="2147484632" r:id="rId55"/>
    <p:sldLayoutId id="2147484633" r:id="rId56"/>
    <p:sldLayoutId id="2147484374" r:id="rId57"/>
    <p:sldLayoutId id="2147484809" r:id="rId58"/>
    <p:sldLayoutId id="2147484810" r:id="rId59"/>
    <p:sldLayoutId id="2147484811" r:id="rId60"/>
    <p:sldLayoutId id="2147484812" r:id="rId6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84000"/>
        </a:lnSpc>
        <a:spcBef>
          <a:spcPct val="0"/>
        </a:spcBef>
        <a:buNone/>
        <a:defRPr sz="2800" kern="2000" spc="-50" baseline="0">
          <a:solidFill>
            <a:schemeClr val="accent1"/>
          </a:solidFill>
          <a:latin typeface="+mj-lt"/>
          <a:ea typeface="+mj-ea"/>
          <a:cs typeface="+mj-cs"/>
        </a:defRPr>
      </a:lvl1pPr>
    </p:titleStyle>
    <p:body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200" kern="1200" baseline="0">
          <a:solidFill>
            <a:schemeClr val="bg1"/>
          </a:solidFill>
          <a:latin typeface="+mn-lt"/>
          <a:ea typeface="+mn-ea"/>
          <a:cs typeface="+mn-cs"/>
        </a:defRPr>
      </a:lvl1pPr>
      <a:lvl2pPr marL="401638" indent="-219075" algn="l" defTabSz="914400" rtl="0" eaLnBrk="1" latinLnBrk="0" hangingPunct="1">
        <a:lnSpc>
          <a:spcPct val="100000"/>
        </a:lnSpc>
        <a:spcBef>
          <a:spcPts val="300"/>
        </a:spcBef>
        <a:spcAft>
          <a:spcPts val="0"/>
        </a:spcAft>
        <a:buClrTx/>
        <a:buFont typeface="Arial" panose="020B0604020202020204" pitchFamily="34" charset="0"/>
        <a:buChar char="•"/>
        <a:tabLst>
          <a:tab pos="2003425" algn="l"/>
        </a:tabLst>
        <a:defRPr sz="1600" kern="1200" baseline="0">
          <a:solidFill>
            <a:schemeClr val="bg1"/>
          </a:solidFill>
          <a:latin typeface="+mn-lt"/>
          <a:ea typeface="+mn-ea"/>
          <a:cs typeface="+mn-cs"/>
        </a:defRPr>
      </a:lvl2pPr>
      <a:lvl3pPr marL="538163" indent="-136525" algn="l" defTabSz="914400" rtl="0" eaLnBrk="1" latinLnBrk="0" hangingPunct="1">
        <a:lnSpc>
          <a:spcPct val="105000"/>
        </a:lnSpc>
        <a:spcBef>
          <a:spcPts val="300"/>
        </a:spcBef>
        <a:spcAft>
          <a:spcPts val="0"/>
        </a:spcAft>
        <a:buClrTx/>
        <a:buFont typeface="Arial" panose="020B0604020202020204" pitchFamily="34" charset="0"/>
        <a:buChar char="•"/>
        <a:tabLst/>
        <a:defRPr lang="en-US" sz="1400" kern="1200" dirty="0" smtClean="0">
          <a:solidFill>
            <a:schemeClr val="bg1"/>
          </a:solidFill>
          <a:latin typeface="+mn-lt"/>
          <a:ea typeface="+mn-ea"/>
          <a:cs typeface="+mn-cs"/>
        </a:defRPr>
      </a:lvl3pPr>
      <a:lvl4pPr marL="666750" indent="-128588" algn="l" defTabSz="914400" rtl="0" eaLnBrk="1" latinLnBrk="0" hangingPunct="1">
        <a:lnSpc>
          <a:spcPct val="105000"/>
        </a:lnSpc>
        <a:spcBef>
          <a:spcPts val="150"/>
        </a:spcBef>
        <a:spcAft>
          <a:spcPts val="0"/>
        </a:spcAft>
        <a:buClrTx/>
        <a:buFont typeface="Arial" panose="020B0604020202020204" pitchFamily="34" charset="0"/>
        <a:buChar char="•"/>
        <a:tabLst/>
        <a:defRPr sz="1200" kern="1200">
          <a:solidFill>
            <a:schemeClr val="bg1"/>
          </a:solidFill>
          <a:latin typeface="+mn-lt"/>
          <a:ea typeface="+mn-ea"/>
          <a:cs typeface="+mn-cs"/>
        </a:defRPr>
      </a:lvl4pPr>
      <a:lvl5pPr marL="838200" indent="-171450" algn="l" defTabSz="914400" rtl="0" eaLnBrk="1" latinLnBrk="0" hangingPunct="1">
        <a:lnSpc>
          <a:spcPct val="95000"/>
        </a:lnSpc>
        <a:spcBef>
          <a:spcPts val="200"/>
        </a:spcBef>
        <a:spcAft>
          <a:spcPts val="0"/>
        </a:spcAft>
        <a:buClrTx/>
        <a:buFont typeface="Arial" panose="020B0604020202020204" pitchFamily="34" charset="0"/>
        <a:buChar char="•"/>
        <a:tabLst/>
        <a:defRPr sz="800" b="0" i="0" kern="1200" spc="0" baseline="0">
          <a:solidFill>
            <a:schemeClr val="bg1"/>
          </a:solidFill>
          <a:latin typeface="+mn-lt"/>
          <a:ea typeface="+mn-ea"/>
          <a:cs typeface="+mn-cs"/>
        </a:defRPr>
      </a:lvl5pPr>
      <a:lvl6pPr marL="838800" indent="-172800" algn="l" defTabSz="914400" rtl="0" eaLnBrk="1" latinLnBrk="0" hangingPunct="1">
        <a:lnSpc>
          <a:spcPct val="95000"/>
        </a:lnSpc>
        <a:spcBef>
          <a:spcPts val="200"/>
        </a:spcBef>
        <a:buFont typeface="Arial" panose="020B0604020202020204" pitchFamily="34" charset="0"/>
        <a:buChar char="•"/>
        <a:defRPr sz="800" kern="1200">
          <a:solidFill>
            <a:schemeClr val="bg1"/>
          </a:solidFill>
          <a:latin typeface="+mn-lt"/>
          <a:ea typeface="+mn-ea"/>
          <a:cs typeface="+mn-cs"/>
        </a:defRPr>
      </a:lvl6pPr>
      <a:lvl7pPr marL="838800" indent="-172800" algn="l" defTabSz="914400" rtl="0" eaLnBrk="1" latinLnBrk="0" hangingPunct="1">
        <a:lnSpc>
          <a:spcPct val="95000"/>
        </a:lnSpc>
        <a:spcBef>
          <a:spcPts val="200"/>
        </a:spcBef>
        <a:buFont typeface="Arial" panose="020B0604020202020204" pitchFamily="34" charset="0"/>
        <a:buChar char="•"/>
        <a:defRPr sz="800" kern="1200" baseline="0">
          <a:solidFill>
            <a:schemeClr val="bg1"/>
          </a:solidFill>
          <a:latin typeface="+mn-lt"/>
          <a:ea typeface="+mn-ea"/>
          <a:cs typeface="+mn-cs"/>
        </a:defRPr>
      </a:lvl7pPr>
      <a:lvl8pPr marL="838800" indent="-172800" algn="l" defTabSz="914400" rtl="0" eaLnBrk="1" latinLnBrk="0" hangingPunct="1">
        <a:lnSpc>
          <a:spcPct val="95000"/>
        </a:lnSpc>
        <a:spcBef>
          <a:spcPts val="200"/>
        </a:spcBef>
        <a:buSzPct val="100000"/>
        <a:buFont typeface="Arial" panose="020B0604020202020204" pitchFamily="34" charset="0"/>
        <a:buChar char="•"/>
        <a:defRPr lang="en-US" sz="800" kern="1200" baseline="0" dirty="0" smtClean="0">
          <a:solidFill>
            <a:schemeClr val="bg1"/>
          </a:solidFill>
          <a:latin typeface="+mn-lt"/>
          <a:ea typeface="+mn-ea"/>
          <a:cs typeface="+mn-cs"/>
        </a:defRPr>
      </a:lvl8pPr>
      <a:lvl9pPr marL="837450" indent="-171450" algn="l" defTabSz="914400" rtl="0" eaLnBrk="1" latinLnBrk="0" hangingPunct="1">
        <a:lnSpc>
          <a:spcPct val="95000"/>
        </a:lnSpc>
        <a:spcBef>
          <a:spcPts val="200"/>
        </a:spcBef>
        <a:buFont typeface="Arial" panose="020B0604020202020204" pitchFamily="34" charset="0"/>
        <a:buChar char="•"/>
        <a:defRPr sz="800" kern="1200" baseline="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userDrawn="1">
          <p15:clr>
            <a:srgbClr val="F26B43"/>
          </p15:clr>
        </p15:guide>
        <p15:guide id="4" orient="horz" pos="391" userDrawn="1">
          <p15:clr>
            <a:srgbClr val="F26B43"/>
          </p15:clr>
        </p15:guide>
        <p15:guide id="6" pos="7355" userDrawn="1">
          <p15:clr>
            <a:srgbClr val="F26B43"/>
          </p15:clr>
        </p15:guide>
        <p15:guide id="10" orient="horz" pos="4020" userDrawn="1">
          <p15:clr>
            <a:srgbClr val="F26B43"/>
          </p15:clr>
        </p15:guide>
        <p15:guide id="11" orient="horz" pos="388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7BC6A5-4780-D65B-AA6A-8E6AC21FB3A6}"/>
              </a:ext>
            </a:extLst>
          </p:cNvPr>
          <p:cNvSpPr>
            <a:spLocks noGrp="1"/>
          </p:cNvSpPr>
          <p:nvPr>
            <p:ph type="title"/>
          </p:nvPr>
        </p:nvSpPr>
        <p:spPr>
          <a:xfrm>
            <a:off x="515938" y="629570"/>
            <a:ext cx="11160124" cy="891552"/>
          </a:xfrm>
          <a:prstGeom prst="rect">
            <a:avLst/>
          </a:prstGeom>
        </p:spPr>
        <p:txBody>
          <a:bodyPr vert="horz" lIns="0" tIns="0" rIns="0" bIns="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518827B9-BD8E-7162-4241-4BF79706EE7E}"/>
              </a:ext>
            </a:extLst>
          </p:cNvPr>
          <p:cNvSpPr>
            <a:spLocks noGrp="1"/>
          </p:cNvSpPr>
          <p:nvPr>
            <p:ph type="body" idx="1"/>
          </p:nvPr>
        </p:nvSpPr>
        <p:spPr>
          <a:xfrm>
            <a:off x="515938" y="1748104"/>
            <a:ext cx="11160124" cy="4417746"/>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F9E9586-37EF-FA53-E583-84E048DF9506}"/>
              </a:ext>
            </a:extLst>
          </p:cNvPr>
          <p:cNvSpPr>
            <a:spLocks noGrp="1"/>
          </p:cNvSpPr>
          <p:nvPr>
            <p:ph type="ftr" sz="quarter" idx="3"/>
          </p:nvPr>
        </p:nvSpPr>
        <p:spPr>
          <a:xfrm>
            <a:off x="515937" y="6392743"/>
            <a:ext cx="6364800" cy="118800"/>
          </a:xfrm>
          <a:prstGeom prst="rect">
            <a:avLst/>
          </a:prstGeom>
        </p:spPr>
        <p:txBody>
          <a:bodyPr vert="horz" lIns="0" tIns="45720" rIns="91440" bIns="45720" rtlCol="0" anchor="ctr"/>
          <a:lstStyle>
            <a:lvl1pPr algn="l">
              <a:defRPr sz="800">
                <a:solidFill>
                  <a:schemeClr val="tx1">
                    <a:alpha val="25000"/>
                  </a:schemeClr>
                </a:solidFill>
              </a:defRPr>
            </a:lvl1pPr>
          </a:lstStyle>
          <a:p>
            <a:endParaRPr lang="en-US">
              <a:solidFill>
                <a:schemeClr val="tx1">
                  <a:alpha val="25000"/>
                </a:schemeClr>
              </a:solidFill>
            </a:endParaRPr>
          </a:p>
        </p:txBody>
      </p:sp>
      <p:sp>
        <p:nvSpPr>
          <p:cNvPr id="6" name="Slide Number Placeholder 5">
            <a:extLst>
              <a:ext uri="{FF2B5EF4-FFF2-40B4-BE49-F238E27FC236}">
                <a16:creationId xmlns:a16="http://schemas.microsoft.com/office/drawing/2014/main" id="{F238199C-0234-B0F4-5D90-9FF3321E874F}"/>
              </a:ext>
            </a:extLst>
          </p:cNvPr>
          <p:cNvSpPr>
            <a:spLocks noGrp="1"/>
          </p:cNvSpPr>
          <p:nvPr>
            <p:ph type="sldNum" sz="quarter" idx="4"/>
          </p:nvPr>
        </p:nvSpPr>
        <p:spPr>
          <a:xfrm>
            <a:off x="11676063" y="6392743"/>
            <a:ext cx="345452" cy="118800"/>
          </a:xfrm>
          <a:prstGeom prst="rect">
            <a:avLst/>
          </a:prstGeom>
        </p:spPr>
        <p:txBody>
          <a:bodyPr vert="horz" lIns="0" tIns="45720" rIns="91440" bIns="45720" rtlCol="0" anchor="ctr"/>
          <a:lstStyle>
            <a:lvl1pPr algn="l">
              <a:defRPr sz="800">
                <a:solidFill>
                  <a:schemeClr val="tx1">
                    <a:alpha val="25000"/>
                  </a:schemeClr>
                </a:solidFill>
              </a:defRPr>
            </a:lvl1pPr>
          </a:lstStyle>
          <a:p>
            <a:fld id="{081A679B-E68A-BD49-90E3-E1C9C41AED6B}" type="slidenum">
              <a:rPr lang="en-US" smtClean="0"/>
              <a:pPr/>
              <a:t>‹#›</a:t>
            </a:fld>
            <a:endParaRPr lang="en-US"/>
          </a:p>
        </p:txBody>
      </p:sp>
      <p:sp>
        <p:nvSpPr>
          <p:cNvPr id="4" name="Rechteck 6" descr="{&quot;templafy&quot;:{&quot;id&quot;:&quot;0c85fbff-bbe8-480d-8a9a-1df73d2d1e00&quot;}}">
            <a:extLst>
              <a:ext uri="{FF2B5EF4-FFF2-40B4-BE49-F238E27FC236}">
                <a16:creationId xmlns:a16="http://schemas.microsoft.com/office/drawing/2014/main" id="{E6381D1D-F3E7-DFE5-C532-1203B9B1A932}"/>
              </a:ext>
            </a:extLst>
          </p:cNvPr>
          <p:cNvSpPr/>
          <p:nvPr userDrawn="1"/>
        </p:nvSpPr>
        <p:spPr>
          <a:xfrm>
            <a:off x="6880737" y="6396526"/>
            <a:ext cx="4795325" cy="2730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144000" bIns="0" rtlCol="0" anchor="t"/>
          <a:lstStyle/>
          <a:p>
            <a:pPr algn="r">
              <a:lnSpc>
                <a:spcPct val="95000"/>
              </a:lnSpc>
              <a:spcBef>
                <a:spcPts val="1200"/>
              </a:spcBef>
            </a:pPr>
            <a:r>
              <a:rPr lang="en-US" sz="800" kern="1200" baseline="0">
                <a:solidFill>
                  <a:schemeClr val="tx1">
                    <a:alpha val="25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1025985716"/>
      </p:ext>
    </p:extLst>
  </p:cSld>
  <p:clrMap bg1="lt1" tx1="dk1" bg2="lt2" tx2="dk2" accent1="accent1" accent2="accent2" accent3="accent3" accent4="accent4" accent5="accent5" accent6="accent6" hlink="hlink" folHlink="folHlink"/>
  <p:sldLayoutIdLst>
    <p:sldLayoutId id="2147484712" r:id="rId1"/>
    <p:sldLayoutId id="2147484713" r:id="rId2"/>
    <p:sldLayoutId id="2147484714" r:id="rId3"/>
    <p:sldLayoutId id="2147484715" r:id="rId4"/>
    <p:sldLayoutId id="2147484716" r:id="rId5"/>
    <p:sldLayoutId id="2147484717" r:id="rId6"/>
    <p:sldLayoutId id="2147484718" r:id="rId7"/>
    <p:sldLayoutId id="2147484719" r:id="rId8"/>
    <p:sldLayoutId id="2147484720" r:id="rId9"/>
    <p:sldLayoutId id="2147484721" r:id="rId10"/>
    <p:sldLayoutId id="2147484722" r:id="rId11"/>
    <p:sldLayoutId id="2147484723" r:id="rId12"/>
    <p:sldLayoutId id="2147484724" r:id="rId13"/>
    <p:sldLayoutId id="2147484725" r:id="rId14"/>
    <p:sldLayoutId id="2147484726" r:id="rId15"/>
  </p:sldLayoutIdLst>
  <p:hf hdr="0" dt="0"/>
  <p:txStyles>
    <p:titleStyle>
      <a:lvl1pPr algn="l" defTabSz="914400" rtl="0" eaLnBrk="1" latinLnBrk="0" hangingPunct="1">
        <a:lnSpc>
          <a:spcPct val="90000"/>
        </a:lnSpc>
        <a:spcBef>
          <a:spcPct val="0"/>
        </a:spcBef>
        <a:buNone/>
        <a:defRPr sz="3200" b="1" i="0" kern="1200" baseline="0">
          <a:solidFill>
            <a:schemeClr val="tx2"/>
          </a:solidFill>
          <a:latin typeface="Aptos Display" panose="020B0004020202020204" pitchFamily="34" charset="0"/>
          <a:ea typeface="+mj-ea"/>
          <a:cs typeface="+mj-cs"/>
        </a:defRPr>
      </a:lvl1pPr>
    </p:titleStyle>
    <p:bodyStyle>
      <a:lvl1pPr marL="0" indent="0" algn="l" defTabSz="914400" rtl="0" eaLnBrk="1" latinLnBrk="0" hangingPunct="1">
        <a:lnSpc>
          <a:spcPct val="90000"/>
        </a:lnSpc>
        <a:spcBef>
          <a:spcPts val="500"/>
        </a:spcBef>
        <a:spcAft>
          <a:spcPts val="300"/>
        </a:spcAft>
        <a:buSzPct val="90000"/>
        <a:buFont typeface="Arial" panose="020B0604020202020204" pitchFamily="34" charset="0"/>
        <a:buNone/>
        <a:tabLst/>
        <a:defRPr sz="2000" kern="1200">
          <a:solidFill>
            <a:schemeClr val="tx1"/>
          </a:solidFill>
          <a:latin typeface="+mn-lt"/>
          <a:ea typeface="+mn-ea"/>
          <a:cs typeface="+mn-cs"/>
        </a:defRPr>
      </a:lvl1pPr>
      <a:lvl2pPr marL="401638" indent="-177800"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mn-lt"/>
          <a:ea typeface="+mn-ea"/>
          <a:cs typeface="+mn-cs"/>
        </a:defRPr>
      </a:lvl2pPr>
      <a:lvl3pPr marL="534988" indent="-133350" algn="l" defTabSz="914400" rtl="0" eaLnBrk="1" latinLnBrk="0" hangingPunct="1">
        <a:lnSpc>
          <a:spcPct val="90000"/>
        </a:lnSpc>
        <a:spcBef>
          <a:spcPts val="500"/>
        </a:spcBef>
        <a:buFont typeface="Arial" panose="020B0604020202020204" pitchFamily="34" charset="0"/>
        <a:buChar char="•"/>
        <a:tabLst/>
        <a:defRPr sz="1600" kern="1200">
          <a:solidFill>
            <a:schemeClr val="tx1"/>
          </a:solidFill>
          <a:latin typeface="+mn-lt"/>
          <a:ea typeface="+mn-ea"/>
          <a:cs typeface="+mn-cs"/>
        </a:defRPr>
      </a:lvl3pPr>
      <a:lvl4pPr marL="669925" indent="-134938" algn="l" defTabSz="914400" rtl="0" eaLnBrk="1" latinLnBrk="0" hangingPunct="1">
        <a:lnSpc>
          <a:spcPct val="90000"/>
        </a:lnSpc>
        <a:spcBef>
          <a:spcPts val="500"/>
        </a:spcBef>
        <a:buFont typeface="Arial" panose="020B0604020202020204" pitchFamily="34" charset="0"/>
        <a:buChar char="•"/>
        <a:tabLst/>
        <a:defRPr sz="1400" kern="1200">
          <a:solidFill>
            <a:schemeClr val="tx1"/>
          </a:solidFill>
          <a:latin typeface="+mn-lt"/>
          <a:ea typeface="+mn-ea"/>
          <a:cs typeface="+mn-cs"/>
        </a:defRPr>
      </a:lvl4pPr>
      <a:lvl5pPr marL="803275" indent="-133350" algn="l" defTabSz="914400" rtl="0" eaLnBrk="1" latinLnBrk="0" hangingPunct="1">
        <a:lnSpc>
          <a:spcPct val="90000"/>
        </a:lnSpc>
        <a:spcBef>
          <a:spcPts val="500"/>
        </a:spcBef>
        <a:buFont typeface="Arial" panose="020B0604020202020204" pitchFamily="34" charset="0"/>
        <a:buChar char="•"/>
        <a:tabLst/>
        <a:defRPr sz="1200" kern="1200">
          <a:solidFill>
            <a:schemeClr val="tx1"/>
          </a:solidFill>
          <a:latin typeface="+mn-lt"/>
          <a:ea typeface="+mn-ea"/>
          <a:cs typeface="+mn-cs"/>
        </a:defRPr>
      </a:lvl5pPr>
      <a:lvl6pPr marL="803275" indent="-133350" algn="l" defTabSz="914400" rtl="0" eaLnBrk="1" latinLnBrk="0" hangingPunct="1">
        <a:lnSpc>
          <a:spcPct val="90000"/>
        </a:lnSpc>
        <a:spcBef>
          <a:spcPts val="500"/>
        </a:spcBef>
        <a:buFont typeface="Arial" panose="020B0604020202020204" pitchFamily="34" charset="0"/>
        <a:buChar char="•"/>
        <a:tabLst/>
        <a:defRPr sz="1200" kern="1200">
          <a:solidFill>
            <a:schemeClr val="tx1"/>
          </a:solidFill>
          <a:latin typeface="+mn-lt"/>
          <a:ea typeface="+mn-ea"/>
          <a:cs typeface="+mn-cs"/>
        </a:defRPr>
      </a:lvl6pPr>
      <a:lvl7pPr marL="803275" indent="-133350" algn="l" defTabSz="914400" rtl="0" eaLnBrk="1" latinLnBrk="0" hangingPunct="1">
        <a:lnSpc>
          <a:spcPct val="90000"/>
        </a:lnSpc>
        <a:spcBef>
          <a:spcPts val="500"/>
        </a:spcBef>
        <a:buFont typeface="Arial" panose="020B0604020202020204" pitchFamily="34" charset="0"/>
        <a:buChar char="•"/>
        <a:tabLst/>
        <a:defRPr sz="1200" kern="1200">
          <a:solidFill>
            <a:schemeClr val="tx1"/>
          </a:solidFill>
          <a:latin typeface="+mn-lt"/>
          <a:ea typeface="+mn-ea"/>
          <a:cs typeface="+mn-cs"/>
        </a:defRPr>
      </a:lvl7pPr>
      <a:lvl8pPr marL="803275" indent="-133350" algn="l" defTabSz="914400" rtl="0" eaLnBrk="1" latinLnBrk="0" hangingPunct="1">
        <a:lnSpc>
          <a:spcPct val="90000"/>
        </a:lnSpc>
        <a:spcBef>
          <a:spcPts val="500"/>
        </a:spcBef>
        <a:buFont typeface="Arial" panose="020B0604020202020204" pitchFamily="34" charset="0"/>
        <a:buChar char="•"/>
        <a:tabLst/>
        <a:defRPr sz="1200" kern="1200">
          <a:solidFill>
            <a:schemeClr val="tx1"/>
          </a:solidFill>
          <a:latin typeface="+mn-lt"/>
          <a:ea typeface="+mn-ea"/>
          <a:cs typeface="+mn-cs"/>
        </a:defRPr>
      </a:lvl8pPr>
      <a:lvl9pPr marL="803275" indent="-133350" algn="l" defTabSz="914400" rtl="0" eaLnBrk="1" latinLnBrk="0" hangingPunct="1">
        <a:lnSpc>
          <a:spcPct val="90000"/>
        </a:lnSpc>
        <a:spcBef>
          <a:spcPts val="500"/>
        </a:spcBef>
        <a:buFont typeface="Arial" panose="020B0604020202020204" pitchFamily="34" charset="0"/>
        <a:buChar char="•"/>
        <a:tabLst/>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84">
          <p15:clr>
            <a:srgbClr val="F26B43"/>
          </p15:clr>
        </p15:guide>
        <p15:guide id="2" pos="325">
          <p15:clr>
            <a:srgbClr val="F26B43"/>
          </p15:clr>
        </p15:guide>
        <p15:guide id="3" orient="horz" pos="391">
          <p15:clr>
            <a:srgbClr val="F26B43"/>
          </p15:clr>
        </p15:guide>
        <p15:guide id="4" pos="7355">
          <p15:clr>
            <a:srgbClr val="F26B43"/>
          </p15:clr>
        </p15:guide>
        <p15:guide id="5" orient="horz" pos="402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7BC6A5-4780-D65B-AA6A-8E6AC21FB3A6}"/>
              </a:ext>
            </a:extLst>
          </p:cNvPr>
          <p:cNvSpPr>
            <a:spLocks noGrp="1"/>
          </p:cNvSpPr>
          <p:nvPr>
            <p:ph type="title"/>
          </p:nvPr>
        </p:nvSpPr>
        <p:spPr>
          <a:xfrm>
            <a:off x="515938" y="620713"/>
            <a:ext cx="11160124" cy="777600"/>
          </a:xfrm>
          <a:prstGeom prst="rect">
            <a:avLst/>
          </a:prstGeom>
        </p:spPr>
        <p:txBody>
          <a:bodyPr vert="horz" lIns="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518827B9-BD8E-7162-4241-4BF79706EE7E}"/>
              </a:ext>
            </a:extLst>
          </p:cNvPr>
          <p:cNvSpPr>
            <a:spLocks noGrp="1"/>
          </p:cNvSpPr>
          <p:nvPr>
            <p:ph type="body" idx="1"/>
          </p:nvPr>
        </p:nvSpPr>
        <p:spPr>
          <a:xfrm>
            <a:off x="515938" y="1612800"/>
            <a:ext cx="11160124" cy="4561200"/>
          </a:xfrm>
          <a:prstGeom prst="rect">
            <a:avLst/>
          </a:prstGeom>
        </p:spPr>
        <p:txBody>
          <a:bodyPr vert="horz" lIns="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285D17-8195-C101-06C8-4CCA6920AB5E}"/>
              </a:ext>
            </a:extLst>
          </p:cNvPr>
          <p:cNvSpPr>
            <a:spLocks noGrp="1"/>
          </p:cNvSpPr>
          <p:nvPr>
            <p:ph type="dt" sz="half" idx="2"/>
          </p:nvPr>
        </p:nvSpPr>
        <p:spPr>
          <a:xfrm>
            <a:off x="-19148" y="-9574"/>
            <a:ext cx="0" cy="0"/>
          </a:xfrm>
          <a:prstGeom prst="rect">
            <a:avLst/>
          </a:prstGeom>
          <a:ln w="0">
            <a:solidFill>
              <a:srgbClr val="ECECEC">
                <a:alpha val="0"/>
              </a:srgbClr>
            </a:solidFill>
          </a:ln>
        </p:spPr>
        <p:txBody>
          <a:bodyPr vert="horz" lIns="91440" tIns="45720" rIns="91440" bIns="45720" rtlCol="0" anchor="ctr"/>
          <a:lstStyle>
            <a:lvl1pPr algn="l">
              <a:defRPr sz="100">
                <a:noFill/>
              </a:defRPr>
            </a:lvl1pPr>
          </a:lstStyle>
          <a:p>
            <a:fld id="{E2DC034E-5064-5D44-AD7B-3FA79EE33FFF}" type="datetime1">
              <a:rPr lang="en-CA" smtClean="0"/>
              <a:t>2026-08-19</a:t>
            </a:fld>
            <a:endParaRPr lang="en-US"/>
          </a:p>
        </p:txBody>
      </p:sp>
      <p:sp>
        <p:nvSpPr>
          <p:cNvPr id="6" name="Slide Number Placeholder 5">
            <a:extLst>
              <a:ext uri="{FF2B5EF4-FFF2-40B4-BE49-F238E27FC236}">
                <a16:creationId xmlns:a16="http://schemas.microsoft.com/office/drawing/2014/main" id="{F238199C-0234-B0F4-5D90-9FF3321E874F}"/>
              </a:ext>
            </a:extLst>
          </p:cNvPr>
          <p:cNvSpPr>
            <a:spLocks noGrp="1"/>
          </p:cNvSpPr>
          <p:nvPr>
            <p:ph type="sldNum" sz="quarter" idx="4"/>
          </p:nvPr>
        </p:nvSpPr>
        <p:spPr>
          <a:xfrm>
            <a:off x="11676063" y="6392743"/>
            <a:ext cx="345452" cy="118800"/>
          </a:xfrm>
          <a:prstGeom prst="rect">
            <a:avLst/>
          </a:prstGeom>
        </p:spPr>
        <p:txBody>
          <a:bodyPr vert="horz" lIns="0" tIns="45720" rIns="91440" bIns="45720" rtlCol="0" anchor="ctr"/>
          <a:lstStyle>
            <a:lvl1pPr algn="l">
              <a:defRPr sz="800">
                <a:solidFill>
                  <a:schemeClr val="accent5"/>
                </a:solidFill>
              </a:defRPr>
            </a:lvl1pPr>
          </a:lstStyle>
          <a:p>
            <a:fld id="{081A679B-E68A-BD49-90E3-E1C9C41AED6B}" type="slidenum">
              <a:rPr lang="en-US" smtClean="0"/>
              <a:pPr/>
              <a:t>‹#›</a:t>
            </a:fld>
            <a:endParaRPr lang="en-US"/>
          </a:p>
        </p:txBody>
      </p:sp>
      <p:sp>
        <p:nvSpPr>
          <p:cNvPr id="7" name="Footer Placeholder 2">
            <a:extLst>
              <a:ext uri="{FF2B5EF4-FFF2-40B4-BE49-F238E27FC236}">
                <a16:creationId xmlns:a16="http://schemas.microsoft.com/office/drawing/2014/main" id="{31B1AFAE-419D-3CF7-1AFA-96E1DFEECB4F}"/>
              </a:ext>
            </a:extLst>
          </p:cNvPr>
          <p:cNvSpPr>
            <a:spLocks noGrp="1"/>
          </p:cNvSpPr>
          <p:nvPr>
            <p:ph type="ftr" sz="quarter" idx="3"/>
          </p:nvPr>
        </p:nvSpPr>
        <p:spPr>
          <a:xfrm>
            <a:off x="515937" y="6396925"/>
            <a:ext cx="11029739" cy="118174"/>
          </a:xfrm>
          <a:prstGeom prst="rect">
            <a:avLst/>
          </a:prstGeom>
        </p:spPr>
        <p:txBody>
          <a:bodyPr vert="horz" wrap="square" lIns="0" tIns="0" rIns="0" bIns="0" rtlCol="0" anchor="b">
            <a:no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90000"/>
                  </a:schemeClr>
                </a:solidFill>
                <a:latin typeface="+mn-lt"/>
                <a:ea typeface="+mn-ea"/>
                <a:cs typeface="+mn-cs"/>
              </a:defRPr>
            </a:lvl1pPr>
          </a:lstStyle>
          <a:p>
            <a:endParaRPr lang="en-CA"/>
          </a:p>
        </p:txBody>
      </p:sp>
      <p:sp>
        <p:nvSpPr>
          <p:cNvPr id="9" name="Rechteck 1" descr="{&quot;templafy&quot;:{&quot;id&quot;:&quot;1eb18c22-307f-40e5-8dd3-32c2b483e331&quot;}}">
            <a:extLst>
              <a:ext uri="{FF2B5EF4-FFF2-40B4-BE49-F238E27FC236}">
                <a16:creationId xmlns:a16="http://schemas.microsoft.com/office/drawing/2014/main" id="{26630BBA-9357-B325-A9BC-D5278EC69B37}"/>
              </a:ext>
            </a:extLst>
          </p:cNvPr>
          <p:cNvSpPr>
            <a:spLocks/>
          </p:cNvSpPr>
          <p:nvPr userDrawn="1"/>
        </p:nvSpPr>
        <p:spPr>
          <a:xfrm>
            <a:off x="6784696" y="6396526"/>
            <a:ext cx="4753929" cy="273078"/>
          </a:xfrm>
          <a:prstGeom prst="rect">
            <a:avLst/>
          </a:prstGeom>
          <a:noFill/>
          <a:ln w="10795" cap="flat" cmpd="sng" algn="ctr">
            <a:noFill/>
            <a:prstDash val="solid"/>
          </a:ln>
          <a:effectLst/>
        </p:spPr>
        <p:txBody>
          <a:bodyPr lIns="0" tIns="0" rIns="0" bIns="0" rtlCol="0" anchor="t"/>
          <a:lstStyle/>
          <a:p>
            <a:pPr marL="0" marR="0" lvl="0" indent="0" algn="r" defTabSz="914400" eaLnBrk="1" fontAlgn="auto" latinLnBrk="0" hangingPunct="1">
              <a:lnSpc>
                <a:spcPct val="96000"/>
              </a:lnSpc>
              <a:spcBef>
                <a:spcPts val="0"/>
              </a:spcBef>
              <a:spcAft>
                <a:spcPts val="0"/>
              </a:spcAft>
              <a:buClrTx/>
              <a:buSzTx/>
              <a:buFontTx/>
              <a:buNone/>
              <a:tabLst/>
              <a:defRPr/>
            </a:pPr>
            <a:r>
              <a:rPr lang="en-GB" sz="800" kern="1200" baseline="0" noProof="0">
                <a:solidFill>
                  <a:schemeClr val="accent6">
                    <a:lumMod val="90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3630573929"/>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 id="2147484652" r:id="rId14"/>
    <p:sldLayoutId id="2147484653" r:id="rId15"/>
  </p:sldLayoutIdLst>
  <p:hf hd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177800" indent="-177800" algn="l" defTabSz="914400" rtl="0" eaLnBrk="1" latinLnBrk="0" hangingPunct="1">
        <a:lnSpc>
          <a:spcPct val="90000"/>
        </a:lnSpc>
        <a:spcBef>
          <a:spcPts val="500"/>
        </a:spcBef>
        <a:spcAft>
          <a:spcPts val="300"/>
        </a:spcAft>
        <a:buSzPct val="90000"/>
        <a:buFont typeface="Arial" panose="020B0604020202020204" pitchFamily="34" charset="0"/>
        <a:buChar char="•"/>
        <a:tabLst/>
        <a:defRPr sz="2000" kern="1200">
          <a:solidFill>
            <a:schemeClr val="tx1"/>
          </a:solidFill>
          <a:latin typeface="+mn-lt"/>
          <a:ea typeface="+mn-ea"/>
          <a:cs typeface="+mn-cs"/>
        </a:defRPr>
      </a:lvl1pPr>
      <a:lvl2pPr marL="401638" indent="-177800" algn="l" defTabSz="914400" rtl="0" eaLnBrk="1" latinLnBrk="0" hangingPunct="1">
        <a:lnSpc>
          <a:spcPct val="9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534988" indent="-133350" algn="l" defTabSz="914400" rtl="0" eaLnBrk="1" latinLnBrk="0" hangingPunct="1">
        <a:lnSpc>
          <a:spcPct val="90000"/>
        </a:lnSpc>
        <a:spcBef>
          <a:spcPts val="500"/>
        </a:spcBef>
        <a:buFont typeface="Arial" panose="020B0604020202020204" pitchFamily="34" charset="0"/>
        <a:buChar char="•"/>
        <a:tabLst/>
        <a:defRPr sz="1400" kern="1200">
          <a:solidFill>
            <a:schemeClr val="tx1"/>
          </a:solidFill>
          <a:latin typeface="+mn-lt"/>
          <a:ea typeface="+mn-ea"/>
          <a:cs typeface="+mn-cs"/>
        </a:defRPr>
      </a:lvl3pPr>
      <a:lvl4pPr marL="669925" indent="-134938" algn="l" defTabSz="914400" rtl="0" eaLnBrk="1" latinLnBrk="0" hangingPunct="1">
        <a:lnSpc>
          <a:spcPct val="90000"/>
        </a:lnSpc>
        <a:spcBef>
          <a:spcPts val="500"/>
        </a:spcBef>
        <a:buFont typeface="Arial" panose="020B0604020202020204" pitchFamily="34" charset="0"/>
        <a:buChar char="•"/>
        <a:tabLst/>
        <a:defRPr sz="1200" kern="1200">
          <a:solidFill>
            <a:schemeClr val="tx1"/>
          </a:solidFill>
          <a:latin typeface="+mn-lt"/>
          <a:ea typeface="+mn-ea"/>
          <a:cs typeface="+mn-cs"/>
        </a:defRPr>
      </a:lvl4pPr>
      <a:lvl5pPr marL="803275" indent="-133350" algn="l" defTabSz="914400" rtl="0" eaLnBrk="1" latinLnBrk="0" hangingPunct="1">
        <a:lnSpc>
          <a:spcPct val="90000"/>
        </a:lnSpc>
        <a:spcBef>
          <a:spcPts val="500"/>
        </a:spcBef>
        <a:buFont typeface="Arial" panose="020B0604020202020204" pitchFamily="34" charset="0"/>
        <a:buChar char="•"/>
        <a:tabLst/>
        <a:defRPr sz="1000" kern="1200">
          <a:solidFill>
            <a:schemeClr val="tx1"/>
          </a:solidFill>
          <a:latin typeface="+mn-lt"/>
          <a:ea typeface="+mn-ea"/>
          <a:cs typeface="+mn-cs"/>
        </a:defRPr>
      </a:lvl5pPr>
      <a:lvl6pPr marL="803275" indent="-133350" algn="l" defTabSz="914400" rtl="0" eaLnBrk="1" latinLnBrk="0" hangingPunct="1">
        <a:lnSpc>
          <a:spcPct val="90000"/>
        </a:lnSpc>
        <a:spcBef>
          <a:spcPts val="500"/>
        </a:spcBef>
        <a:buFont typeface="Arial" panose="020B0604020202020204" pitchFamily="34" charset="0"/>
        <a:buChar char="•"/>
        <a:tabLst/>
        <a:defRPr sz="1000" kern="1200">
          <a:solidFill>
            <a:schemeClr val="tx1"/>
          </a:solidFill>
          <a:latin typeface="+mn-lt"/>
          <a:ea typeface="+mn-ea"/>
          <a:cs typeface="+mn-cs"/>
        </a:defRPr>
      </a:lvl6pPr>
      <a:lvl7pPr marL="803275" indent="-133350" algn="l" defTabSz="914400" rtl="0" eaLnBrk="1" latinLnBrk="0" hangingPunct="1">
        <a:lnSpc>
          <a:spcPct val="90000"/>
        </a:lnSpc>
        <a:spcBef>
          <a:spcPts val="500"/>
        </a:spcBef>
        <a:buFont typeface="Arial" panose="020B0604020202020204" pitchFamily="34" charset="0"/>
        <a:buChar char="•"/>
        <a:tabLst/>
        <a:defRPr sz="1000" kern="1200">
          <a:solidFill>
            <a:schemeClr val="tx1"/>
          </a:solidFill>
          <a:latin typeface="+mn-lt"/>
          <a:ea typeface="+mn-ea"/>
          <a:cs typeface="+mn-cs"/>
        </a:defRPr>
      </a:lvl7pPr>
      <a:lvl8pPr marL="803275" indent="-133350" algn="l" defTabSz="914400" rtl="0" eaLnBrk="1" latinLnBrk="0" hangingPunct="1">
        <a:lnSpc>
          <a:spcPct val="90000"/>
        </a:lnSpc>
        <a:spcBef>
          <a:spcPts val="500"/>
        </a:spcBef>
        <a:buFont typeface="Arial" panose="020B0604020202020204" pitchFamily="34" charset="0"/>
        <a:buChar char="•"/>
        <a:tabLst/>
        <a:defRPr sz="1000" kern="1200">
          <a:solidFill>
            <a:schemeClr val="tx1"/>
          </a:solidFill>
          <a:latin typeface="+mn-lt"/>
          <a:ea typeface="+mn-ea"/>
          <a:cs typeface="+mn-cs"/>
        </a:defRPr>
      </a:lvl8pPr>
      <a:lvl9pPr marL="803275" indent="-133350" algn="l" defTabSz="914400" rtl="0" eaLnBrk="1" latinLnBrk="0" hangingPunct="1">
        <a:lnSpc>
          <a:spcPct val="90000"/>
        </a:lnSpc>
        <a:spcBef>
          <a:spcPts val="500"/>
        </a:spcBef>
        <a:buFont typeface="Arial" panose="020B0604020202020204" pitchFamily="34" charset="0"/>
        <a:buChar char="•"/>
        <a:tabLst/>
        <a:defRPr sz="1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84">
          <p15:clr>
            <a:srgbClr val="F26B43"/>
          </p15:clr>
        </p15:guide>
        <p15:guide id="2" pos="325">
          <p15:clr>
            <a:srgbClr val="F26B43"/>
          </p15:clr>
        </p15:guide>
        <p15:guide id="3" orient="horz" pos="391">
          <p15:clr>
            <a:srgbClr val="F26B43"/>
          </p15:clr>
        </p15:guide>
        <p15:guide id="4" pos="7355">
          <p15:clr>
            <a:srgbClr val="F26B43"/>
          </p15:clr>
        </p15:guide>
        <p15:guide id="5" orient="horz" pos="402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gray">
      <p:bgPr>
        <a:solidFill>
          <a:srgbClr val="FFFFFF"/>
        </a:solidFill>
        <a:effectLst/>
      </p:bgPr>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F615DE83-8B18-D336-23D8-9D51BE5A574A}"/>
              </a:ext>
            </a:extLst>
          </p:cNvPr>
          <p:cNvGraphicFramePr>
            <a:graphicFrameLocks noChangeAspect="1"/>
          </p:cNvGraphicFramePr>
          <p:nvPr userDrawn="1">
            <p:custDataLst>
              <p:tags r:id="rId28"/>
            </p:custDataLst>
            <p:extLst>
              <p:ext uri="{D42A27DB-BD31-4B8C-83A1-F6EECF244321}">
                <p14:modId xmlns:p14="http://schemas.microsoft.com/office/powerpoint/2010/main" val="20267562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9" imgW="626" imgH="626" progId="TCLayout.ActiveDocument.1">
                  <p:embed/>
                </p:oleObj>
              </mc:Choice>
              <mc:Fallback>
                <p:oleObj name="think-cell Folie" r:id="rId29" imgW="626" imgH="626" progId="TCLayout.ActiveDocument.1">
                  <p:embed/>
                  <p:pic>
                    <p:nvPicPr>
                      <p:cNvPr id="7" name="Objekt 6" hidden="1">
                        <a:extLst>
                          <a:ext uri="{FF2B5EF4-FFF2-40B4-BE49-F238E27FC236}">
                            <a16:creationId xmlns:a16="http://schemas.microsoft.com/office/drawing/2014/main" id="{F615DE83-8B18-D336-23D8-9D51BE5A574A}"/>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D5872A47-0E6B-4F8D-925D-0C1725B22029}"/>
              </a:ext>
            </a:extLst>
          </p:cNvPr>
          <p:cNvSpPr>
            <a:spLocks noGrp="1"/>
          </p:cNvSpPr>
          <p:nvPr>
            <p:ph type="body" idx="1"/>
          </p:nvPr>
        </p:nvSpPr>
        <p:spPr>
          <a:xfrm>
            <a:off x="495299" y="1719071"/>
            <a:ext cx="11187111" cy="468172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p:cNvSpPr>
            <a:spLocks noGrp="1"/>
          </p:cNvSpPr>
          <p:nvPr>
            <p:ph type="title"/>
          </p:nvPr>
        </p:nvSpPr>
        <p:spPr>
          <a:xfrm>
            <a:off x="495300" y="642645"/>
            <a:ext cx="11187112" cy="361959"/>
          </a:xfrm>
          <a:prstGeom prst="rect">
            <a:avLst/>
          </a:prstGeom>
        </p:spPr>
        <p:txBody>
          <a:bodyPr vert="horz" wrap="square" lIns="0" tIns="0" rIns="0" bIns="0" rtlCol="0" anchor="b">
            <a:spAutoFit/>
          </a:bodyPr>
          <a:lstStyle/>
          <a:p>
            <a:r>
              <a:rPr lang="en-US"/>
              <a:t>Click to edit Master title style</a:t>
            </a:r>
          </a:p>
        </p:txBody>
      </p:sp>
      <p:sp>
        <p:nvSpPr>
          <p:cNvPr id="98" name="TextBox 97"/>
          <p:cNvSpPr txBox="1"/>
          <p:nvPr userDrawn="1"/>
        </p:nvSpPr>
        <p:spPr>
          <a:xfrm>
            <a:off x="11329988" y="6514122"/>
            <a:ext cx="376236" cy="147476"/>
          </a:xfrm>
          <a:prstGeom prst="rect">
            <a:avLst/>
          </a:prstGeom>
        </p:spPr>
        <p:txBody>
          <a:bodyPr vert="horz" wrap="square" lIns="18288" tIns="0" rIns="18288" bIns="9144" rtlCol="0" anchor="b">
            <a:spAutoFit/>
          </a:bodyPr>
          <a:lstStyle>
            <a:defPPr>
              <a:defRPr lang="en-US"/>
            </a:defPPr>
            <a:lvl1pPr>
              <a:defRPr sz="800">
                <a:solidFill>
                  <a:schemeClr val="tx1">
                    <a:tint val="75000"/>
                  </a:schemeClr>
                </a:solidFill>
              </a:defRPr>
            </a:lvl1pPr>
          </a:lstStyle>
          <a:p>
            <a:pPr marL="0" lvl="0" algn="r" defTabSz="914400" rtl="0" eaLnBrk="1" latinLnBrk="0" hangingPunct="1">
              <a:lnSpc>
                <a:spcPct val="125000"/>
              </a:lnSpc>
            </a:pPr>
            <a:fld id="{B01BFD70-D99E-427C-A01B-19B2BB56A3C8}" type="slidenum">
              <a:rPr lang="en-US" sz="800" kern="1200" smtClean="0">
                <a:solidFill>
                  <a:schemeClr val="accent6">
                    <a:lumMod val="75000"/>
                  </a:schemeClr>
                </a:solidFill>
                <a:latin typeface="+mn-lt"/>
                <a:ea typeface="+mn-ea"/>
                <a:cs typeface="+mn-cs"/>
              </a:rPr>
              <a:pPr marL="0" lvl="0" algn="r" defTabSz="914400" rtl="0" eaLnBrk="1" latinLnBrk="0" hangingPunct="1">
                <a:lnSpc>
                  <a:spcPct val="125000"/>
                </a:lnSpc>
              </a:pPr>
              <a:t>‹#›</a:t>
            </a:fld>
            <a:endParaRPr lang="en-US" sz="800" kern="1200">
              <a:solidFill>
                <a:schemeClr val="accent6">
                  <a:lumMod val="75000"/>
                </a:schemeClr>
              </a:solidFill>
              <a:latin typeface="+mn-lt"/>
              <a:ea typeface="+mn-ea"/>
              <a:cs typeface="+mn-cs"/>
            </a:endParaRPr>
          </a:p>
        </p:txBody>
      </p:sp>
      <p:sp>
        <p:nvSpPr>
          <p:cNvPr id="5" name="Footer Placeholder 2">
            <a:extLst>
              <a:ext uri="{FF2B5EF4-FFF2-40B4-BE49-F238E27FC236}">
                <a16:creationId xmlns:a16="http://schemas.microsoft.com/office/drawing/2014/main" id="{E149C81B-6BB7-4307-8233-8B2113C697AE}"/>
              </a:ext>
            </a:extLst>
          </p:cNvPr>
          <p:cNvSpPr>
            <a:spLocks noGrp="1"/>
          </p:cNvSpPr>
          <p:nvPr>
            <p:ph type="ftr" sz="quarter" idx="3"/>
          </p:nvPr>
        </p:nvSpPr>
        <p:spPr>
          <a:xfrm>
            <a:off x="495300" y="6532895"/>
            <a:ext cx="5943600" cy="118174"/>
          </a:xfrm>
          <a:prstGeom prst="rect">
            <a:avLst/>
          </a:prstGeom>
        </p:spPr>
        <p:txBody>
          <a:bodyPr vert="horz" wrap="square" lIns="0" tIns="0" rIns="0" bIns="0" rtlCol="0" anchor="b">
            <a:spAutoFit/>
          </a:bodyPr>
          <a:lstStyle>
            <a:lvl1pPr marL="0" algn="l" defTabSz="685800" rtl="0" eaLnBrk="1" latinLnBrk="0" hangingPunct="1">
              <a:lnSpc>
                <a:spcPct val="96000"/>
              </a:lnSpc>
              <a:spcBef>
                <a:spcPts val="0"/>
              </a:spcBef>
              <a:spcAft>
                <a:spcPts val="225"/>
              </a:spcAft>
              <a:buClr>
                <a:srgbClr val="3253DC"/>
              </a:buClr>
              <a:buFont typeface="Arial" panose="020B0604020202020204" pitchFamily="34" charset="0"/>
              <a:buNone/>
              <a:defRPr lang="en-US" sz="800" kern="1200" baseline="0" smtClean="0">
                <a:solidFill>
                  <a:schemeClr val="accent6">
                    <a:lumMod val="75000"/>
                  </a:schemeClr>
                </a:solidFill>
                <a:latin typeface="+mn-lt"/>
                <a:ea typeface="+mn-ea"/>
                <a:cs typeface="+mn-cs"/>
              </a:defRPr>
            </a:lvl1pPr>
          </a:lstStyle>
          <a:p>
            <a:endParaRPr lang="en-US"/>
          </a:p>
        </p:txBody>
      </p:sp>
      <p:sp>
        <p:nvSpPr>
          <p:cNvPr id="3" name="Rechteck 1" descr="{&quot;templafy&quot;:{&quot;id&quot;:&quot;6e5405ce-5522-489f-8a67-74c5de8a63c4&quot;}}">
            <a:extLst>
              <a:ext uri="{FF2B5EF4-FFF2-40B4-BE49-F238E27FC236}">
                <a16:creationId xmlns:a16="http://schemas.microsoft.com/office/drawing/2014/main" id="{58CB0D54-C924-CFE7-8B46-CDCBDCC3F514}"/>
              </a:ext>
            </a:extLst>
          </p:cNvPr>
          <p:cNvSpPr/>
          <p:nvPr userDrawn="1"/>
        </p:nvSpPr>
        <p:spPr>
          <a:xfrm>
            <a:off x="6576059" y="6534000"/>
            <a:ext cx="4753929" cy="117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r">
              <a:lnSpc>
                <a:spcPct val="96000"/>
              </a:lnSpc>
            </a:pPr>
            <a:r>
              <a:rPr lang="en-GB" sz="800" kern="1200" baseline="0">
                <a:solidFill>
                  <a:schemeClr val="accent6">
                    <a:lumMod val="75000"/>
                  </a:schemeClr>
                </a:solidFill>
                <a:latin typeface="+mn-lt"/>
                <a:ea typeface="+mn-ea"/>
                <a:cs typeface="+mn-cs"/>
              </a:rPr>
              <a:t>Confidential - Qualcomm Technologies, Inc. and/or its affiliated companies - May Contain Trade Secrets</a:t>
            </a:r>
          </a:p>
        </p:txBody>
      </p:sp>
    </p:spTree>
    <p:extLst>
      <p:ext uri="{BB962C8B-B14F-4D97-AF65-F5344CB8AC3E}">
        <p14:creationId xmlns:p14="http://schemas.microsoft.com/office/powerpoint/2010/main" val="2178262563"/>
      </p:ext>
    </p:extLst>
  </p:cSld>
  <p:clrMap bg1="lt1" tx1="dk1" bg2="lt2" tx2="dk2" accent1="accent1" accent2="accent2" accent3="accent3" accent4="accent4" accent5="accent5" accent6="accent6" hlink="hlink" folHlink="folHlink"/>
  <p:sldLayoutIdLst>
    <p:sldLayoutId id="2147484814" r:id="rId1"/>
    <p:sldLayoutId id="2147484815" r:id="rId2"/>
    <p:sldLayoutId id="2147484818" r:id="rId3"/>
    <p:sldLayoutId id="2147484819" r:id="rId4"/>
    <p:sldLayoutId id="2147484820" r:id="rId5"/>
    <p:sldLayoutId id="2147484821" r:id="rId6"/>
    <p:sldLayoutId id="2147484822" r:id="rId7"/>
    <p:sldLayoutId id="2147484823" r:id="rId8"/>
    <p:sldLayoutId id="2147484824" r:id="rId9"/>
    <p:sldLayoutId id="2147484825" r:id="rId10"/>
    <p:sldLayoutId id="2147484826" r:id="rId11"/>
    <p:sldLayoutId id="2147484827" r:id="rId12"/>
    <p:sldLayoutId id="2147484829" r:id="rId13"/>
    <p:sldLayoutId id="2147484830" r:id="rId14"/>
    <p:sldLayoutId id="2147484832" r:id="rId15"/>
    <p:sldLayoutId id="2147484833" r:id="rId16"/>
    <p:sldLayoutId id="2147484834" r:id="rId17"/>
    <p:sldLayoutId id="2147484835" r:id="rId18"/>
    <p:sldLayoutId id="2147484836" r:id="rId19"/>
    <p:sldLayoutId id="2147484837" r:id="rId20"/>
    <p:sldLayoutId id="2147484838" r:id="rId21"/>
    <p:sldLayoutId id="2147484839" r:id="rId22"/>
    <p:sldLayoutId id="2147484840" r:id="rId23"/>
    <p:sldLayoutId id="2147484841" r:id="rId24"/>
    <p:sldLayoutId id="2147484842" r:id="rId25"/>
    <p:sldLayoutId id="2147484843"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84000"/>
        </a:lnSpc>
        <a:spcBef>
          <a:spcPct val="0"/>
        </a:spcBef>
        <a:buNone/>
        <a:defRPr sz="2800" kern="1200" baseline="0">
          <a:solidFill>
            <a:schemeClr val="tx2"/>
          </a:solidFill>
          <a:latin typeface="+mj-lt"/>
          <a:ea typeface="+mj-ea"/>
          <a:cs typeface="+mj-cs"/>
        </a:defRPr>
      </a:lvl1pPr>
    </p:titleStyle>
    <p:bodyStyle>
      <a:lvl1pPr marL="171450" indent="-171450" algn="l" defTabSz="914400" rtl="0" eaLnBrk="1" latinLnBrk="0" hangingPunct="1">
        <a:lnSpc>
          <a:spcPct val="95000"/>
        </a:lnSpc>
        <a:spcBef>
          <a:spcPts val="900"/>
        </a:spcBef>
        <a:spcAft>
          <a:spcPts val="300"/>
        </a:spcAft>
        <a:buClrTx/>
        <a:buFont typeface="Arial" panose="020B0604020202020204" pitchFamily="34" charset="0"/>
        <a:buChar char="•"/>
        <a:defRPr sz="2000" kern="1200" baseline="0">
          <a:solidFill>
            <a:schemeClr val="tx2"/>
          </a:solidFill>
          <a:latin typeface="+mn-lt"/>
          <a:ea typeface="+mn-ea"/>
          <a:cs typeface="+mn-cs"/>
        </a:defRPr>
      </a:lvl1pPr>
      <a:lvl2pPr marL="342900" indent="-152400" algn="l" defTabSz="914400" rtl="0" eaLnBrk="1" latinLnBrk="0" hangingPunct="1">
        <a:lnSpc>
          <a:spcPct val="100000"/>
        </a:lnSpc>
        <a:spcBef>
          <a:spcPts val="225"/>
        </a:spcBef>
        <a:spcAft>
          <a:spcPts val="225"/>
        </a:spcAft>
        <a:buClrTx/>
        <a:buFont typeface="Arial" panose="020B0604020202020204" pitchFamily="34" charset="0"/>
        <a:buChar char="•"/>
        <a:tabLst>
          <a:tab pos="2003425" algn="l"/>
        </a:tabLst>
        <a:defRPr sz="1600" kern="1200" baseline="0">
          <a:solidFill>
            <a:schemeClr val="tx2"/>
          </a:solidFill>
          <a:latin typeface="+mn-lt"/>
          <a:ea typeface="+mn-ea"/>
          <a:cs typeface="+mn-cs"/>
        </a:defRPr>
      </a:lvl2pPr>
      <a:lvl3pPr marL="457200" indent="-101600" algn="l" defTabSz="914400" rtl="0" eaLnBrk="1" latinLnBrk="0" hangingPunct="1">
        <a:lnSpc>
          <a:spcPct val="105000"/>
        </a:lnSpc>
        <a:spcBef>
          <a:spcPts val="150"/>
        </a:spcBef>
        <a:spcAft>
          <a:spcPts val="150"/>
        </a:spcAft>
        <a:buClrTx/>
        <a:buFont typeface="Arial" panose="020B0604020202020204" pitchFamily="34" charset="0"/>
        <a:buChar char="•"/>
        <a:defRPr lang="en-US" sz="1200" kern="1200" dirty="0" smtClean="0">
          <a:solidFill>
            <a:schemeClr val="tx2"/>
          </a:solidFill>
          <a:latin typeface="+mn-lt"/>
          <a:ea typeface="+mn-ea"/>
          <a:cs typeface="+mn-cs"/>
        </a:defRPr>
      </a:lvl3pPr>
      <a:lvl4pPr marL="571500" indent="-100584" algn="l" defTabSz="914400" rtl="0" eaLnBrk="1" latinLnBrk="0" hangingPunct="1">
        <a:lnSpc>
          <a:spcPct val="105000"/>
        </a:lnSpc>
        <a:spcBef>
          <a:spcPts val="75"/>
        </a:spcBef>
        <a:spcAft>
          <a:spcPts val="75"/>
        </a:spcAft>
        <a:buClrTx/>
        <a:buFont typeface="Arial" panose="020B0604020202020204" pitchFamily="34" charset="0"/>
        <a:buChar char="•"/>
        <a:tabLst/>
        <a:defRPr sz="800" kern="1200">
          <a:solidFill>
            <a:schemeClr val="tx2"/>
          </a:solidFill>
          <a:latin typeface="+mn-lt"/>
          <a:ea typeface="+mn-ea"/>
          <a:cs typeface="+mn-cs"/>
        </a:defRPr>
      </a:lvl4pPr>
      <a:lvl5pPr marL="174625" indent="-174625" algn="l" defTabSz="914400" rtl="0" eaLnBrk="1" latinLnBrk="0" hangingPunct="1">
        <a:lnSpc>
          <a:spcPct val="95000"/>
        </a:lnSpc>
        <a:spcBef>
          <a:spcPts val="900"/>
        </a:spcBef>
        <a:spcAft>
          <a:spcPts val="300"/>
        </a:spcAft>
        <a:buClrTx/>
        <a:buFont typeface="Arial" panose="020B0604020202020204" pitchFamily="34" charset="0"/>
        <a:buChar char="•"/>
        <a:tabLst/>
        <a:defRPr sz="2000" b="1" kern="1200" spc="60" baseline="0">
          <a:solidFill>
            <a:schemeClr val="tx2"/>
          </a:solidFill>
          <a:latin typeface="+mn-lt"/>
          <a:ea typeface="+mn-ea"/>
          <a:cs typeface="+mn-cs"/>
        </a:defRPr>
      </a:lvl5pPr>
      <a:lvl6pPr marL="0" indent="0" algn="l" defTabSz="914400" rtl="0" eaLnBrk="1" latinLnBrk="0" hangingPunct="1">
        <a:lnSpc>
          <a:spcPct val="96000"/>
        </a:lnSpc>
        <a:spcBef>
          <a:spcPts val="0"/>
        </a:spcBef>
        <a:buFont typeface="Microsoft Sans Serif" panose="020B0604020202020204" pitchFamily="34" charset="0"/>
        <a:buChar char="​"/>
        <a:defRPr sz="2100" kern="1200">
          <a:solidFill>
            <a:schemeClr val="tx1"/>
          </a:solidFill>
          <a:latin typeface="+mn-lt"/>
          <a:ea typeface="+mn-ea"/>
          <a:cs typeface="+mn-cs"/>
        </a:defRPr>
      </a:lvl6pPr>
      <a:lvl7pPr marL="0" indent="0" algn="l" defTabSz="914400" rtl="0" eaLnBrk="1" latinLnBrk="0" hangingPunct="1">
        <a:lnSpc>
          <a:spcPct val="107000"/>
        </a:lnSpc>
        <a:spcBef>
          <a:spcPts val="1200"/>
        </a:spcBef>
        <a:buFont typeface="Microsoft Sans Serif" panose="020B0604020202020204" pitchFamily="34" charset="0"/>
        <a:buChar char="​"/>
        <a:defRPr sz="1600" kern="1200" baseline="0">
          <a:solidFill>
            <a:schemeClr val="tx1"/>
          </a:solidFill>
          <a:latin typeface="+mn-lt"/>
          <a:ea typeface="+mn-ea"/>
          <a:cs typeface="+mn-cs"/>
        </a:defRPr>
      </a:lvl7pPr>
      <a:lvl8pPr marL="0" indent="0" algn="l" defTabSz="914400" rtl="0" eaLnBrk="1" latinLnBrk="0" hangingPunct="1">
        <a:lnSpc>
          <a:spcPct val="87000"/>
        </a:lnSpc>
        <a:spcBef>
          <a:spcPts val="1800"/>
        </a:spcBef>
        <a:buSzPct val="100000"/>
        <a:buFont typeface="Microsoft Sans Serif" panose="020B0604020202020204" pitchFamily="34" charset="0"/>
        <a:buChar char="​"/>
        <a:defRPr lang="en-US" sz="5500" kern="1200" baseline="0" dirty="0" smtClean="0">
          <a:solidFill>
            <a:schemeClr val="tx1"/>
          </a:solidFill>
          <a:latin typeface="+mn-lt"/>
          <a:ea typeface="+mn-ea"/>
          <a:cs typeface="+mn-cs"/>
        </a:defRPr>
      </a:lvl8pPr>
      <a:lvl9pPr marL="0" indent="0" algn="l" defTabSz="914400" rtl="0" eaLnBrk="1" latinLnBrk="0" hangingPunct="1">
        <a:lnSpc>
          <a:spcPct val="87000"/>
        </a:lnSpc>
        <a:spcBef>
          <a:spcPts val="1800"/>
        </a:spcBef>
        <a:buFont typeface="Microsoft Sans Serif" panose="020B0604020202020204" pitchFamily="34" charset="0"/>
        <a:buChar char="​"/>
        <a:defRPr sz="68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04">
          <p15:clr>
            <a:srgbClr val="F26B43"/>
          </p15:clr>
        </p15:guide>
        <p15:guide id="2" pos="303">
          <p15:clr>
            <a:srgbClr val="F26B43"/>
          </p15:clr>
        </p15:guide>
        <p15:guide id="3" orient="horz" pos="1076">
          <p15:clr>
            <a:srgbClr val="F26B43"/>
          </p15:clr>
        </p15:guide>
        <p15:guide id="4" orient="horz" pos="216">
          <p15:clr>
            <a:srgbClr val="F26B43"/>
          </p15:clr>
        </p15:guide>
        <p15:guide id="6" pos="7368">
          <p15:clr>
            <a:srgbClr val="F26B43"/>
          </p15:clr>
        </p15:guide>
        <p15:guide id="7" orient="horz" pos="4320">
          <p15:clr>
            <a:srgbClr val="F26B43"/>
          </p15:clr>
        </p15:guide>
        <p15:guide id="8" orient="horz" pos="648">
          <p15:clr>
            <a:srgbClr val="F26B43"/>
          </p15:clr>
        </p15:guide>
        <p15:guide id="9" pos="3912">
          <p15:clr>
            <a:srgbClr val="F26B43"/>
          </p15:clr>
        </p15:guide>
        <p15:guide id="10" pos="756">
          <p15:clr>
            <a:srgbClr val="F26B43"/>
          </p15:clr>
        </p15:guide>
        <p15:guide id="11" pos="908">
          <p15:clr>
            <a:srgbClr val="F26B43"/>
          </p15:clr>
        </p15:guide>
        <p15:guide id="12" pos="1361">
          <p15:clr>
            <a:srgbClr val="F26B43"/>
          </p15:clr>
        </p15:guide>
        <p15:guide id="13" pos="1513">
          <p15:clr>
            <a:srgbClr val="F26B43"/>
          </p15:clr>
        </p15:guide>
        <p15:guide id="14" pos="1955">
          <p15:clr>
            <a:srgbClr val="F26B43"/>
          </p15:clr>
        </p15:guide>
        <p15:guide id="15" pos="2106">
          <p15:clr>
            <a:srgbClr val="F26B43"/>
          </p15:clr>
        </p15:guide>
        <p15:guide id="16" pos="2554">
          <p15:clr>
            <a:srgbClr val="F26B43"/>
          </p15:clr>
        </p15:guide>
        <p15:guide id="17" pos="2717">
          <p15:clr>
            <a:srgbClr val="F26B43"/>
          </p15:clr>
        </p15:guide>
        <p15:guide id="18" pos="3159">
          <p15:clr>
            <a:srgbClr val="F26B43"/>
          </p15:clr>
        </p15:guide>
        <p15:guide id="19" pos="3316">
          <p15:clr>
            <a:srgbClr val="F26B43"/>
          </p15:clr>
        </p15:guide>
        <p15:guide id="20" pos="3759">
          <p15:clr>
            <a:srgbClr val="F26B43"/>
          </p15:clr>
        </p15:guide>
        <p15:guide id="21" pos="4364">
          <p15:clr>
            <a:srgbClr val="F26B43"/>
          </p15:clr>
        </p15:guide>
        <p15:guide id="22" pos="4509">
          <p15:clr>
            <a:srgbClr val="F26B43"/>
          </p15:clr>
        </p15:guide>
        <p15:guide id="23" pos="4968">
          <p15:clr>
            <a:srgbClr val="F26B43"/>
          </p15:clr>
        </p15:guide>
        <p15:guide id="24" pos="5114">
          <p15:clr>
            <a:srgbClr val="F26B43"/>
          </p15:clr>
        </p15:guide>
        <p15:guide id="25" pos="5562">
          <p15:clr>
            <a:srgbClr val="F26B43"/>
          </p15:clr>
        </p15:guide>
        <p15:guide id="26" pos="5713">
          <p15:clr>
            <a:srgbClr val="F26B43"/>
          </p15:clr>
        </p15:guide>
        <p15:guide id="27" pos="6161">
          <p15:clr>
            <a:srgbClr val="F26B43"/>
          </p15:clr>
        </p15:guide>
        <p15:guide id="28" pos="6319">
          <p15:clr>
            <a:srgbClr val="F26B43"/>
          </p15:clr>
        </p15:guide>
        <p15:guide id="29" pos="6761">
          <p15:clr>
            <a:srgbClr val="F26B43"/>
          </p15:clr>
        </p15:guide>
        <p15:guide id="30" pos="6918">
          <p15:clr>
            <a:srgbClr val="F26B43"/>
          </p15:clr>
        </p15:guide>
        <p15:guide id="32" pos="7680">
          <p15:clr>
            <a:srgbClr val="F26B43"/>
          </p15:clr>
        </p15:guide>
        <p15:guide id="33">
          <p15:clr>
            <a:srgbClr val="F26B43"/>
          </p15:clr>
        </p15:guide>
        <p15:guide id="34" orient="horz" pos="431">
          <p15:clr>
            <a:srgbClr val="F26B43"/>
          </p15:clr>
        </p15:guide>
        <p15:guide id="35" orient="horz" pos="861">
          <p15:clr>
            <a:srgbClr val="F26B43"/>
          </p15:clr>
        </p15:guide>
        <p15:guide id="36" orient="horz" pos="1297">
          <p15:clr>
            <a:srgbClr val="F26B43"/>
          </p15:clr>
        </p15:guide>
        <p15:guide id="37" orient="horz" pos="1513">
          <p15:clr>
            <a:srgbClr val="F26B43"/>
          </p15:clr>
        </p15:guide>
        <p15:guide id="38" orient="horz" pos="1728">
          <p15:clr>
            <a:srgbClr val="F26B43"/>
          </p15:clr>
        </p15:guide>
        <p15:guide id="39" orient="horz" pos="1943">
          <p15:clr>
            <a:srgbClr val="F26B43"/>
          </p15:clr>
        </p15:guide>
        <p15:guide id="40" orient="horz" pos="2159">
          <p15:clr>
            <a:srgbClr val="F26B43"/>
          </p15:clr>
        </p15:guide>
        <p15:guide id="41" orient="horz">
          <p15:clr>
            <a:srgbClr val="F26B43"/>
          </p15:clr>
        </p15:guide>
        <p15:guide id="42" orient="horz" pos="2374">
          <p15:clr>
            <a:srgbClr val="F26B43"/>
          </p15:clr>
        </p15:guide>
        <p15:guide id="43" orient="horz" pos="2589">
          <p15:clr>
            <a:srgbClr val="F26B43"/>
          </p15:clr>
        </p15:guide>
        <p15:guide id="44" orient="horz" pos="2804">
          <p15:clr>
            <a:srgbClr val="F26B43"/>
          </p15:clr>
        </p15:guide>
        <p15:guide id="45" orient="horz" pos="3025">
          <p15:clr>
            <a:srgbClr val="F26B43"/>
          </p15:clr>
        </p15:guide>
        <p15:guide id="46" orient="horz" pos="3241">
          <p15:clr>
            <a:srgbClr val="F26B43"/>
          </p15:clr>
        </p15:guide>
        <p15:guide id="47" orient="horz" pos="3456">
          <p15:clr>
            <a:srgbClr val="F26B43"/>
          </p15:clr>
        </p15:guide>
        <p15:guide id="48" orient="horz" pos="3671">
          <p15:clr>
            <a:srgbClr val="F26B43"/>
          </p15:clr>
        </p15:guide>
        <p15:guide id="49" orient="horz" pos="388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20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cxnSp>
        <p:nvCxnSpPr>
          <p:cNvPr id="3" name="Connector 2"/>
          <p:cNvCxnSpPr/>
          <p:nvPr/>
        </p:nvCxnSpPr>
        <p:spPr>
          <a:xfrm>
            <a:off x="9982200" y="3810000"/>
            <a:ext cx="711200" cy="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896600" y="3810000"/>
            <a:ext cx="787400" cy="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976115" y="3902830"/>
            <a:ext cx="705116" cy="9283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882692" y="4022183"/>
            <a:ext cx="780664" cy="10277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957966" y="3994072"/>
            <a:ext cx="686966" cy="184072"/>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841209" y="4230736"/>
            <a:ext cx="760570" cy="20379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928063" y="4082164"/>
            <a:ext cx="657063" cy="27216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772858" y="4432090"/>
            <a:ext cx="727463" cy="301325"/>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886917" y="4165600"/>
            <a:ext cx="615917" cy="35560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678810" y="4622800"/>
            <a:ext cx="681909" cy="39370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835232" y="4242951"/>
            <a:ext cx="564233" cy="432951"/>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560675" y="4799602"/>
            <a:ext cx="624686" cy="479339"/>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773894" y="4312894"/>
            <a:ext cx="502894" cy="50289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420472" y="4959472"/>
            <a:ext cx="556776" cy="55677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703951" y="4374232"/>
            <a:ext cx="432951" cy="56423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260602" y="5099675"/>
            <a:ext cx="479339" cy="62468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626600" y="4425917"/>
            <a:ext cx="355600" cy="615917"/>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083800" y="5217810"/>
            <a:ext cx="393700" cy="681909"/>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543164" y="4467063"/>
            <a:ext cx="272164" cy="65706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893090" y="5311858"/>
            <a:ext cx="301325" cy="72746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455072" y="4496966"/>
            <a:ext cx="184072" cy="68696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91736" y="5380209"/>
            <a:ext cx="203794" cy="76057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363830" y="4515115"/>
            <a:ext cx="92830" cy="70511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483183" y="5421692"/>
            <a:ext cx="102776" cy="78066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271000" y="4521200"/>
            <a:ext cx="0" cy="71120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71000" y="5435600"/>
            <a:ext cx="0" cy="78740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9085339" y="4515115"/>
            <a:ext cx="92830" cy="70511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8956040" y="5421692"/>
            <a:ext cx="102776" cy="78066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8902855" y="4496966"/>
            <a:ext cx="184072" cy="68696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8646469" y="5380209"/>
            <a:ext cx="203794" cy="76057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8726671" y="4467063"/>
            <a:ext cx="272164" cy="65706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8347584" y="5311858"/>
            <a:ext cx="301325" cy="72746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8559800" y="4425917"/>
            <a:ext cx="355600" cy="615917"/>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8064500" y="5217810"/>
            <a:ext cx="393700" cy="681909"/>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8405097" y="4374232"/>
            <a:ext cx="432951" cy="56423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7802058" y="5099675"/>
            <a:ext cx="479339" cy="62468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8265211" y="4312894"/>
            <a:ext cx="502894" cy="50289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7564751" y="4959472"/>
            <a:ext cx="556776" cy="55677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8142534" y="4242951"/>
            <a:ext cx="564233" cy="432951"/>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7356638" y="4799602"/>
            <a:ext cx="624686" cy="479339"/>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8039165" y="4165600"/>
            <a:ext cx="615917" cy="35560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7181280" y="4622800"/>
            <a:ext cx="681909" cy="39370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7956873" y="4082164"/>
            <a:ext cx="657063" cy="27216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7041678" y="4432090"/>
            <a:ext cx="727463" cy="301325"/>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7897067" y="3994072"/>
            <a:ext cx="686966" cy="184072"/>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6940220" y="4230736"/>
            <a:ext cx="760570" cy="20379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7860768" y="3902830"/>
            <a:ext cx="705116" cy="9283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6878643" y="4022183"/>
            <a:ext cx="780664" cy="10277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7848600" y="3810000"/>
            <a:ext cx="711200" cy="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858000" y="3810000"/>
            <a:ext cx="787400" cy="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7860768" y="3624339"/>
            <a:ext cx="705116" cy="9283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6878643" y="3495040"/>
            <a:ext cx="780664" cy="10277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7897067" y="3441855"/>
            <a:ext cx="686966" cy="184072"/>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6940220" y="3185469"/>
            <a:ext cx="760570" cy="20379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7956873" y="3265671"/>
            <a:ext cx="657063" cy="27216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7041678" y="2886584"/>
            <a:ext cx="727463" cy="301325"/>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8039165" y="3098800"/>
            <a:ext cx="615917" cy="35560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7181280" y="2603500"/>
            <a:ext cx="681909" cy="39370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8142534" y="2944097"/>
            <a:ext cx="564233" cy="432951"/>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7356638" y="2341058"/>
            <a:ext cx="624686" cy="479339"/>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8265211" y="2804211"/>
            <a:ext cx="502894" cy="50289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7564751" y="2103751"/>
            <a:ext cx="556776" cy="55677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8405097" y="2681534"/>
            <a:ext cx="432951" cy="56423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7802058" y="1895638"/>
            <a:ext cx="479339" cy="62468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8559800" y="2578165"/>
            <a:ext cx="355600" cy="615917"/>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8064499" y="1720280"/>
            <a:ext cx="393701" cy="681909"/>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8726671" y="2495873"/>
            <a:ext cx="272164" cy="65706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8347584" y="1580678"/>
            <a:ext cx="301325" cy="72746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8902855" y="2436067"/>
            <a:ext cx="184072" cy="68696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8646469" y="1479220"/>
            <a:ext cx="203794" cy="76057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9085339" y="2399768"/>
            <a:ext cx="92830" cy="70511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8956040" y="1417643"/>
            <a:ext cx="102776" cy="78066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9271000" y="2387600"/>
            <a:ext cx="0" cy="71120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9271000" y="1397000"/>
            <a:ext cx="0" cy="78740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9363830" y="2399768"/>
            <a:ext cx="92830" cy="70511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9483183" y="1417643"/>
            <a:ext cx="102776" cy="78066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9455072" y="2436067"/>
            <a:ext cx="184072" cy="68696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9691736" y="1479220"/>
            <a:ext cx="203794" cy="76057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9543164" y="2495873"/>
            <a:ext cx="272164" cy="65706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9893090" y="1580678"/>
            <a:ext cx="301325" cy="72746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9626600" y="2578165"/>
            <a:ext cx="355600" cy="615917"/>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083800" y="1720280"/>
            <a:ext cx="393700" cy="681909"/>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9703951" y="2681534"/>
            <a:ext cx="432951" cy="564233"/>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0260602" y="1895638"/>
            <a:ext cx="479339" cy="62468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773894" y="2804211"/>
            <a:ext cx="502894" cy="50289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0420472" y="2103751"/>
            <a:ext cx="556776" cy="55677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9835232" y="2944097"/>
            <a:ext cx="564233" cy="432951"/>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60675" y="2341058"/>
            <a:ext cx="624686" cy="479339"/>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886917" y="3098799"/>
            <a:ext cx="615917" cy="355601"/>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0678810" y="2603499"/>
            <a:ext cx="681909" cy="39370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9928063" y="3265671"/>
            <a:ext cx="657063" cy="27216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772858" y="2886584"/>
            <a:ext cx="727463" cy="301325"/>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957966" y="3441855"/>
            <a:ext cx="686966" cy="184072"/>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0841209" y="3185469"/>
            <a:ext cx="760570" cy="203794"/>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9976115" y="3624339"/>
            <a:ext cx="705116" cy="92830"/>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882692" y="3495040"/>
            <a:ext cx="780664" cy="102776"/>
          </a:xfrm>
          <a:prstGeom prst="line">
            <a:avLst/>
          </a:prstGeom>
          <a:ln w="10160">
            <a:solidFill>
              <a:srgbClr val="2A2AEA"/>
            </a:solidFill>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8674100" y="3213100"/>
            <a:ext cx="1193800" cy="1193800"/>
          </a:xfrm>
          <a:prstGeom prst="ellipse">
            <a:avLst/>
          </a:prstGeom>
          <a:solidFill>
            <a:srgbClr val="020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00" name="TextBox 99"/>
          <p:cNvSpPr txBox="1"/>
          <p:nvPr/>
        </p:nvSpPr>
        <p:spPr>
          <a:xfrm>
            <a:off x="8915400" y="3416300"/>
            <a:ext cx="711200" cy="787400"/>
          </a:xfrm>
          <a:prstGeom prst="rect">
            <a:avLst/>
          </a:prstGeom>
          <a:noFill/>
        </p:spPr>
        <p:txBody>
          <a:bodyPr wrap="square" lIns="0" tIns="0" rIns="0" bIns="0" anchor="ctr">
            <a:spAutoFit/>
          </a:bodyPr>
          <a:lstStyle/>
          <a:p>
            <a:pPr algn="ctr">
              <a:lnSpc>
                <a:spcPct val="100000"/>
              </a:lnSpc>
              <a:spcBef>
                <a:spcPts val="0"/>
              </a:spcBef>
              <a:spcAft>
                <a:spcPts val="0"/>
              </a:spcAft>
            </a:pPr>
            <a:r>
              <a:rPr lang="en-US" sz="3700" b="0" noProof="0" dirty="0">
                <a:solidFill>
                  <a:srgbClr val="FFFFFF"/>
                </a:solidFill>
                <a:latin typeface="Aptos Display"/>
              </a:rPr>
              <a:t>Q</a:t>
            </a:r>
          </a:p>
        </p:txBody>
      </p:sp>
      <p:sp>
        <p:nvSpPr>
          <p:cNvPr id="101" name="TextBox 100"/>
          <p:cNvSpPr txBox="1"/>
          <p:nvPr/>
        </p:nvSpPr>
        <p:spPr>
          <a:xfrm>
            <a:off x="609600" y="431800"/>
            <a:ext cx="1778000" cy="304800"/>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FFFFFF"/>
                </a:solidFill>
                <a:latin typeface="Aptos Display"/>
              </a:rPr>
              <a:t>Qualcomm</a:t>
            </a:r>
          </a:p>
        </p:txBody>
      </p:sp>
      <p:sp>
        <p:nvSpPr>
          <p:cNvPr id="102" name="TextBox 101"/>
          <p:cNvSpPr txBox="1"/>
          <p:nvPr/>
        </p:nvSpPr>
        <p:spPr>
          <a:xfrm>
            <a:off x="685800" y="2336800"/>
            <a:ext cx="5461000" cy="609600"/>
          </a:xfrm>
          <a:prstGeom prst="rect">
            <a:avLst/>
          </a:prstGeom>
          <a:noFill/>
        </p:spPr>
        <p:txBody>
          <a:bodyPr wrap="square" lIns="0" tIns="0" rIns="0" bIns="0" anchor="t">
            <a:spAutoFit/>
          </a:bodyPr>
          <a:lstStyle/>
          <a:p>
            <a:pPr>
              <a:lnSpc>
                <a:spcPct val="100000"/>
              </a:lnSpc>
              <a:spcBef>
                <a:spcPts val="0"/>
              </a:spcBef>
              <a:spcAft>
                <a:spcPts val="0"/>
              </a:spcAft>
            </a:pPr>
            <a:r>
              <a:rPr lang="en-US" sz="3100" b="0" noProof="0" dirty="0">
                <a:solidFill>
                  <a:srgbClr val="FFFFFF"/>
                </a:solidFill>
                <a:latin typeface="Aptos Display"/>
              </a:rPr>
              <a:t>Attrition Model</a:t>
            </a:r>
          </a:p>
        </p:txBody>
      </p:sp>
      <p:sp>
        <p:nvSpPr>
          <p:cNvPr id="103" name="TextBox 102"/>
          <p:cNvSpPr txBox="1"/>
          <p:nvPr/>
        </p:nvSpPr>
        <p:spPr>
          <a:xfrm>
            <a:off x="698500" y="3073400"/>
            <a:ext cx="5461000" cy="889000"/>
          </a:xfrm>
          <a:prstGeom prst="rect">
            <a:avLst/>
          </a:prstGeom>
          <a:noFill/>
        </p:spPr>
        <p:txBody>
          <a:bodyPr wrap="square" lIns="0" tIns="0" rIns="0" bIns="0" anchor="t">
            <a:spAutoFit/>
          </a:bodyPr>
          <a:lstStyle/>
          <a:p>
            <a:pPr>
              <a:lnSpc>
                <a:spcPct val="100000"/>
              </a:lnSpc>
              <a:spcBef>
                <a:spcPts val="0"/>
              </a:spcBef>
              <a:spcAft>
                <a:spcPts val="0"/>
              </a:spcAft>
            </a:pPr>
            <a:r>
              <a:rPr lang="en-US" sz="1950" b="0" noProof="0" dirty="0">
                <a:solidFill>
                  <a:srgbClr val="FFFFFF"/>
                </a:solidFill>
                <a:latin typeface="Aptos"/>
              </a:rPr>
              <a:t>From open questions to a governed MVP plan</a:t>
            </a:r>
          </a:p>
        </p:txBody>
      </p:sp>
      <p:sp>
        <p:nvSpPr>
          <p:cNvPr id="104" name="TextBox 103"/>
          <p:cNvSpPr txBox="1"/>
          <p:nvPr/>
        </p:nvSpPr>
        <p:spPr>
          <a:xfrm>
            <a:off x="711200" y="4533900"/>
            <a:ext cx="5461000" cy="330200"/>
          </a:xfrm>
          <a:prstGeom prst="rect">
            <a:avLst/>
          </a:prstGeom>
          <a:noFill/>
        </p:spPr>
        <p:txBody>
          <a:bodyPr wrap="square" lIns="0" tIns="0" rIns="0" bIns="0" anchor="t">
            <a:spAutoFit/>
          </a:bodyPr>
          <a:lstStyle/>
          <a:p>
            <a:pPr>
              <a:lnSpc>
                <a:spcPct val="100000"/>
              </a:lnSpc>
              <a:spcBef>
                <a:spcPts val="0"/>
              </a:spcBef>
              <a:spcAft>
                <a:spcPts val="0"/>
              </a:spcAft>
            </a:pPr>
            <a:r>
              <a:rPr lang="en-US" sz="1600" b="0" noProof="0" dirty="0">
                <a:solidFill>
                  <a:srgbClr val="D2D7E1"/>
                </a:solidFill>
                <a:latin typeface="Aptos"/>
              </a:rPr>
              <a:t>People Analytics discussion | August 2026</a:t>
            </a:r>
          </a:p>
        </p:txBody>
      </p:sp>
      <p:sp>
        <p:nvSpPr>
          <p:cNvPr id="105" name="TextBox 104"/>
          <p:cNvSpPr txBox="1"/>
          <p:nvPr/>
        </p:nvSpPr>
        <p:spPr>
          <a:xfrm>
            <a:off x="431800" y="6553200"/>
            <a:ext cx="9652000" cy="152400"/>
          </a:xfrm>
          <a:prstGeom prst="rect">
            <a:avLst/>
          </a:prstGeom>
          <a:noFill/>
        </p:spPr>
        <p:txBody>
          <a:bodyPr wrap="square" lIns="0" tIns="0" rIns="0" bIns="0" anchor="t">
            <a:spAutoFit/>
          </a:bodyPr>
          <a:lstStyle/>
          <a:p>
            <a:pPr>
              <a:lnSpc>
                <a:spcPct val="100000"/>
              </a:lnSpc>
              <a:spcBef>
                <a:spcPts val="0"/>
              </a:spcBef>
              <a:spcAft>
                <a:spcPts val="0"/>
              </a:spcAft>
            </a:pPr>
            <a:r>
              <a:rPr lang="en-US" sz="650" b="0" noProof="0" dirty="0">
                <a:solidFill>
                  <a:srgbClr val="D2D7E1"/>
                </a:solidFill>
                <a:latin typeface="Aptos"/>
              </a:rPr>
              <a:t>Confidential - Qualcomm Technologies, Inc. and/or its affiliated companies - May Contain Trade Secrets</a:t>
            </a:r>
          </a:p>
        </p:txBody>
      </p:sp>
      <p:sp>
        <p:nvSpPr>
          <p:cNvPr id="106" name="TextBox 105"/>
          <p:cNvSpPr txBox="1"/>
          <p:nvPr/>
        </p:nvSpPr>
        <p:spPr>
          <a:xfrm>
            <a:off x="11430000" y="6553200"/>
            <a:ext cx="330200" cy="152400"/>
          </a:xfrm>
          <a:prstGeom prst="rect">
            <a:avLst/>
          </a:prstGeom>
          <a:noFill/>
        </p:spPr>
        <p:txBody>
          <a:bodyPr wrap="square" lIns="0" tIns="0" rIns="0" bIns="0" anchor="t">
            <a:spAutoFit/>
          </a:bodyPr>
          <a:lstStyle/>
          <a:p>
            <a:pPr algn="r"/>
            <a:r>
              <a:rPr lang="en-US" sz="700" noProof="0" dirty="0">
                <a:solidFill>
                  <a:srgbClr val="666D7A"/>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noProof="0" dirty="0"/>
          </a:p>
        </p:txBody>
      </p:sp>
      <p:sp>
        <p:nvSpPr>
          <p:cNvPr id="3" name="Text Placeholder 2"/>
          <p:cNvSpPr>
            <a:spLocks noGrp="1"/>
          </p:cNvSpPr>
          <p:nvPr>
            <p:ph type="body" sz="quarter" idx="10"/>
          </p:nvPr>
        </p:nvSpPr>
        <p:spPr/>
        <p:txBody>
          <a:bodyPr/>
          <a:lstStyle/>
          <a:p>
            <a:endParaRPr lang="en-US" noProof="0" dirty="0"/>
          </a:p>
        </p:txBody>
      </p:sp>
      <p:sp>
        <p:nvSpPr>
          <p:cNvPr id="4" name="Text Placeholder 3"/>
          <p:cNvSpPr>
            <a:spLocks noGrp="1"/>
          </p:cNvSpPr>
          <p:nvPr>
            <p:ph type="body" sz="quarter" idx="13"/>
          </p:nvPr>
        </p:nvSpPr>
        <p:spPr/>
        <p:txBody>
          <a:bodyPr/>
          <a:lstStyle/>
          <a:p>
            <a:endParaRPr lang="en-US" noProof="0" dirty="0"/>
          </a:p>
        </p:txBody>
      </p:sp>
      <p:sp>
        <p:nvSpPr>
          <p:cNvPr id="5" name="Picture Placeholder 4"/>
          <p:cNvSpPr>
            <a:spLocks noGrp="1"/>
          </p:cNvSpPr>
          <p:nvPr>
            <p:ph type="pic" sz="quarter" idx="12"/>
          </p:nvPr>
        </p:nvSpPr>
        <p:spPr/>
        <p:txBody>
          <a:bodyPr/>
          <a:lstStyle/>
          <a:p>
            <a:endParaRPr lang="en-US" noProof="0" dirty="0"/>
          </a:p>
        </p:txBody>
      </p:sp>
      <p:sp>
        <p:nvSpPr>
          <p:cNvPr id="6" name="Rectangle 5"/>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7" name="Rectangle 6"/>
          <p:cNvSpPr/>
          <p:nvPr/>
        </p:nvSpPr>
        <p:spPr>
          <a:xfrm>
            <a:off x="0" y="0"/>
            <a:ext cx="12192000" cy="1016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8" name="TextBox 7"/>
          <p:cNvSpPr txBox="1"/>
          <p:nvPr/>
        </p:nvSpPr>
        <p:spPr>
          <a:xfrm>
            <a:off x="685800" y="431800"/>
            <a:ext cx="9906000" cy="228600"/>
          </a:xfrm>
          <a:prstGeom prst="rect">
            <a:avLst/>
          </a:prstGeom>
          <a:noFill/>
        </p:spPr>
        <p:txBody>
          <a:bodyPr wrap="square" lIns="0" tIns="0" rIns="0" bIns="0" anchor="t">
            <a:spAutoFit/>
          </a:bodyPr>
          <a:lstStyle/>
          <a:p>
            <a:pPr>
              <a:lnSpc>
                <a:spcPct val="100000"/>
              </a:lnSpc>
              <a:spcBef>
                <a:spcPts val="0"/>
              </a:spcBef>
              <a:spcAft>
                <a:spcPts val="0"/>
              </a:spcAft>
            </a:pPr>
            <a:r>
              <a:rPr lang="en-US" sz="1000" b="1" noProof="0" dirty="0">
                <a:solidFill>
                  <a:srgbClr val="2A2AEA"/>
                </a:solidFill>
                <a:latin typeface="Aptos"/>
              </a:rPr>
              <a:t>STORYLINE</a:t>
            </a:r>
          </a:p>
        </p:txBody>
      </p:sp>
      <p:sp>
        <p:nvSpPr>
          <p:cNvPr id="9" name="TextBox 8"/>
          <p:cNvSpPr txBox="1"/>
          <p:nvPr/>
        </p:nvSpPr>
        <p:spPr>
          <a:xfrm>
            <a:off x="685800" y="736600"/>
            <a:ext cx="10795000" cy="609600"/>
          </a:xfrm>
          <a:prstGeom prst="rect">
            <a:avLst/>
          </a:prstGeom>
          <a:noFill/>
        </p:spPr>
        <p:txBody>
          <a:bodyPr wrap="square" lIns="0" tIns="0" rIns="0" bIns="0" anchor="t">
            <a:spAutoFit/>
          </a:bodyPr>
          <a:lstStyle/>
          <a:p>
            <a:pPr>
              <a:lnSpc>
                <a:spcPct val="100000"/>
              </a:lnSpc>
              <a:spcBef>
                <a:spcPts val="0"/>
              </a:spcBef>
              <a:spcAft>
                <a:spcPts val="0"/>
              </a:spcAft>
            </a:pPr>
            <a:r>
              <a:rPr lang="en-US" sz="3100" b="1" noProof="0" dirty="0">
                <a:solidFill>
                  <a:srgbClr val="020B3F"/>
                </a:solidFill>
                <a:latin typeface="Aptos Display"/>
              </a:rPr>
              <a:t>Decision storyline</a:t>
            </a:r>
          </a:p>
        </p:txBody>
      </p:sp>
      <p:sp>
        <p:nvSpPr>
          <p:cNvPr id="10" name="TextBox 9"/>
          <p:cNvSpPr txBox="1"/>
          <p:nvPr/>
        </p:nvSpPr>
        <p:spPr>
          <a:xfrm>
            <a:off x="698500" y="1409700"/>
            <a:ext cx="10541000" cy="431800"/>
          </a:xfrm>
          <a:prstGeom prst="rect">
            <a:avLst/>
          </a:prstGeom>
          <a:noFill/>
        </p:spPr>
        <p:txBody>
          <a:bodyPr wrap="square" lIns="0" tIns="0" rIns="0" bIns="0" anchor="t">
            <a:spAutoFit/>
          </a:bodyPr>
          <a:lstStyle/>
          <a:p>
            <a:pPr>
              <a:lnSpc>
                <a:spcPct val="100000"/>
              </a:lnSpc>
              <a:spcBef>
                <a:spcPts val="0"/>
              </a:spcBef>
              <a:spcAft>
                <a:spcPts val="0"/>
              </a:spcAft>
            </a:pPr>
            <a:r>
              <a:rPr lang="en-US" sz="1600" b="0" noProof="0" dirty="0">
                <a:solidFill>
                  <a:srgbClr val="666D7A"/>
                </a:solidFill>
                <a:latin typeface="Aptos"/>
              </a:rPr>
              <a:t>Align the decisions before modeling work scales</a:t>
            </a:r>
          </a:p>
        </p:txBody>
      </p:sp>
      <p:sp>
        <p:nvSpPr>
          <p:cNvPr id="11" name="TextBox 10"/>
          <p:cNvSpPr txBox="1"/>
          <p:nvPr/>
        </p:nvSpPr>
        <p:spPr>
          <a:xfrm>
            <a:off x="431800" y="6553200"/>
            <a:ext cx="9652000" cy="152400"/>
          </a:xfrm>
          <a:prstGeom prst="rect">
            <a:avLst/>
          </a:prstGeom>
          <a:noFill/>
        </p:spPr>
        <p:txBody>
          <a:bodyPr wrap="square" lIns="0" tIns="0" rIns="0" bIns="0" anchor="t">
            <a:spAutoFit/>
          </a:bodyPr>
          <a:lstStyle/>
          <a:p>
            <a:pPr>
              <a:lnSpc>
                <a:spcPct val="100000"/>
              </a:lnSpc>
              <a:spcBef>
                <a:spcPts val="0"/>
              </a:spcBef>
              <a:spcAft>
                <a:spcPts val="0"/>
              </a:spcAft>
            </a:pPr>
            <a:r>
              <a:rPr lang="en-US" sz="650" b="0" noProof="0" dirty="0">
                <a:solidFill>
                  <a:srgbClr val="666D7A"/>
                </a:solidFill>
                <a:latin typeface="Aptos"/>
              </a:rPr>
              <a:t>Confidential - Qualcomm Technologies, Inc. and/or its affiliated companies - May Contain Trade Secrets</a:t>
            </a:r>
          </a:p>
        </p:txBody>
      </p:sp>
      <p:sp>
        <p:nvSpPr>
          <p:cNvPr id="12" name="TextBox 11"/>
          <p:cNvSpPr txBox="1"/>
          <p:nvPr/>
        </p:nvSpPr>
        <p:spPr>
          <a:xfrm>
            <a:off x="11430000" y="6553200"/>
            <a:ext cx="330200" cy="152400"/>
          </a:xfrm>
          <a:prstGeom prst="rect">
            <a:avLst/>
          </a:prstGeom>
          <a:noFill/>
        </p:spPr>
        <p:txBody>
          <a:bodyPr wrap="square" lIns="0" tIns="0" rIns="0" bIns="0" anchor="t">
            <a:spAutoFit/>
          </a:bodyPr>
          <a:lstStyle/>
          <a:p>
            <a:pPr algn="r"/>
            <a:r>
              <a:rPr lang="en-US" sz="700" noProof="0" dirty="0">
                <a:solidFill>
                  <a:srgbClr val="666D7A"/>
                </a:solidFill>
                <a:latin typeface="Aptos"/>
              </a:rPr>
              <a:t>2</a:t>
            </a:r>
          </a:p>
        </p:txBody>
      </p:sp>
      <p:sp>
        <p:nvSpPr>
          <p:cNvPr id="13" name="Rectangle 12"/>
          <p:cNvSpPr/>
          <p:nvPr/>
        </p:nvSpPr>
        <p:spPr>
          <a:xfrm>
            <a:off x="698500" y="1968500"/>
            <a:ext cx="3175000" cy="18415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4" name="Rectangle 13"/>
          <p:cNvSpPr/>
          <p:nvPr/>
        </p:nvSpPr>
        <p:spPr>
          <a:xfrm>
            <a:off x="698500" y="1968500"/>
            <a:ext cx="3175000" cy="762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5" name="TextBox 14"/>
          <p:cNvSpPr txBox="1"/>
          <p:nvPr/>
        </p:nvSpPr>
        <p:spPr>
          <a:xfrm>
            <a:off x="876300" y="2197100"/>
            <a:ext cx="2819400" cy="381000"/>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1. Define</a:t>
            </a:r>
          </a:p>
        </p:txBody>
      </p:sp>
      <p:sp>
        <p:nvSpPr>
          <p:cNvPr id="16" name="TextBox 15"/>
          <p:cNvSpPr txBox="1"/>
          <p:nvPr/>
        </p:nvSpPr>
        <p:spPr>
          <a:xfrm>
            <a:off x="876300" y="2705100"/>
            <a:ext cx="2819400" cy="952500"/>
          </a:xfrm>
          <a:prstGeom prst="rect">
            <a:avLst/>
          </a:prstGeom>
          <a:noFill/>
        </p:spPr>
        <p:txBody>
          <a:bodyPr wrap="square" lIns="0" tIns="0" rIns="0" bIns="0" anchor="t">
            <a:spAutoFit/>
          </a:bodyPr>
          <a:lstStyle/>
          <a:p>
            <a:pPr>
              <a:lnSpc>
                <a:spcPct val="100000"/>
              </a:lnSpc>
              <a:spcBef>
                <a:spcPts val="0"/>
              </a:spcBef>
              <a:spcAft>
                <a:spcPts val="0"/>
              </a:spcAft>
            </a:pPr>
            <a:r>
              <a:rPr lang="en-US" sz="1600" b="0" noProof="0" dirty="0">
                <a:solidFill>
                  <a:srgbClr val="252A35"/>
                </a:solidFill>
                <a:latin typeface="Aptos"/>
              </a:rPr>
              <a:t>Which exits count, and what is out of scope?</a:t>
            </a:r>
          </a:p>
        </p:txBody>
      </p:sp>
      <p:sp>
        <p:nvSpPr>
          <p:cNvPr id="17" name="Rectangle 16"/>
          <p:cNvSpPr/>
          <p:nvPr/>
        </p:nvSpPr>
        <p:spPr>
          <a:xfrm>
            <a:off x="4508500" y="1968500"/>
            <a:ext cx="3175000" cy="18415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8" name="Rectangle 17"/>
          <p:cNvSpPr/>
          <p:nvPr/>
        </p:nvSpPr>
        <p:spPr>
          <a:xfrm>
            <a:off x="4508500" y="1968500"/>
            <a:ext cx="3175000" cy="76200"/>
          </a:xfrm>
          <a:prstGeom prst="rect">
            <a:avLst/>
          </a:prstGeom>
          <a:solidFill>
            <a:srgbClr val="84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9" name="TextBox 18"/>
          <p:cNvSpPr txBox="1"/>
          <p:nvPr/>
        </p:nvSpPr>
        <p:spPr>
          <a:xfrm>
            <a:off x="4686300" y="2197100"/>
            <a:ext cx="2819400" cy="381000"/>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2. Focus</a:t>
            </a:r>
          </a:p>
        </p:txBody>
      </p:sp>
      <p:sp>
        <p:nvSpPr>
          <p:cNvPr id="20" name="TextBox 19"/>
          <p:cNvSpPr txBox="1"/>
          <p:nvPr/>
        </p:nvSpPr>
        <p:spPr>
          <a:xfrm>
            <a:off x="4686300" y="2705100"/>
            <a:ext cx="2819400" cy="952500"/>
          </a:xfrm>
          <a:prstGeom prst="rect">
            <a:avLst/>
          </a:prstGeom>
          <a:noFill/>
        </p:spPr>
        <p:txBody>
          <a:bodyPr wrap="square" lIns="0" tIns="0" rIns="0" bIns="0" anchor="t">
            <a:spAutoFit/>
          </a:bodyPr>
          <a:lstStyle/>
          <a:p>
            <a:pPr>
              <a:lnSpc>
                <a:spcPct val="100000"/>
              </a:lnSpc>
              <a:spcBef>
                <a:spcPts val="0"/>
              </a:spcBef>
              <a:spcAft>
                <a:spcPts val="0"/>
              </a:spcAft>
            </a:pPr>
            <a:r>
              <a:rPr lang="en-US" sz="1600" b="0" noProof="0" dirty="0">
                <a:solidFill>
                  <a:srgbClr val="252A35"/>
                </a:solidFill>
                <a:latin typeface="Aptos"/>
              </a:rPr>
              <a:t>Which employee population is stable enough for MVP?</a:t>
            </a:r>
          </a:p>
        </p:txBody>
      </p:sp>
      <p:sp>
        <p:nvSpPr>
          <p:cNvPr id="21" name="Rectangle 20"/>
          <p:cNvSpPr/>
          <p:nvPr/>
        </p:nvSpPr>
        <p:spPr>
          <a:xfrm>
            <a:off x="8318500" y="1968500"/>
            <a:ext cx="3175000" cy="18415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2" name="Rectangle 21"/>
          <p:cNvSpPr/>
          <p:nvPr/>
        </p:nvSpPr>
        <p:spPr>
          <a:xfrm>
            <a:off x="8318500" y="1968500"/>
            <a:ext cx="3175000" cy="76200"/>
          </a:xfrm>
          <a:prstGeom prst="rect">
            <a:avLst/>
          </a:prstGeom>
          <a:solidFill>
            <a:srgbClr val="F5F0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3" name="TextBox 22"/>
          <p:cNvSpPr txBox="1"/>
          <p:nvPr/>
        </p:nvSpPr>
        <p:spPr>
          <a:xfrm>
            <a:off x="8496300" y="2197100"/>
            <a:ext cx="2819400" cy="381000"/>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3. Act</a:t>
            </a:r>
          </a:p>
        </p:txBody>
      </p:sp>
      <p:sp>
        <p:nvSpPr>
          <p:cNvPr id="24" name="TextBox 23"/>
          <p:cNvSpPr txBox="1"/>
          <p:nvPr/>
        </p:nvSpPr>
        <p:spPr>
          <a:xfrm>
            <a:off x="8496300" y="2705100"/>
            <a:ext cx="2819400" cy="952500"/>
          </a:xfrm>
          <a:prstGeom prst="rect">
            <a:avLst/>
          </a:prstGeom>
          <a:noFill/>
        </p:spPr>
        <p:txBody>
          <a:bodyPr wrap="square" lIns="0" tIns="0" rIns="0" bIns="0" anchor="t">
            <a:spAutoFit/>
          </a:bodyPr>
          <a:lstStyle/>
          <a:p>
            <a:pPr>
              <a:lnSpc>
                <a:spcPct val="100000"/>
              </a:lnSpc>
              <a:spcBef>
                <a:spcPts val="0"/>
              </a:spcBef>
              <a:spcAft>
                <a:spcPts val="0"/>
              </a:spcAft>
            </a:pPr>
            <a:r>
              <a:rPr lang="en-US" sz="1600" b="0" noProof="0" dirty="0">
                <a:solidFill>
                  <a:srgbClr val="252A35"/>
                </a:solidFill>
                <a:latin typeface="Aptos"/>
              </a:rPr>
              <a:t>Which outputs can leaders use without exposing individuals?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0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Calculating probability of attrition at ____level in ____ months. (unit of analysis and time horizon)</a:t>
            </a:r>
            <a:endParaRPr lang="en-US" noProof="0" dirty="0"/>
          </a:p>
        </p:txBody>
      </p:sp>
      <p:sp>
        <p:nvSpPr>
          <p:cNvPr id="3" name="Rectangle 2"/>
          <p:cNvSpPr/>
          <p:nvPr/>
        </p:nvSpPr>
        <p:spPr>
          <a:xfrm>
            <a:off x="0" y="0"/>
            <a:ext cx="12192000" cy="1016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 name="TextBox 3"/>
          <p:cNvSpPr txBox="1"/>
          <p:nvPr/>
        </p:nvSpPr>
        <p:spPr>
          <a:xfrm>
            <a:off x="685800" y="431800"/>
            <a:ext cx="10414000" cy="228600"/>
          </a:xfrm>
          <a:prstGeom prst="rect">
            <a:avLst/>
          </a:prstGeom>
          <a:noFill/>
        </p:spPr>
        <p:txBody>
          <a:bodyPr wrap="square" lIns="0" tIns="0" rIns="0" bIns="0" anchor="t">
            <a:spAutoFit/>
          </a:bodyPr>
          <a:lstStyle/>
          <a:p>
            <a:pPr>
              <a:lnSpc>
                <a:spcPct val="100000"/>
              </a:lnSpc>
              <a:spcBef>
                <a:spcPts val="0"/>
              </a:spcBef>
              <a:spcAft>
                <a:spcPts val="0"/>
              </a:spcAft>
            </a:pPr>
            <a:r>
              <a:rPr lang="en-US" sz="1000" b="1" noProof="0" dirty="0">
                <a:solidFill>
                  <a:srgbClr val="2A2AEA"/>
                </a:solidFill>
                <a:latin typeface="Aptos"/>
              </a:rPr>
              <a:t>DEFINITION + POPULATION</a:t>
            </a:r>
          </a:p>
        </p:txBody>
      </p:sp>
      <p:sp>
        <p:nvSpPr>
          <p:cNvPr id="5" name="TextBox 4"/>
          <p:cNvSpPr txBox="1"/>
          <p:nvPr/>
        </p:nvSpPr>
        <p:spPr>
          <a:xfrm>
            <a:off x="685800" y="736600"/>
            <a:ext cx="10795000" cy="609600"/>
          </a:xfrm>
          <a:prstGeom prst="rect">
            <a:avLst/>
          </a:prstGeom>
          <a:noFill/>
        </p:spPr>
        <p:txBody>
          <a:bodyPr wrap="square" lIns="0" tIns="0" rIns="0" bIns="0" anchor="t">
            <a:spAutoFit/>
          </a:bodyPr>
          <a:lstStyle/>
          <a:p>
            <a:pPr>
              <a:lnSpc>
                <a:spcPct val="100000"/>
              </a:lnSpc>
              <a:spcBef>
                <a:spcPts val="0"/>
              </a:spcBef>
              <a:spcAft>
                <a:spcPts val="0"/>
              </a:spcAft>
            </a:pPr>
            <a:r>
              <a:rPr lang="en-US" sz="3100" b="1" noProof="0" dirty="0">
                <a:solidFill>
                  <a:srgbClr val="020B3F"/>
                </a:solidFill>
                <a:latin typeface="Aptos Display"/>
              </a:rPr>
              <a:t>Attrition definition and study population</a:t>
            </a:r>
          </a:p>
        </p:txBody>
      </p:sp>
      <p:sp>
        <p:nvSpPr>
          <p:cNvPr id="6" name="TextBox 5"/>
          <p:cNvSpPr txBox="1"/>
          <p:nvPr/>
        </p:nvSpPr>
        <p:spPr>
          <a:xfrm>
            <a:off x="698500" y="1409700"/>
            <a:ext cx="10668000" cy="431800"/>
          </a:xfrm>
          <a:prstGeom prst="rect">
            <a:avLst/>
          </a:prstGeom>
          <a:noFill/>
        </p:spPr>
        <p:txBody>
          <a:bodyPr wrap="square" lIns="0" tIns="0" rIns="0" bIns="0" anchor="t">
            <a:spAutoFit/>
          </a:bodyPr>
          <a:lstStyle/>
          <a:p>
            <a:pPr>
              <a:lnSpc>
                <a:spcPct val="100000"/>
              </a:lnSpc>
              <a:spcBef>
                <a:spcPts val="0"/>
              </a:spcBef>
              <a:spcAft>
                <a:spcPts val="0"/>
              </a:spcAft>
            </a:pPr>
            <a:r>
              <a:rPr lang="en-US" sz="1600" b="0" noProof="0" dirty="0">
                <a:solidFill>
                  <a:srgbClr val="666D7A"/>
                </a:solidFill>
                <a:latin typeface="Aptos"/>
              </a:rPr>
              <a:t>Align the outcome and population before model development</a:t>
            </a:r>
          </a:p>
        </p:txBody>
      </p:sp>
      <p:sp>
        <p:nvSpPr>
          <p:cNvPr id="7" name="TextBox 6"/>
          <p:cNvSpPr txBox="1"/>
          <p:nvPr/>
        </p:nvSpPr>
        <p:spPr>
          <a:xfrm>
            <a:off x="431800" y="6553200"/>
            <a:ext cx="9652000" cy="152400"/>
          </a:xfrm>
          <a:prstGeom prst="rect">
            <a:avLst/>
          </a:prstGeom>
          <a:noFill/>
        </p:spPr>
        <p:txBody>
          <a:bodyPr wrap="square" lIns="0" tIns="0" rIns="0" bIns="0" anchor="t">
            <a:spAutoFit/>
          </a:bodyPr>
          <a:lstStyle/>
          <a:p>
            <a:pPr>
              <a:lnSpc>
                <a:spcPct val="100000"/>
              </a:lnSpc>
              <a:spcBef>
                <a:spcPts val="0"/>
              </a:spcBef>
              <a:spcAft>
                <a:spcPts val="0"/>
              </a:spcAft>
            </a:pPr>
            <a:r>
              <a:rPr lang="en-US" sz="650" b="0" noProof="0" dirty="0">
                <a:solidFill>
                  <a:srgbClr val="666D7A"/>
                </a:solidFill>
                <a:latin typeface="Aptos"/>
              </a:rPr>
              <a:t>Confidential - Qualcomm Technologies, Inc. and/or its affiliated companies - May Contain Trade Secrets</a:t>
            </a:r>
          </a:p>
        </p:txBody>
      </p:sp>
      <p:sp>
        <p:nvSpPr>
          <p:cNvPr id="8" name="TextBox 7"/>
          <p:cNvSpPr txBox="1"/>
          <p:nvPr/>
        </p:nvSpPr>
        <p:spPr>
          <a:xfrm>
            <a:off x="11430000" y="6553200"/>
            <a:ext cx="330200" cy="152400"/>
          </a:xfrm>
          <a:prstGeom prst="rect">
            <a:avLst/>
          </a:prstGeom>
          <a:noFill/>
        </p:spPr>
        <p:txBody>
          <a:bodyPr wrap="square" lIns="0" tIns="0" rIns="0" bIns="0" anchor="t">
            <a:spAutoFit/>
          </a:bodyPr>
          <a:lstStyle/>
          <a:p>
            <a:pPr algn="r"/>
            <a:r>
              <a:rPr lang="en-US" sz="700" noProof="0" dirty="0">
                <a:solidFill>
                  <a:srgbClr val="666D7A"/>
                </a:solidFill>
                <a:latin typeface="Aptos"/>
              </a:rPr>
              <a:t>3</a:t>
            </a:r>
          </a:p>
        </p:txBody>
      </p:sp>
      <p:sp>
        <p:nvSpPr>
          <p:cNvPr id="9" name="Rectangle 8"/>
          <p:cNvSpPr/>
          <p:nvPr/>
        </p:nvSpPr>
        <p:spPr>
          <a:xfrm>
            <a:off x="6083300" y="2006600"/>
            <a:ext cx="12700" cy="3530600"/>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0" name="TextBox 9"/>
          <p:cNvSpPr txBox="1"/>
          <p:nvPr/>
        </p:nvSpPr>
        <p:spPr>
          <a:xfrm>
            <a:off x="698500" y="2006600"/>
            <a:ext cx="4953000" cy="355600"/>
          </a:xfrm>
          <a:prstGeom prst="rect">
            <a:avLst/>
          </a:prstGeom>
          <a:noFill/>
        </p:spPr>
        <p:txBody>
          <a:bodyPr wrap="square" lIns="0" tIns="0" rIns="0" bIns="0" anchor="t">
            <a:spAutoFit/>
          </a:bodyPr>
          <a:lstStyle/>
          <a:p>
            <a:pPr>
              <a:lnSpc>
                <a:spcPct val="100000"/>
              </a:lnSpc>
              <a:spcBef>
                <a:spcPts val="0"/>
              </a:spcBef>
              <a:spcAft>
                <a:spcPts val="0"/>
              </a:spcAft>
            </a:pPr>
            <a:r>
              <a:rPr lang="en-US" sz="1800" b="1" noProof="0" dirty="0">
                <a:solidFill>
                  <a:srgbClr val="020B3F"/>
                </a:solidFill>
                <a:latin typeface="Aptos Display"/>
              </a:rPr>
              <a:t>Attrition definition</a:t>
            </a:r>
          </a:p>
        </p:txBody>
      </p:sp>
      <p:sp>
        <p:nvSpPr>
          <p:cNvPr id="11" name="Rectangle 10"/>
          <p:cNvSpPr/>
          <p:nvPr/>
        </p:nvSpPr>
        <p:spPr>
          <a:xfrm>
            <a:off x="698500" y="2514600"/>
            <a:ext cx="76200" cy="8636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2" name="TextBox 11"/>
          <p:cNvSpPr txBox="1"/>
          <p:nvPr/>
        </p:nvSpPr>
        <p:spPr>
          <a:xfrm>
            <a:off x="952500" y="2565400"/>
            <a:ext cx="4572000" cy="279400"/>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a:rPr>
              <a:t>In scope</a:t>
            </a:r>
          </a:p>
        </p:txBody>
      </p:sp>
      <p:sp>
        <p:nvSpPr>
          <p:cNvPr id="13" name="TextBox 12"/>
          <p:cNvSpPr txBox="1"/>
          <p:nvPr/>
        </p:nvSpPr>
        <p:spPr>
          <a:xfrm>
            <a:off x="952500" y="2882900"/>
            <a:ext cx="4572000" cy="492443"/>
          </a:xfrm>
          <a:prstGeom prst="rect">
            <a:avLst/>
          </a:prstGeom>
          <a:noFill/>
        </p:spPr>
        <p:txBody>
          <a:bodyPr wrap="square" lIns="0" tIns="0" rIns="0" bIns="0" anchor="t">
            <a:spAutoFit/>
          </a:bodyPr>
          <a:lstStyle/>
          <a:p>
            <a:pPr>
              <a:lnSpc>
                <a:spcPct val="100000"/>
              </a:lnSpc>
              <a:spcBef>
                <a:spcPts val="0"/>
              </a:spcBef>
              <a:spcAft>
                <a:spcPts val="0"/>
              </a:spcAft>
            </a:pPr>
            <a:r>
              <a:rPr lang="en-US" sz="1600" dirty="0">
                <a:solidFill>
                  <a:srgbClr val="252A35"/>
                </a:solidFill>
              </a:rPr>
              <a:t>Voluntary attrition among employees who are active and regular at the prediction snapshot.</a:t>
            </a:r>
            <a:endParaRPr lang="en-US" sz="1600" b="0" noProof="0" dirty="0">
              <a:solidFill>
                <a:srgbClr val="252A35"/>
              </a:solidFill>
              <a:latin typeface="Aptos"/>
            </a:endParaRPr>
          </a:p>
        </p:txBody>
      </p:sp>
      <p:sp>
        <p:nvSpPr>
          <p:cNvPr id="14" name="Rectangle 13"/>
          <p:cNvSpPr/>
          <p:nvPr/>
        </p:nvSpPr>
        <p:spPr>
          <a:xfrm>
            <a:off x="698500" y="3530600"/>
            <a:ext cx="76200" cy="1041400"/>
          </a:xfrm>
          <a:prstGeom prst="rect">
            <a:avLst/>
          </a:prstGeom>
          <a:solidFill>
            <a:srgbClr val="84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5" name="TextBox 14"/>
          <p:cNvSpPr txBox="1"/>
          <p:nvPr/>
        </p:nvSpPr>
        <p:spPr>
          <a:xfrm>
            <a:off x="952500" y="3581400"/>
            <a:ext cx="4572000" cy="279400"/>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a:rPr>
              <a:t>Tracked separately</a:t>
            </a:r>
          </a:p>
        </p:txBody>
      </p:sp>
      <p:sp>
        <p:nvSpPr>
          <p:cNvPr id="16" name="TextBox 15"/>
          <p:cNvSpPr txBox="1"/>
          <p:nvPr/>
        </p:nvSpPr>
        <p:spPr>
          <a:xfrm>
            <a:off x="952500" y="3898900"/>
            <a:ext cx="4572000" cy="647700"/>
          </a:xfrm>
          <a:prstGeom prst="rect">
            <a:avLst/>
          </a:prstGeom>
          <a:noFill/>
        </p:spPr>
        <p:txBody>
          <a:bodyPr wrap="square" lIns="0" tIns="0" rIns="0" bIns="0" anchor="t">
            <a:spAutoFit/>
          </a:bodyPr>
          <a:lstStyle/>
          <a:p>
            <a:pPr>
              <a:lnSpc>
                <a:spcPct val="100000"/>
              </a:lnSpc>
              <a:spcBef>
                <a:spcPts val="0"/>
              </a:spcBef>
              <a:spcAft>
                <a:spcPts val="0"/>
              </a:spcAft>
            </a:pPr>
            <a:r>
              <a:rPr lang="en-US" sz="1600" b="0" noProof="0" dirty="0">
                <a:solidFill>
                  <a:srgbClr val="252A35"/>
                </a:solidFill>
                <a:latin typeface="Aptos"/>
              </a:rPr>
              <a:t>Involuntary exits, internal moves, and contract transitions.</a:t>
            </a:r>
          </a:p>
        </p:txBody>
      </p:sp>
      <p:sp>
        <p:nvSpPr>
          <p:cNvPr id="17" name="Rectangle 16"/>
          <p:cNvSpPr/>
          <p:nvPr/>
        </p:nvSpPr>
        <p:spPr>
          <a:xfrm>
            <a:off x="698500" y="4724400"/>
            <a:ext cx="76200" cy="812800"/>
          </a:xfrm>
          <a:prstGeom prst="rect">
            <a:avLst/>
          </a:prstGeom>
          <a:solidFill>
            <a:srgbClr val="F5F0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8" name="TextBox 17"/>
          <p:cNvSpPr txBox="1"/>
          <p:nvPr/>
        </p:nvSpPr>
        <p:spPr>
          <a:xfrm>
            <a:off x="952500" y="4775200"/>
            <a:ext cx="4572000" cy="246221"/>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rPr>
              <a:t>Outcome window</a:t>
            </a:r>
            <a:endParaRPr lang="en-US" sz="1600" b="1" noProof="0" dirty="0">
              <a:solidFill>
                <a:srgbClr val="020B3F"/>
              </a:solidFill>
              <a:latin typeface="Aptos"/>
            </a:endParaRPr>
          </a:p>
        </p:txBody>
      </p:sp>
      <p:sp>
        <p:nvSpPr>
          <p:cNvPr id="19" name="TextBox 18"/>
          <p:cNvSpPr txBox="1"/>
          <p:nvPr/>
        </p:nvSpPr>
        <p:spPr>
          <a:xfrm>
            <a:off x="952500" y="5092700"/>
            <a:ext cx="4572000" cy="492443"/>
          </a:xfrm>
          <a:prstGeom prst="rect">
            <a:avLst/>
          </a:prstGeom>
          <a:noFill/>
        </p:spPr>
        <p:txBody>
          <a:bodyPr wrap="square" lIns="0" tIns="0" rIns="0" bIns="0" anchor="t">
            <a:spAutoFit/>
          </a:bodyPr>
          <a:lstStyle/>
          <a:p>
            <a:pPr>
              <a:lnSpc>
                <a:spcPct val="100000"/>
              </a:lnSpc>
              <a:spcBef>
                <a:spcPts val="0"/>
              </a:spcBef>
              <a:spcAft>
                <a:spcPts val="0"/>
              </a:spcAft>
            </a:pPr>
            <a:r>
              <a:rPr lang="en-US" sz="1600" dirty="0">
                <a:solidFill>
                  <a:srgbClr val="252A35"/>
                </a:solidFill>
              </a:rPr>
              <a:t>Proposed outcome: voluntary attrition within six months after each monthly employee snapshot.</a:t>
            </a:r>
            <a:endParaRPr lang="en-US" sz="1600" b="0" noProof="0" dirty="0">
              <a:solidFill>
                <a:srgbClr val="252A35"/>
              </a:solidFill>
              <a:latin typeface="Aptos"/>
            </a:endParaRPr>
          </a:p>
        </p:txBody>
      </p:sp>
      <p:sp>
        <p:nvSpPr>
          <p:cNvPr id="20" name="TextBox 19"/>
          <p:cNvSpPr txBox="1"/>
          <p:nvPr/>
        </p:nvSpPr>
        <p:spPr>
          <a:xfrm>
            <a:off x="6413500" y="2006600"/>
            <a:ext cx="5080000" cy="355600"/>
          </a:xfrm>
          <a:prstGeom prst="rect">
            <a:avLst/>
          </a:prstGeom>
          <a:noFill/>
        </p:spPr>
        <p:txBody>
          <a:bodyPr wrap="square" lIns="0" tIns="0" rIns="0" bIns="0" anchor="t">
            <a:spAutoFit/>
          </a:bodyPr>
          <a:lstStyle/>
          <a:p>
            <a:pPr>
              <a:lnSpc>
                <a:spcPct val="100000"/>
              </a:lnSpc>
              <a:spcBef>
                <a:spcPts val="0"/>
              </a:spcBef>
              <a:spcAft>
                <a:spcPts val="0"/>
              </a:spcAft>
            </a:pPr>
            <a:r>
              <a:rPr lang="en-US" sz="1800" b="1" noProof="0" dirty="0">
                <a:solidFill>
                  <a:srgbClr val="020B3F"/>
                </a:solidFill>
                <a:latin typeface="Aptos Display"/>
              </a:rPr>
              <a:t>Study population</a:t>
            </a:r>
          </a:p>
        </p:txBody>
      </p:sp>
      <p:sp>
        <p:nvSpPr>
          <p:cNvPr id="21" name="Rectangle 20"/>
          <p:cNvSpPr/>
          <p:nvPr/>
        </p:nvSpPr>
        <p:spPr>
          <a:xfrm>
            <a:off x="6413500" y="2514600"/>
            <a:ext cx="1841500" cy="406400"/>
          </a:xfrm>
          <a:prstGeom prst="rect">
            <a:avLst/>
          </a:prstGeom>
          <a:solidFill>
            <a:srgbClr val="2A2AE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2" name="TextBox 21"/>
          <p:cNvSpPr txBox="1"/>
          <p:nvPr/>
        </p:nvSpPr>
        <p:spPr>
          <a:xfrm>
            <a:off x="6502400" y="2616200"/>
            <a:ext cx="16637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FFFFFF"/>
                </a:solidFill>
                <a:latin typeface="Aptos"/>
              </a:rPr>
              <a:t>Population</a:t>
            </a:r>
          </a:p>
        </p:txBody>
      </p:sp>
      <p:sp>
        <p:nvSpPr>
          <p:cNvPr id="23" name="Rectangle 22"/>
          <p:cNvSpPr/>
          <p:nvPr/>
        </p:nvSpPr>
        <p:spPr>
          <a:xfrm>
            <a:off x="8255000" y="2514600"/>
            <a:ext cx="965200" cy="406400"/>
          </a:xfrm>
          <a:prstGeom prst="rect">
            <a:avLst/>
          </a:prstGeom>
          <a:solidFill>
            <a:srgbClr val="2A2AE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4" name="TextBox 23"/>
          <p:cNvSpPr txBox="1"/>
          <p:nvPr/>
        </p:nvSpPr>
        <p:spPr>
          <a:xfrm>
            <a:off x="8343900" y="2616200"/>
            <a:ext cx="7874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FFFFFF"/>
                </a:solidFill>
                <a:latin typeface="Aptos"/>
              </a:rPr>
              <a:t>MVP</a:t>
            </a:r>
          </a:p>
        </p:txBody>
      </p:sp>
      <p:sp>
        <p:nvSpPr>
          <p:cNvPr id="25" name="Rectangle 24"/>
          <p:cNvSpPr/>
          <p:nvPr/>
        </p:nvSpPr>
        <p:spPr>
          <a:xfrm>
            <a:off x="9220200" y="2514600"/>
            <a:ext cx="2336800" cy="406400"/>
          </a:xfrm>
          <a:prstGeom prst="rect">
            <a:avLst/>
          </a:prstGeom>
          <a:solidFill>
            <a:srgbClr val="2A2AE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6" name="TextBox 25"/>
          <p:cNvSpPr txBox="1"/>
          <p:nvPr/>
        </p:nvSpPr>
        <p:spPr>
          <a:xfrm>
            <a:off x="9309100" y="2616200"/>
            <a:ext cx="21590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FFFFFF"/>
                </a:solidFill>
                <a:latin typeface="Aptos"/>
              </a:rPr>
              <a:t>Reason</a:t>
            </a:r>
          </a:p>
        </p:txBody>
      </p:sp>
      <p:sp>
        <p:nvSpPr>
          <p:cNvPr id="27" name="Rectangle 26"/>
          <p:cNvSpPr/>
          <p:nvPr/>
        </p:nvSpPr>
        <p:spPr>
          <a:xfrm>
            <a:off x="6413500" y="2921000"/>
            <a:ext cx="18415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8" name="TextBox 27"/>
          <p:cNvSpPr txBox="1"/>
          <p:nvPr/>
        </p:nvSpPr>
        <p:spPr>
          <a:xfrm>
            <a:off x="6502400" y="3048000"/>
            <a:ext cx="1663700" cy="646331"/>
          </a:xfrm>
          <a:prstGeom prst="rect">
            <a:avLst/>
          </a:prstGeom>
          <a:noFill/>
        </p:spPr>
        <p:txBody>
          <a:bodyPr wrap="square" lIns="0" tIns="0" rIns="0" bIns="0" anchor="t">
            <a:spAutoFit/>
          </a:bodyPr>
          <a:lstStyle/>
          <a:p>
            <a:pPr>
              <a:lnSpc>
                <a:spcPct val="100000"/>
              </a:lnSpc>
              <a:spcBef>
                <a:spcPts val="0"/>
              </a:spcBef>
              <a:spcAft>
                <a:spcPts val="0"/>
              </a:spcAft>
            </a:pPr>
            <a:r>
              <a:rPr lang="en-US" sz="1400" dirty="0">
                <a:solidFill>
                  <a:srgbClr val="252A35"/>
                </a:solidFill>
              </a:rPr>
              <a:t>Active regular employees at each snapshot</a:t>
            </a:r>
            <a:endParaRPr lang="en-US" sz="1400" b="0" noProof="0" dirty="0">
              <a:solidFill>
                <a:srgbClr val="252A35"/>
              </a:solidFill>
              <a:latin typeface="Aptos"/>
            </a:endParaRPr>
          </a:p>
        </p:txBody>
      </p:sp>
      <p:sp>
        <p:nvSpPr>
          <p:cNvPr id="29" name="Rectangle 28"/>
          <p:cNvSpPr/>
          <p:nvPr/>
        </p:nvSpPr>
        <p:spPr>
          <a:xfrm>
            <a:off x="8255000" y="2921000"/>
            <a:ext cx="9652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0" name="TextBox 29"/>
          <p:cNvSpPr txBox="1"/>
          <p:nvPr/>
        </p:nvSpPr>
        <p:spPr>
          <a:xfrm>
            <a:off x="8343900" y="3048000"/>
            <a:ext cx="7874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Include</a:t>
            </a:r>
          </a:p>
        </p:txBody>
      </p:sp>
      <p:sp>
        <p:nvSpPr>
          <p:cNvPr id="31" name="Rectangle 30"/>
          <p:cNvSpPr/>
          <p:nvPr/>
        </p:nvSpPr>
        <p:spPr>
          <a:xfrm>
            <a:off x="9220200" y="2921000"/>
            <a:ext cx="23368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2" name="TextBox 31"/>
          <p:cNvSpPr txBox="1"/>
          <p:nvPr/>
        </p:nvSpPr>
        <p:spPr>
          <a:xfrm>
            <a:off x="9309100" y="3048000"/>
            <a:ext cx="21590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Stable policy baseline</a:t>
            </a:r>
          </a:p>
        </p:txBody>
      </p:sp>
      <p:sp>
        <p:nvSpPr>
          <p:cNvPr id="33" name="Rectangle 32"/>
          <p:cNvSpPr/>
          <p:nvPr/>
        </p:nvSpPr>
        <p:spPr>
          <a:xfrm>
            <a:off x="6413500" y="3810000"/>
            <a:ext cx="1841500" cy="889000"/>
          </a:xfrm>
          <a:prstGeom prst="rect">
            <a:avLst/>
          </a:prstGeom>
          <a:solidFill>
            <a:srgbClr val="EFF1F5"/>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4" name="TextBox 33"/>
          <p:cNvSpPr txBox="1"/>
          <p:nvPr/>
        </p:nvSpPr>
        <p:spPr>
          <a:xfrm>
            <a:off x="6502400" y="3937000"/>
            <a:ext cx="16637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Temporary workers</a:t>
            </a:r>
          </a:p>
        </p:txBody>
      </p:sp>
      <p:sp>
        <p:nvSpPr>
          <p:cNvPr id="35" name="Rectangle 34"/>
          <p:cNvSpPr/>
          <p:nvPr/>
        </p:nvSpPr>
        <p:spPr>
          <a:xfrm>
            <a:off x="8255000" y="3810000"/>
            <a:ext cx="965200" cy="889000"/>
          </a:xfrm>
          <a:prstGeom prst="rect">
            <a:avLst/>
          </a:prstGeom>
          <a:solidFill>
            <a:srgbClr val="EFF1F5"/>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6" name="TextBox 35"/>
          <p:cNvSpPr txBox="1"/>
          <p:nvPr/>
        </p:nvSpPr>
        <p:spPr>
          <a:xfrm>
            <a:off x="8343900" y="3937000"/>
            <a:ext cx="7874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Exclude</a:t>
            </a:r>
          </a:p>
        </p:txBody>
      </p:sp>
      <p:sp>
        <p:nvSpPr>
          <p:cNvPr id="37" name="Rectangle 36"/>
          <p:cNvSpPr/>
          <p:nvPr/>
        </p:nvSpPr>
        <p:spPr>
          <a:xfrm>
            <a:off x="9220200" y="3810000"/>
            <a:ext cx="2336800" cy="889000"/>
          </a:xfrm>
          <a:prstGeom prst="rect">
            <a:avLst/>
          </a:prstGeom>
          <a:solidFill>
            <a:srgbClr val="EFF1F5"/>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8" name="TextBox 37"/>
          <p:cNvSpPr txBox="1"/>
          <p:nvPr/>
        </p:nvSpPr>
        <p:spPr>
          <a:xfrm>
            <a:off x="9309100" y="3937000"/>
            <a:ext cx="21590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Different contract dynamics</a:t>
            </a:r>
          </a:p>
        </p:txBody>
      </p:sp>
      <p:sp>
        <p:nvSpPr>
          <p:cNvPr id="39" name="Rectangle 38"/>
          <p:cNvSpPr/>
          <p:nvPr/>
        </p:nvSpPr>
        <p:spPr>
          <a:xfrm>
            <a:off x="6413500" y="4699000"/>
            <a:ext cx="18415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0" name="TextBox 39"/>
          <p:cNvSpPr txBox="1"/>
          <p:nvPr/>
        </p:nvSpPr>
        <p:spPr>
          <a:xfrm>
            <a:off x="6502400" y="4826000"/>
            <a:ext cx="16637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Interns / contractors</a:t>
            </a:r>
          </a:p>
        </p:txBody>
      </p:sp>
      <p:sp>
        <p:nvSpPr>
          <p:cNvPr id="41" name="Rectangle 40"/>
          <p:cNvSpPr/>
          <p:nvPr/>
        </p:nvSpPr>
        <p:spPr>
          <a:xfrm>
            <a:off x="8255000" y="4699000"/>
            <a:ext cx="9652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2" name="TextBox 41"/>
          <p:cNvSpPr txBox="1"/>
          <p:nvPr/>
        </p:nvSpPr>
        <p:spPr>
          <a:xfrm>
            <a:off x="8343900" y="4826000"/>
            <a:ext cx="7874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Exclude</a:t>
            </a:r>
          </a:p>
        </p:txBody>
      </p:sp>
      <p:sp>
        <p:nvSpPr>
          <p:cNvPr id="43" name="Rectangle 42"/>
          <p:cNvSpPr/>
          <p:nvPr/>
        </p:nvSpPr>
        <p:spPr>
          <a:xfrm>
            <a:off x="9220200" y="4699000"/>
            <a:ext cx="23368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4" name="TextBox 43"/>
          <p:cNvSpPr txBox="1"/>
          <p:nvPr/>
        </p:nvSpPr>
        <p:spPr>
          <a:xfrm>
            <a:off x="9309100" y="4826000"/>
            <a:ext cx="21590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Different lifecycle and actions</a:t>
            </a:r>
          </a:p>
        </p:txBody>
      </p:sp>
      <p:sp>
        <p:nvSpPr>
          <p:cNvPr id="46" name="TextBox 45">
            <a:extLst>
              <a:ext uri="{FF2B5EF4-FFF2-40B4-BE49-F238E27FC236}">
                <a16:creationId xmlns:a16="http://schemas.microsoft.com/office/drawing/2014/main" id="{8A1797A8-42E9-A507-D31A-69BB5E862E96}"/>
              </a:ext>
            </a:extLst>
          </p:cNvPr>
          <p:cNvSpPr txBox="1"/>
          <p:nvPr/>
        </p:nvSpPr>
        <p:spPr>
          <a:xfrm>
            <a:off x="3032913" y="5878611"/>
            <a:ext cx="5981344" cy="523220"/>
          </a:xfrm>
          <a:prstGeom prst="rect">
            <a:avLst/>
          </a:prstGeom>
          <a:noFill/>
        </p:spPr>
        <p:txBody>
          <a:bodyPr wrap="square">
            <a:spAutoFit/>
          </a:bodyPr>
          <a:lstStyle/>
          <a:p>
            <a:r>
              <a:rPr lang="en-US" sz="1400" b="1" dirty="0">
                <a:solidFill>
                  <a:schemeClr val="bg1"/>
                </a:solidFill>
                <a:latin typeface="Aptos" panose="020B0004020202020204" pitchFamily="34" charset="0"/>
              </a:rPr>
              <a:t>Unit of analysis: </a:t>
            </a:r>
            <a:r>
              <a:rPr lang="en-US" sz="1400" dirty="0">
                <a:solidFill>
                  <a:schemeClr val="bg1"/>
                </a:solidFill>
                <a:latin typeface="Aptos" panose="020B0004020202020204" pitchFamily="34" charset="0"/>
              </a:rPr>
              <a:t>one active regular employee at each monthly snapshot</a:t>
            </a:r>
          </a:p>
          <a:p>
            <a:r>
              <a:rPr lang="en-US" sz="1400" b="1" dirty="0">
                <a:solidFill>
                  <a:schemeClr val="bg1"/>
                </a:solidFill>
              </a:rPr>
              <a:t>Knowledge boundary: </a:t>
            </a:r>
            <a:r>
              <a:rPr lang="en-US" sz="1400" dirty="0">
                <a:solidFill>
                  <a:schemeClr val="bg1"/>
                </a:solidFill>
              </a:rPr>
              <a:t>information available as of the snapshot</a:t>
            </a:r>
          </a:p>
        </p:txBody>
      </p:sp>
    </p:spTree>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10160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 name="Rectangle 2"/>
          <p:cNvSpPr/>
          <p:nvPr/>
        </p:nvSpPr>
        <p:spPr>
          <a:xfrm>
            <a:off x="0" y="0"/>
            <a:ext cx="12192000" cy="1016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 name="TextBox 3"/>
          <p:cNvSpPr txBox="1"/>
          <p:nvPr/>
        </p:nvSpPr>
        <p:spPr>
          <a:xfrm>
            <a:off x="685800" y="431800"/>
            <a:ext cx="10414000" cy="228600"/>
          </a:xfrm>
          <a:prstGeom prst="rect">
            <a:avLst/>
          </a:prstGeom>
          <a:noFill/>
        </p:spPr>
        <p:txBody>
          <a:bodyPr wrap="square" lIns="0" tIns="0" rIns="0" bIns="0" anchor="t">
            <a:spAutoFit/>
          </a:bodyPr>
          <a:lstStyle/>
          <a:p>
            <a:pPr>
              <a:lnSpc>
                <a:spcPct val="100000"/>
              </a:lnSpc>
              <a:spcBef>
                <a:spcPts val="0"/>
              </a:spcBef>
              <a:spcAft>
                <a:spcPts val="0"/>
              </a:spcAft>
            </a:pPr>
            <a:r>
              <a:rPr lang="en-US" sz="1000" b="1" noProof="0" dirty="0">
                <a:solidFill>
                  <a:srgbClr val="2A2AEA"/>
                </a:solidFill>
                <a:latin typeface="Aptos"/>
              </a:rPr>
              <a:t>ANALYSIS + GOVERNANCE</a:t>
            </a:r>
          </a:p>
        </p:txBody>
      </p:sp>
      <p:sp>
        <p:nvSpPr>
          <p:cNvPr id="5" name="TextBox 4"/>
          <p:cNvSpPr txBox="1"/>
          <p:nvPr/>
        </p:nvSpPr>
        <p:spPr>
          <a:xfrm>
            <a:off x="685800" y="736600"/>
            <a:ext cx="10795000" cy="609600"/>
          </a:xfrm>
          <a:prstGeom prst="rect">
            <a:avLst/>
          </a:prstGeom>
          <a:noFill/>
        </p:spPr>
        <p:txBody>
          <a:bodyPr wrap="square" lIns="0" tIns="0" rIns="0" bIns="0" anchor="t">
            <a:spAutoFit/>
          </a:bodyPr>
          <a:lstStyle/>
          <a:p>
            <a:pPr>
              <a:lnSpc>
                <a:spcPct val="100000"/>
              </a:lnSpc>
              <a:spcBef>
                <a:spcPts val="0"/>
              </a:spcBef>
              <a:spcAft>
                <a:spcPts val="0"/>
              </a:spcAft>
            </a:pPr>
            <a:r>
              <a:rPr lang="en-US" sz="3100" b="1" noProof="0" dirty="0">
                <a:solidFill>
                  <a:srgbClr val="020B3F"/>
                </a:solidFill>
                <a:latin typeface="Aptos Display"/>
              </a:rPr>
              <a:t>Analytical cuts and governed outputs</a:t>
            </a:r>
          </a:p>
        </p:txBody>
      </p:sp>
      <p:sp>
        <p:nvSpPr>
          <p:cNvPr id="6" name="TextBox 5"/>
          <p:cNvSpPr txBox="1"/>
          <p:nvPr/>
        </p:nvSpPr>
        <p:spPr>
          <a:xfrm>
            <a:off x="698500" y="1409700"/>
            <a:ext cx="10668000" cy="431800"/>
          </a:xfrm>
          <a:prstGeom prst="rect">
            <a:avLst/>
          </a:prstGeom>
          <a:noFill/>
        </p:spPr>
        <p:txBody>
          <a:bodyPr wrap="square" lIns="0" tIns="0" rIns="0" bIns="0" anchor="t">
            <a:spAutoFit/>
          </a:bodyPr>
          <a:lstStyle/>
          <a:p>
            <a:pPr>
              <a:lnSpc>
                <a:spcPct val="100000"/>
              </a:lnSpc>
              <a:spcBef>
                <a:spcPts val="0"/>
              </a:spcBef>
              <a:spcAft>
                <a:spcPts val="0"/>
              </a:spcAft>
            </a:pPr>
            <a:r>
              <a:rPr lang="en-US" sz="1600" b="0" noProof="0" dirty="0">
                <a:solidFill>
                  <a:srgbClr val="666D7A"/>
                </a:solidFill>
                <a:latin typeface="Aptos"/>
              </a:rPr>
              <a:t>Prioritize cohorts while keeping outputs actionable and privacy-safe</a:t>
            </a:r>
          </a:p>
        </p:txBody>
      </p:sp>
      <p:sp>
        <p:nvSpPr>
          <p:cNvPr id="7" name="TextBox 6"/>
          <p:cNvSpPr txBox="1"/>
          <p:nvPr/>
        </p:nvSpPr>
        <p:spPr>
          <a:xfrm>
            <a:off x="431800" y="6553200"/>
            <a:ext cx="9652000" cy="152400"/>
          </a:xfrm>
          <a:prstGeom prst="rect">
            <a:avLst/>
          </a:prstGeom>
          <a:noFill/>
        </p:spPr>
        <p:txBody>
          <a:bodyPr wrap="square" lIns="0" tIns="0" rIns="0" bIns="0" anchor="t">
            <a:spAutoFit/>
          </a:bodyPr>
          <a:lstStyle/>
          <a:p>
            <a:pPr>
              <a:lnSpc>
                <a:spcPct val="100000"/>
              </a:lnSpc>
              <a:spcBef>
                <a:spcPts val="0"/>
              </a:spcBef>
              <a:spcAft>
                <a:spcPts val="0"/>
              </a:spcAft>
            </a:pPr>
            <a:r>
              <a:rPr lang="en-US" sz="650" b="0" noProof="0" dirty="0">
                <a:solidFill>
                  <a:srgbClr val="666D7A"/>
                </a:solidFill>
                <a:latin typeface="Aptos"/>
              </a:rPr>
              <a:t>Confidential - Qualcomm Technologies, Inc. and/or its affiliated companies - May Contain Trade Secrets</a:t>
            </a:r>
          </a:p>
        </p:txBody>
      </p:sp>
      <p:sp>
        <p:nvSpPr>
          <p:cNvPr id="8" name="TextBox 7"/>
          <p:cNvSpPr txBox="1"/>
          <p:nvPr/>
        </p:nvSpPr>
        <p:spPr>
          <a:xfrm>
            <a:off x="11430000" y="6553200"/>
            <a:ext cx="330200" cy="152400"/>
          </a:xfrm>
          <a:prstGeom prst="rect">
            <a:avLst/>
          </a:prstGeom>
          <a:noFill/>
        </p:spPr>
        <p:txBody>
          <a:bodyPr wrap="square" lIns="0" tIns="0" rIns="0" bIns="0" anchor="t">
            <a:spAutoFit/>
          </a:bodyPr>
          <a:lstStyle/>
          <a:p>
            <a:pPr algn="r"/>
            <a:r>
              <a:rPr lang="en-US" sz="700" noProof="0" dirty="0">
                <a:solidFill>
                  <a:srgbClr val="666D7A"/>
                </a:solidFill>
                <a:latin typeface="Aptos"/>
              </a:rPr>
              <a:t>4</a:t>
            </a:r>
          </a:p>
        </p:txBody>
      </p:sp>
      <p:sp>
        <p:nvSpPr>
          <p:cNvPr id="9" name="Rectangle 8"/>
          <p:cNvSpPr/>
          <p:nvPr/>
        </p:nvSpPr>
        <p:spPr>
          <a:xfrm>
            <a:off x="6083300" y="2006600"/>
            <a:ext cx="12700" cy="3530600"/>
          </a:xfrm>
          <a:prstGeom prst="rect">
            <a:avLst/>
          </a:prstGeom>
          <a:solidFill>
            <a:srgbClr val="D2D7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0" name="TextBox 9"/>
          <p:cNvSpPr txBox="1"/>
          <p:nvPr/>
        </p:nvSpPr>
        <p:spPr>
          <a:xfrm>
            <a:off x="698500" y="2006600"/>
            <a:ext cx="4953000" cy="355600"/>
          </a:xfrm>
          <a:prstGeom prst="rect">
            <a:avLst/>
          </a:prstGeom>
          <a:noFill/>
        </p:spPr>
        <p:txBody>
          <a:bodyPr wrap="square" lIns="0" tIns="0" rIns="0" bIns="0" anchor="t">
            <a:spAutoFit/>
          </a:bodyPr>
          <a:lstStyle/>
          <a:p>
            <a:pPr>
              <a:lnSpc>
                <a:spcPct val="100000"/>
              </a:lnSpc>
              <a:spcBef>
                <a:spcPts val="0"/>
              </a:spcBef>
              <a:spcAft>
                <a:spcPts val="0"/>
              </a:spcAft>
            </a:pPr>
            <a:r>
              <a:rPr lang="en-US" sz="1800" b="1" noProof="0" dirty="0">
                <a:solidFill>
                  <a:srgbClr val="020B3F"/>
                </a:solidFill>
                <a:latin typeface="Aptos Display"/>
              </a:rPr>
              <a:t>Analytical cuts</a:t>
            </a:r>
          </a:p>
        </p:txBody>
      </p:sp>
      <p:sp>
        <p:nvSpPr>
          <p:cNvPr id="11" name="Rectangle 10"/>
          <p:cNvSpPr/>
          <p:nvPr/>
        </p:nvSpPr>
        <p:spPr>
          <a:xfrm>
            <a:off x="698500" y="2514600"/>
            <a:ext cx="4953000" cy="444500"/>
          </a:xfrm>
          <a:prstGeom prst="rect">
            <a:avLst/>
          </a:prstGeom>
          <a:solidFill>
            <a:srgbClr val="EFF1F5"/>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2" name="Rectangle 11"/>
          <p:cNvSpPr/>
          <p:nvPr/>
        </p:nvSpPr>
        <p:spPr>
          <a:xfrm>
            <a:off x="698500" y="2514600"/>
            <a:ext cx="76200" cy="4445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TextBox 12"/>
          <p:cNvSpPr txBox="1"/>
          <p:nvPr/>
        </p:nvSpPr>
        <p:spPr>
          <a:xfrm>
            <a:off x="952500" y="2616200"/>
            <a:ext cx="4445000" cy="254000"/>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a:rPr>
              <a:t>Cohort -&gt; evidence</a:t>
            </a:r>
          </a:p>
        </p:txBody>
      </p:sp>
      <p:sp>
        <p:nvSpPr>
          <p:cNvPr id="14" name="Rectangle 13"/>
          <p:cNvSpPr/>
          <p:nvPr/>
        </p:nvSpPr>
        <p:spPr>
          <a:xfrm>
            <a:off x="698500" y="3060700"/>
            <a:ext cx="4953000" cy="444500"/>
          </a:xfrm>
          <a:prstGeom prst="rect">
            <a:avLst/>
          </a:prstGeom>
          <a:solidFill>
            <a:srgbClr val="EFF1F5"/>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5" name="Rectangle 14"/>
          <p:cNvSpPr/>
          <p:nvPr/>
        </p:nvSpPr>
        <p:spPr>
          <a:xfrm>
            <a:off x="698500" y="3060700"/>
            <a:ext cx="76200" cy="444500"/>
          </a:xfrm>
          <a:prstGeom prst="rect">
            <a:avLst/>
          </a:prstGeom>
          <a:solidFill>
            <a:srgbClr val="84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6" name="TextBox 15"/>
          <p:cNvSpPr txBox="1"/>
          <p:nvPr/>
        </p:nvSpPr>
        <p:spPr>
          <a:xfrm>
            <a:off x="952500" y="3162300"/>
            <a:ext cx="4445000" cy="254000"/>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a:rPr>
              <a:t>Evidence -&gt; hypothesis</a:t>
            </a:r>
          </a:p>
        </p:txBody>
      </p:sp>
      <p:sp>
        <p:nvSpPr>
          <p:cNvPr id="17" name="Rectangle 16"/>
          <p:cNvSpPr/>
          <p:nvPr/>
        </p:nvSpPr>
        <p:spPr>
          <a:xfrm>
            <a:off x="698500" y="3606800"/>
            <a:ext cx="4953000" cy="444500"/>
          </a:xfrm>
          <a:prstGeom prst="rect">
            <a:avLst/>
          </a:prstGeom>
          <a:solidFill>
            <a:srgbClr val="EFF1F5"/>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8" name="Rectangle 17"/>
          <p:cNvSpPr/>
          <p:nvPr/>
        </p:nvSpPr>
        <p:spPr>
          <a:xfrm>
            <a:off x="698500" y="3606800"/>
            <a:ext cx="76200" cy="444500"/>
          </a:xfrm>
          <a:prstGeom prst="rect">
            <a:avLst/>
          </a:prstGeom>
          <a:solidFill>
            <a:srgbClr val="F5F0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9" name="TextBox 18"/>
          <p:cNvSpPr txBox="1"/>
          <p:nvPr/>
        </p:nvSpPr>
        <p:spPr>
          <a:xfrm>
            <a:off x="952500" y="3708400"/>
            <a:ext cx="4445000" cy="254000"/>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a:rPr>
              <a:t>Hypothesis -&gt; action</a:t>
            </a:r>
          </a:p>
        </p:txBody>
      </p:sp>
      <p:sp>
        <p:nvSpPr>
          <p:cNvPr id="20" name="Rectangle 19"/>
          <p:cNvSpPr/>
          <p:nvPr/>
        </p:nvSpPr>
        <p:spPr>
          <a:xfrm>
            <a:off x="698500" y="4152900"/>
            <a:ext cx="4953000" cy="444500"/>
          </a:xfrm>
          <a:prstGeom prst="rect">
            <a:avLst/>
          </a:prstGeom>
          <a:solidFill>
            <a:srgbClr val="EFF1F5"/>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1" name="Rectangle 20"/>
          <p:cNvSpPr/>
          <p:nvPr/>
        </p:nvSpPr>
        <p:spPr>
          <a:xfrm>
            <a:off x="698500" y="4152900"/>
            <a:ext cx="76200" cy="4445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2" name="TextBox 21"/>
          <p:cNvSpPr txBox="1"/>
          <p:nvPr/>
        </p:nvSpPr>
        <p:spPr>
          <a:xfrm>
            <a:off x="952500" y="4254500"/>
            <a:ext cx="4445000" cy="254000"/>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a:rPr>
              <a:t>Action -&gt; owner -&gt; metric</a:t>
            </a:r>
          </a:p>
        </p:txBody>
      </p:sp>
      <p:sp>
        <p:nvSpPr>
          <p:cNvPr id="23" name="TextBox 22"/>
          <p:cNvSpPr txBox="1"/>
          <p:nvPr/>
        </p:nvSpPr>
        <p:spPr>
          <a:xfrm>
            <a:off x="698500" y="4800600"/>
            <a:ext cx="4953000" cy="279400"/>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a:rPr>
              <a:t>Potential segments</a:t>
            </a:r>
          </a:p>
        </p:txBody>
      </p:sp>
      <p:sp>
        <p:nvSpPr>
          <p:cNvPr id="24" name="TextBox 23"/>
          <p:cNvSpPr txBox="1"/>
          <p:nvPr/>
        </p:nvSpPr>
        <p:spPr>
          <a:xfrm>
            <a:off x="698500" y="5130800"/>
            <a:ext cx="4953000" cy="508000"/>
          </a:xfrm>
          <a:prstGeom prst="rect">
            <a:avLst/>
          </a:prstGeom>
          <a:noFill/>
        </p:spPr>
        <p:txBody>
          <a:bodyPr wrap="square" lIns="0" tIns="0" rIns="0" bIns="0" anchor="t">
            <a:spAutoFit/>
          </a:bodyPr>
          <a:lstStyle/>
          <a:p>
            <a:pPr>
              <a:lnSpc>
                <a:spcPct val="100000"/>
              </a:lnSpc>
              <a:spcBef>
                <a:spcPts val="0"/>
              </a:spcBef>
              <a:spcAft>
                <a:spcPts val="0"/>
              </a:spcAft>
            </a:pPr>
            <a:r>
              <a:rPr lang="en-US" sz="1600" b="0" noProof="0" dirty="0">
                <a:solidFill>
                  <a:srgbClr val="252A35"/>
                </a:solidFill>
                <a:latin typeface="Aptos"/>
              </a:rPr>
              <a:t>Organization, location, tenure band, job family, manager span, lifecycle indicators.</a:t>
            </a:r>
          </a:p>
        </p:txBody>
      </p:sp>
      <p:sp>
        <p:nvSpPr>
          <p:cNvPr id="25" name="TextBox 24"/>
          <p:cNvSpPr txBox="1"/>
          <p:nvPr/>
        </p:nvSpPr>
        <p:spPr>
          <a:xfrm>
            <a:off x="6413500" y="2006600"/>
            <a:ext cx="5080000" cy="355600"/>
          </a:xfrm>
          <a:prstGeom prst="rect">
            <a:avLst/>
          </a:prstGeom>
          <a:noFill/>
        </p:spPr>
        <p:txBody>
          <a:bodyPr wrap="square" lIns="0" tIns="0" rIns="0" bIns="0" anchor="t">
            <a:spAutoFit/>
          </a:bodyPr>
          <a:lstStyle/>
          <a:p>
            <a:pPr>
              <a:lnSpc>
                <a:spcPct val="100000"/>
              </a:lnSpc>
              <a:spcBef>
                <a:spcPts val="0"/>
              </a:spcBef>
              <a:spcAft>
                <a:spcPts val="0"/>
              </a:spcAft>
            </a:pPr>
            <a:r>
              <a:rPr lang="en-US" sz="1800" b="1" noProof="0" dirty="0">
                <a:solidFill>
                  <a:srgbClr val="020B3F"/>
                </a:solidFill>
                <a:latin typeface="Aptos Display"/>
              </a:rPr>
              <a:t>Governed outputs</a:t>
            </a:r>
          </a:p>
        </p:txBody>
      </p:sp>
      <p:sp>
        <p:nvSpPr>
          <p:cNvPr id="26" name="Rectangle 25"/>
          <p:cNvSpPr/>
          <p:nvPr/>
        </p:nvSpPr>
        <p:spPr>
          <a:xfrm>
            <a:off x="6413500" y="2514600"/>
            <a:ext cx="1333500" cy="406400"/>
          </a:xfrm>
          <a:prstGeom prst="rect">
            <a:avLst/>
          </a:prstGeom>
          <a:solidFill>
            <a:srgbClr val="2A2AE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7" name="TextBox 26"/>
          <p:cNvSpPr txBox="1"/>
          <p:nvPr/>
        </p:nvSpPr>
        <p:spPr>
          <a:xfrm>
            <a:off x="6502400" y="2616200"/>
            <a:ext cx="11557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FFFFFF"/>
                </a:solidFill>
                <a:latin typeface="Aptos"/>
              </a:rPr>
              <a:t>Audience</a:t>
            </a:r>
          </a:p>
        </p:txBody>
      </p:sp>
      <p:sp>
        <p:nvSpPr>
          <p:cNvPr id="28" name="Rectangle 27"/>
          <p:cNvSpPr/>
          <p:nvPr/>
        </p:nvSpPr>
        <p:spPr>
          <a:xfrm>
            <a:off x="7747000" y="2514600"/>
            <a:ext cx="1993900" cy="406400"/>
          </a:xfrm>
          <a:prstGeom prst="rect">
            <a:avLst/>
          </a:prstGeom>
          <a:solidFill>
            <a:srgbClr val="2A2AE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9" name="TextBox 28"/>
          <p:cNvSpPr txBox="1"/>
          <p:nvPr/>
        </p:nvSpPr>
        <p:spPr>
          <a:xfrm>
            <a:off x="7835900" y="2616200"/>
            <a:ext cx="18161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FFFFFF"/>
                </a:solidFill>
                <a:latin typeface="Aptos"/>
              </a:rPr>
              <a:t>Permitted</a:t>
            </a:r>
          </a:p>
        </p:txBody>
      </p:sp>
      <p:sp>
        <p:nvSpPr>
          <p:cNvPr id="30" name="Rectangle 29"/>
          <p:cNvSpPr/>
          <p:nvPr/>
        </p:nvSpPr>
        <p:spPr>
          <a:xfrm>
            <a:off x="9740900" y="2514600"/>
            <a:ext cx="1816100" cy="406400"/>
          </a:xfrm>
          <a:prstGeom prst="rect">
            <a:avLst/>
          </a:prstGeom>
          <a:solidFill>
            <a:srgbClr val="2A2AE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1" name="TextBox 30"/>
          <p:cNvSpPr txBox="1"/>
          <p:nvPr/>
        </p:nvSpPr>
        <p:spPr>
          <a:xfrm>
            <a:off x="9829800" y="2616200"/>
            <a:ext cx="16383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FFFFFF"/>
                </a:solidFill>
                <a:latin typeface="Aptos"/>
              </a:rPr>
              <a:t>Not permitted</a:t>
            </a:r>
          </a:p>
        </p:txBody>
      </p:sp>
      <p:sp>
        <p:nvSpPr>
          <p:cNvPr id="32" name="Rectangle 31"/>
          <p:cNvSpPr/>
          <p:nvPr/>
        </p:nvSpPr>
        <p:spPr>
          <a:xfrm>
            <a:off x="6413500" y="2921000"/>
            <a:ext cx="13335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3" name="TextBox 32"/>
          <p:cNvSpPr txBox="1"/>
          <p:nvPr/>
        </p:nvSpPr>
        <p:spPr>
          <a:xfrm>
            <a:off x="6502400" y="3048000"/>
            <a:ext cx="11557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People Analytics</a:t>
            </a:r>
          </a:p>
        </p:txBody>
      </p:sp>
      <p:sp>
        <p:nvSpPr>
          <p:cNvPr id="34" name="Rectangle 33"/>
          <p:cNvSpPr/>
          <p:nvPr/>
        </p:nvSpPr>
        <p:spPr>
          <a:xfrm>
            <a:off x="7747000" y="2921000"/>
            <a:ext cx="19939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5" name="TextBox 34"/>
          <p:cNvSpPr txBox="1"/>
          <p:nvPr/>
        </p:nvSpPr>
        <p:spPr>
          <a:xfrm>
            <a:off x="7835900" y="3048000"/>
            <a:ext cx="18161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Employee-level workspace</a:t>
            </a:r>
          </a:p>
        </p:txBody>
      </p:sp>
      <p:sp>
        <p:nvSpPr>
          <p:cNvPr id="36" name="Rectangle 35"/>
          <p:cNvSpPr/>
          <p:nvPr/>
        </p:nvSpPr>
        <p:spPr>
          <a:xfrm>
            <a:off x="9740900" y="2921000"/>
            <a:ext cx="18161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7" name="TextBox 36"/>
          <p:cNvSpPr txBox="1"/>
          <p:nvPr/>
        </p:nvSpPr>
        <p:spPr>
          <a:xfrm>
            <a:off x="9829800" y="3048000"/>
            <a:ext cx="1638300" cy="698500"/>
          </a:xfrm>
          <a:prstGeom prst="rect">
            <a:avLst/>
          </a:prstGeom>
          <a:noFill/>
        </p:spPr>
        <p:txBody>
          <a:bodyPr wrap="square" lIns="0" tIns="0" rIns="0" bIns="0" anchor="t">
            <a:spAutoFit/>
          </a:bodyPr>
          <a:lstStyle/>
          <a:p>
            <a:pPr algn="r">
              <a:lnSpc>
                <a:spcPct val="100000"/>
              </a:lnSpc>
              <a:spcBef>
                <a:spcPts val="0"/>
              </a:spcBef>
              <a:spcAft>
                <a:spcPts val="0"/>
              </a:spcAft>
            </a:pPr>
            <a:r>
              <a:rPr lang="en-US" sz="1400" b="0" noProof="0" dirty="0">
                <a:solidFill>
                  <a:srgbClr val="252A35"/>
                </a:solidFill>
                <a:latin typeface="Aptos"/>
              </a:rPr>
              <a:t>Broad sharing</a:t>
            </a:r>
          </a:p>
        </p:txBody>
      </p:sp>
      <p:sp>
        <p:nvSpPr>
          <p:cNvPr id="38" name="Rectangle 37"/>
          <p:cNvSpPr/>
          <p:nvPr/>
        </p:nvSpPr>
        <p:spPr>
          <a:xfrm>
            <a:off x="6413500" y="3810000"/>
            <a:ext cx="1333500" cy="889000"/>
          </a:xfrm>
          <a:prstGeom prst="rect">
            <a:avLst/>
          </a:prstGeom>
          <a:solidFill>
            <a:srgbClr val="EFF1F5"/>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9" name="TextBox 38"/>
          <p:cNvSpPr txBox="1"/>
          <p:nvPr/>
        </p:nvSpPr>
        <p:spPr>
          <a:xfrm>
            <a:off x="6502400" y="3937000"/>
            <a:ext cx="11557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HR / leaders</a:t>
            </a:r>
          </a:p>
        </p:txBody>
      </p:sp>
      <p:sp>
        <p:nvSpPr>
          <p:cNvPr id="40" name="Rectangle 39"/>
          <p:cNvSpPr/>
          <p:nvPr/>
        </p:nvSpPr>
        <p:spPr>
          <a:xfrm>
            <a:off x="7747000" y="3810000"/>
            <a:ext cx="1993900" cy="889000"/>
          </a:xfrm>
          <a:prstGeom prst="rect">
            <a:avLst/>
          </a:prstGeom>
          <a:solidFill>
            <a:srgbClr val="EFF1F5"/>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1" name="TextBox 40"/>
          <p:cNvSpPr txBox="1"/>
          <p:nvPr/>
        </p:nvSpPr>
        <p:spPr>
          <a:xfrm>
            <a:off x="7835900" y="3937000"/>
            <a:ext cx="18161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Aggregated cohort risk</a:t>
            </a:r>
          </a:p>
        </p:txBody>
      </p:sp>
      <p:sp>
        <p:nvSpPr>
          <p:cNvPr id="42" name="Rectangle 41"/>
          <p:cNvSpPr/>
          <p:nvPr/>
        </p:nvSpPr>
        <p:spPr>
          <a:xfrm>
            <a:off x="9740900" y="3810000"/>
            <a:ext cx="1816100" cy="889000"/>
          </a:xfrm>
          <a:prstGeom prst="rect">
            <a:avLst/>
          </a:prstGeom>
          <a:solidFill>
            <a:srgbClr val="EFF1F5"/>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3" name="TextBox 42"/>
          <p:cNvSpPr txBox="1"/>
          <p:nvPr/>
        </p:nvSpPr>
        <p:spPr>
          <a:xfrm>
            <a:off x="9829800" y="3937000"/>
            <a:ext cx="1638300" cy="698500"/>
          </a:xfrm>
          <a:prstGeom prst="rect">
            <a:avLst/>
          </a:prstGeom>
          <a:noFill/>
        </p:spPr>
        <p:txBody>
          <a:bodyPr wrap="square" lIns="0" tIns="0" rIns="0" bIns="0" anchor="t">
            <a:spAutoFit/>
          </a:bodyPr>
          <a:lstStyle/>
          <a:p>
            <a:pPr algn="r">
              <a:lnSpc>
                <a:spcPct val="100000"/>
              </a:lnSpc>
              <a:spcBef>
                <a:spcPts val="0"/>
              </a:spcBef>
              <a:spcAft>
                <a:spcPts val="0"/>
              </a:spcAft>
            </a:pPr>
            <a:r>
              <a:rPr lang="en-US" sz="1400" b="0" noProof="0" dirty="0">
                <a:solidFill>
                  <a:srgbClr val="252A35"/>
                </a:solidFill>
                <a:latin typeface="Aptos"/>
              </a:rPr>
              <a:t>Individual scores</a:t>
            </a:r>
          </a:p>
        </p:txBody>
      </p:sp>
      <p:sp>
        <p:nvSpPr>
          <p:cNvPr id="44" name="Rectangle 43"/>
          <p:cNvSpPr/>
          <p:nvPr/>
        </p:nvSpPr>
        <p:spPr>
          <a:xfrm>
            <a:off x="6413500" y="4699000"/>
            <a:ext cx="13335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5" name="TextBox 44"/>
          <p:cNvSpPr txBox="1"/>
          <p:nvPr/>
        </p:nvSpPr>
        <p:spPr>
          <a:xfrm>
            <a:off x="6502400" y="4826000"/>
            <a:ext cx="11557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Managers</a:t>
            </a:r>
          </a:p>
        </p:txBody>
      </p:sp>
      <p:sp>
        <p:nvSpPr>
          <p:cNvPr id="46" name="Rectangle 45"/>
          <p:cNvSpPr/>
          <p:nvPr/>
        </p:nvSpPr>
        <p:spPr>
          <a:xfrm>
            <a:off x="7747000" y="4699000"/>
            <a:ext cx="19939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7" name="TextBox 46"/>
          <p:cNvSpPr txBox="1"/>
          <p:nvPr/>
        </p:nvSpPr>
        <p:spPr>
          <a:xfrm>
            <a:off x="7835900" y="4826000"/>
            <a:ext cx="1816100" cy="698500"/>
          </a:xfrm>
          <a:prstGeom prst="rect">
            <a:avLst/>
          </a:prstGeom>
          <a:noFill/>
        </p:spPr>
        <p:txBody>
          <a:bodyPr wrap="square" lIns="0" tIns="0" rIns="0" bIns="0" anchor="t">
            <a:spAutoFit/>
          </a:bodyPr>
          <a:lstStyle/>
          <a:p>
            <a:pPr>
              <a:lnSpc>
                <a:spcPct val="100000"/>
              </a:lnSpc>
              <a:spcBef>
                <a:spcPts val="0"/>
              </a:spcBef>
              <a:spcAft>
                <a:spcPts val="0"/>
              </a:spcAft>
            </a:pPr>
            <a:r>
              <a:rPr lang="en-US" sz="1400" b="0" noProof="0" dirty="0">
                <a:solidFill>
                  <a:srgbClr val="252A35"/>
                </a:solidFill>
                <a:latin typeface="Aptos"/>
              </a:rPr>
              <a:t>Approved action themes</a:t>
            </a:r>
          </a:p>
        </p:txBody>
      </p:sp>
      <p:sp>
        <p:nvSpPr>
          <p:cNvPr id="48" name="Rectangle 47"/>
          <p:cNvSpPr/>
          <p:nvPr/>
        </p:nvSpPr>
        <p:spPr>
          <a:xfrm>
            <a:off x="9740900" y="4699000"/>
            <a:ext cx="1816100" cy="889000"/>
          </a:xfrm>
          <a:prstGeom prst="rect">
            <a:avLst/>
          </a:prstGeom>
          <a:solidFill>
            <a:srgbClr val="FFFFFF"/>
          </a:solidFill>
          <a:ln w="9525">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9" name="TextBox 48"/>
          <p:cNvSpPr txBox="1"/>
          <p:nvPr/>
        </p:nvSpPr>
        <p:spPr>
          <a:xfrm>
            <a:off x="9829800" y="4826000"/>
            <a:ext cx="1638300" cy="698500"/>
          </a:xfrm>
          <a:prstGeom prst="rect">
            <a:avLst/>
          </a:prstGeom>
          <a:noFill/>
        </p:spPr>
        <p:txBody>
          <a:bodyPr wrap="square" lIns="0" tIns="0" rIns="0" bIns="0" anchor="t">
            <a:spAutoFit/>
          </a:bodyPr>
          <a:lstStyle/>
          <a:p>
            <a:pPr algn="r">
              <a:lnSpc>
                <a:spcPct val="100000"/>
              </a:lnSpc>
              <a:spcBef>
                <a:spcPts val="0"/>
              </a:spcBef>
              <a:spcAft>
                <a:spcPts val="0"/>
              </a:spcAft>
            </a:pPr>
            <a:r>
              <a:rPr lang="en-US" sz="1400" b="0" noProof="0" dirty="0">
                <a:solidFill>
                  <a:srgbClr val="252A35"/>
                </a:solidFill>
                <a:latin typeface="Aptos"/>
              </a:rPr>
              <a:t>Ranked employee lists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 name="Rectangle 2"/>
          <p:cNvSpPr/>
          <p:nvPr/>
        </p:nvSpPr>
        <p:spPr>
          <a:xfrm>
            <a:off x="0" y="0"/>
            <a:ext cx="12192000" cy="1016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 name="TextBox 3"/>
          <p:cNvSpPr txBox="1"/>
          <p:nvPr/>
        </p:nvSpPr>
        <p:spPr>
          <a:xfrm>
            <a:off x="685800" y="431800"/>
            <a:ext cx="9906000" cy="228600"/>
          </a:xfrm>
          <a:prstGeom prst="rect">
            <a:avLst/>
          </a:prstGeom>
          <a:noFill/>
        </p:spPr>
        <p:txBody>
          <a:bodyPr wrap="square" lIns="0" tIns="0" rIns="0" bIns="0" anchor="t">
            <a:spAutoFit/>
          </a:bodyPr>
          <a:lstStyle/>
          <a:p>
            <a:pPr>
              <a:lnSpc>
                <a:spcPct val="100000"/>
              </a:lnSpc>
              <a:spcBef>
                <a:spcPts val="0"/>
              </a:spcBef>
              <a:spcAft>
                <a:spcPts val="0"/>
              </a:spcAft>
            </a:pPr>
            <a:r>
              <a:rPr lang="en-US" sz="1000" b="1" noProof="0" dirty="0">
                <a:solidFill>
                  <a:srgbClr val="2A2AEA"/>
                </a:solidFill>
                <a:latin typeface="Aptos"/>
              </a:rPr>
              <a:t>PLAN</a:t>
            </a:r>
          </a:p>
        </p:txBody>
      </p:sp>
      <p:sp>
        <p:nvSpPr>
          <p:cNvPr id="5" name="TextBox 4"/>
          <p:cNvSpPr txBox="1"/>
          <p:nvPr/>
        </p:nvSpPr>
        <p:spPr>
          <a:xfrm>
            <a:off x="685800" y="736600"/>
            <a:ext cx="10795000" cy="609600"/>
          </a:xfrm>
          <a:prstGeom prst="rect">
            <a:avLst/>
          </a:prstGeom>
          <a:noFill/>
        </p:spPr>
        <p:txBody>
          <a:bodyPr wrap="square" lIns="0" tIns="0" rIns="0" bIns="0" anchor="t">
            <a:spAutoFit/>
          </a:bodyPr>
          <a:lstStyle/>
          <a:p>
            <a:pPr>
              <a:lnSpc>
                <a:spcPct val="100000"/>
              </a:lnSpc>
              <a:spcBef>
                <a:spcPts val="0"/>
              </a:spcBef>
              <a:spcAft>
                <a:spcPts val="0"/>
              </a:spcAft>
            </a:pPr>
            <a:r>
              <a:rPr lang="en-US" sz="3100" b="1" noProof="0" dirty="0">
                <a:solidFill>
                  <a:srgbClr val="020B3F"/>
                </a:solidFill>
                <a:latin typeface="Aptos Display"/>
              </a:rPr>
              <a:t>10-week workplan</a:t>
            </a:r>
          </a:p>
        </p:txBody>
      </p:sp>
      <p:sp>
        <p:nvSpPr>
          <p:cNvPr id="6" name="TextBox 5"/>
          <p:cNvSpPr txBox="1"/>
          <p:nvPr/>
        </p:nvSpPr>
        <p:spPr>
          <a:xfrm>
            <a:off x="431800" y="6553200"/>
            <a:ext cx="9652000" cy="152400"/>
          </a:xfrm>
          <a:prstGeom prst="rect">
            <a:avLst/>
          </a:prstGeom>
          <a:noFill/>
        </p:spPr>
        <p:txBody>
          <a:bodyPr wrap="square" lIns="0" tIns="0" rIns="0" bIns="0" anchor="t">
            <a:spAutoFit/>
          </a:bodyPr>
          <a:lstStyle/>
          <a:p>
            <a:pPr>
              <a:lnSpc>
                <a:spcPct val="100000"/>
              </a:lnSpc>
              <a:spcBef>
                <a:spcPts val="0"/>
              </a:spcBef>
              <a:spcAft>
                <a:spcPts val="0"/>
              </a:spcAft>
            </a:pPr>
            <a:r>
              <a:rPr lang="en-US" sz="650" b="0" noProof="0" dirty="0">
                <a:solidFill>
                  <a:srgbClr val="666D7A"/>
                </a:solidFill>
                <a:latin typeface="Aptos"/>
              </a:rPr>
              <a:t>Confidential - Qualcomm Technologies, Inc. and/or its affiliated companies - May Contain Trade Secrets</a:t>
            </a:r>
          </a:p>
        </p:txBody>
      </p:sp>
      <p:sp>
        <p:nvSpPr>
          <p:cNvPr id="7" name="TextBox 6"/>
          <p:cNvSpPr txBox="1"/>
          <p:nvPr/>
        </p:nvSpPr>
        <p:spPr>
          <a:xfrm>
            <a:off x="11430000" y="6553200"/>
            <a:ext cx="330200" cy="152400"/>
          </a:xfrm>
          <a:prstGeom prst="rect">
            <a:avLst/>
          </a:prstGeom>
          <a:noFill/>
        </p:spPr>
        <p:txBody>
          <a:bodyPr wrap="square" lIns="0" tIns="0" rIns="0" bIns="0" anchor="t">
            <a:spAutoFit/>
          </a:bodyPr>
          <a:lstStyle/>
          <a:p>
            <a:pPr algn="r"/>
            <a:r>
              <a:rPr lang="en-US" sz="700" noProof="0" dirty="0">
                <a:solidFill>
                  <a:srgbClr val="666D7A"/>
                </a:solidFill>
                <a:latin typeface="Aptos"/>
              </a:rPr>
              <a:t>6</a:t>
            </a:r>
          </a:p>
        </p:txBody>
      </p:sp>
      <p:sp>
        <p:nvSpPr>
          <p:cNvPr id="8" name="Rectangle 7"/>
          <p:cNvSpPr/>
          <p:nvPr/>
        </p:nvSpPr>
        <p:spPr>
          <a:xfrm>
            <a:off x="889000" y="2362200"/>
            <a:ext cx="1955800" cy="14986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889000" y="2362200"/>
            <a:ext cx="1955800" cy="762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0" name="TextBox 9"/>
          <p:cNvSpPr txBox="1"/>
          <p:nvPr/>
        </p:nvSpPr>
        <p:spPr>
          <a:xfrm>
            <a:off x="1066800" y="2667000"/>
            <a:ext cx="228600" cy="228600"/>
          </a:xfrm>
          <a:prstGeom prst="rect">
            <a:avLst/>
          </a:prstGeom>
          <a:noFill/>
        </p:spPr>
        <p:txBody>
          <a:bodyPr wrap="square" lIns="0" tIns="0" rIns="0" bIns="0" anchor="t">
            <a:spAutoFit/>
          </a:bodyPr>
          <a:lstStyle/>
          <a:p>
            <a:pPr algn="ctr">
              <a:lnSpc>
                <a:spcPct val="100000"/>
              </a:lnSpc>
              <a:spcBef>
                <a:spcPts val="0"/>
              </a:spcBef>
              <a:spcAft>
                <a:spcPts val="0"/>
              </a:spcAft>
            </a:pPr>
            <a:r>
              <a:rPr lang="en-US" sz="1400" b="1" noProof="0" dirty="0">
                <a:solidFill>
                  <a:srgbClr val="2A2AEA"/>
                </a:solidFill>
                <a:latin typeface="Aptos"/>
              </a:rPr>
              <a:t>1</a:t>
            </a:r>
          </a:p>
        </p:txBody>
      </p:sp>
      <p:sp>
        <p:nvSpPr>
          <p:cNvPr id="11" name="TextBox 10"/>
          <p:cNvSpPr txBox="1"/>
          <p:nvPr/>
        </p:nvSpPr>
        <p:spPr>
          <a:xfrm>
            <a:off x="1422400" y="2667000"/>
            <a:ext cx="9906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666D7A"/>
                </a:solidFill>
                <a:latin typeface="Aptos"/>
              </a:rPr>
              <a:t>W1</a:t>
            </a:r>
          </a:p>
        </p:txBody>
      </p:sp>
      <p:sp>
        <p:nvSpPr>
          <p:cNvPr id="12" name="TextBox 11"/>
          <p:cNvSpPr txBox="1"/>
          <p:nvPr/>
        </p:nvSpPr>
        <p:spPr>
          <a:xfrm>
            <a:off x="1066800" y="3098800"/>
            <a:ext cx="1600200" cy="246221"/>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Define Project</a:t>
            </a:r>
          </a:p>
        </p:txBody>
      </p:sp>
      <p:sp>
        <p:nvSpPr>
          <p:cNvPr id="13" name="Rectangle 12"/>
          <p:cNvSpPr/>
          <p:nvPr/>
        </p:nvSpPr>
        <p:spPr>
          <a:xfrm>
            <a:off x="3073400" y="2362200"/>
            <a:ext cx="1955800" cy="14986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4" name="Rectangle 13"/>
          <p:cNvSpPr/>
          <p:nvPr/>
        </p:nvSpPr>
        <p:spPr>
          <a:xfrm>
            <a:off x="3073400" y="2362200"/>
            <a:ext cx="1955800" cy="76200"/>
          </a:xfrm>
          <a:prstGeom prst="rect">
            <a:avLst/>
          </a:prstGeom>
          <a:solidFill>
            <a:srgbClr val="84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5" name="TextBox 14"/>
          <p:cNvSpPr txBox="1"/>
          <p:nvPr/>
        </p:nvSpPr>
        <p:spPr>
          <a:xfrm>
            <a:off x="3251200" y="2667000"/>
            <a:ext cx="228600" cy="228600"/>
          </a:xfrm>
          <a:prstGeom prst="rect">
            <a:avLst/>
          </a:prstGeom>
          <a:noFill/>
        </p:spPr>
        <p:txBody>
          <a:bodyPr wrap="square" lIns="0" tIns="0" rIns="0" bIns="0" anchor="t">
            <a:spAutoFit/>
          </a:bodyPr>
          <a:lstStyle/>
          <a:p>
            <a:pPr algn="ctr">
              <a:lnSpc>
                <a:spcPct val="100000"/>
              </a:lnSpc>
              <a:spcBef>
                <a:spcPts val="0"/>
              </a:spcBef>
              <a:spcAft>
                <a:spcPts val="0"/>
              </a:spcAft>
            </a:pPr>
            <a:r>
              <a:rPr lang="en-US" sz="1400" b="1" noProof="0" dirty="0">
                <a:solidFill>
                  <a:srgbClr val="843AFF"/>
                </a:solidFill>
                <a:latin typeface="Aptos"/>
              </a:rPr>
              <a:t>2</a:t>
            </a:r>
          </a:p>
        </p:txBody>
      </p:sp>
      <p:sp>
        <p:nvSpPr>
          <p:cNvPr id="16" name="TextBox 15"/>
          <p:cNvSpPr txBox="1"/>
          <p:nvPr/>
        </p:nvSpPr>
        <p:spPr>
          <a:xfrm>
            <a:off x="3606800" y="2667000"/>
            <a:ext cx="9906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666D7A"/>
                </a:solidFill>
                <a:latin typeface="Aptos"/>
              </a:rPr>
              <a:t>W2-3</a:t>
            </a:r>
          </a:p>
        </p:txBody>
      </p:sp>
      <p:sp>
        <p:nvSpPr>
          <p:cNvPr id="17" name="TextBox 16"/>
          <p:cNvSpPr txBox="1"/>
          <p:nvPr/>
        </p:nvSpPr>
        <p:spPr>
          <a:xfrm>
            <a:off x="3251200" y="3098800"/>
            <a:ext cx="1600200" cy="246221"/>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Prepare Data</a:t>
            </a:r>
          </a:p>
        </p:txBody>
      </p:sp>
      <p:sp>
        <p:nvSpPr>
          <p:cNvPr id="18" name="Rectangle 17"/>
          <p:cNvSpPr/>
          <p:nvPr/>
        </p:nvSpPr>
        <p:spPr>
          <a:xfrm>
            <a:off x="5257800" y="2362200"/>
            <a:ext cx="1955800" cy="14986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9" name="Rectangle 18"/>
          <p:cNvSpPr/>
          <p:nvPr/>
        </p:nvSpPr>
        <p:spPr>
          <a:xfrm>
            <a:off x="5257800" y="2362200"/>
            <a:ext cx="1955800" cy="76200"/>
          </a:xfrm>
          <a:prstGeom prst="rect">
            <a:avLst/>
          </a:prstGeom>
          <a:solidFill>
            <a:srgbClr val="F5F0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0" name="TextBox 19"/>
          <p:cNvSpPr txBox="1"/>
          <p:nvPr/>
        </p:nvSpPr>
        <p:spPr>
          <a:xfrm>
            <a:off x="5435600" y="2667000"/>
            <a:ext cx="228600" cy="228600"/>
          </a:xfrm>
          <a:prstGeom prst="rect">
            <a:avLst/>
          </a:prstGeom>
          <a:noFill/>
        </p:spPr>
        <p:txBody>
          <a:bodyPr wrap="square" lIns="0" tIns="0" rIns="0" bIns="0" anchor="t">
            <a:spAutoFit/>
          </a:bodyPr>
          <a:lstStyle/>
          <a:p>
            <a:pPr algn="ctr">
              <a:lnSpc>
                <a:spcPct val="100000"/>
              </a:lnSpc>
              <a:spcBef>
                <a:spcPts val="0"/>
              </a:spcBef>
              <a:spcAft>
                <a:spcPts val="0"/>
              </a:spcAft>
            </a:pPr>
            <a:r>
              <a:rPr lang="en-US" sz="1400" b="1" noProof="0" dirty="0">
                <a:solidFill>
                  <a:srgbClr val="F5F032"/>
                </a:solidFill>
                <a:latin typeface="Aptos"/>
              </a:rPr>
              <a:t>3</a:t>
            </a:r>
          </a:p>
        </p:txBody>
      </p:sp>
      <p:sp>
        <p:nvSpPr>
          <p:cNvPr id="21" name="TextBox 20"/>
          <p:cNvSpPr txBox="1"/>
          <p:nvPr/>
        </p:nvSpPr>
        <p:spPr>
          <a:xfrm>
            <a:off x="5791200" y="2667000"/>
            <a:ext cx="990600" cy="215444"/>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666D7A"/>
                </a:solidFill>
                <a:latin typeface="Aptos"/>
              </a:rPr>
              <a:t>W4-7</a:t>
            </a:r>
          </a:p>
        </p:txBody>
      </p:sp>
      <p:sp>
        <p:nvSpPr>
          <p:cNvPr id="22" name="TextBox 21"/>
          <p:cNvSpPr txBox="1"/>
          <p:nvPr/>
        </p:nvSpPr>
        <p:spPr>
          <a:xfrm>
            <a:off x="5435600" y="3098800"/>
            <a:ext cx="1600200" cy="246221"/>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Model Selection</a:t>
            </a:r>
          </a:p>
        </p:txBody>
      </p:sp>
      <p:sp>
        <p:nvSpPr>
          <p:cNvPr id="23" name="Rectangle 22"/>
          <p:cNvSpPr/>
          <p:nvPr/>
        </p:nvSpPr>
        <p:spPr>
          <a:xfrm>
            <a:off x="7442200" y="2362200"/>
            <a:ext cx="1955800" cy="14986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4" name="Rectangle 23"/>
          <p:cNvSpPr/>
          <p:nvPr/>
        </p:nvSpPr>
        <p:spPr>
          <a:xfrm>
            <a:off x="7442200" y="2362200"/>
            <a:ext cx="1955800" cy="762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5" name="TextBox 24"/>
          <p:cNvSpPr txBox="1"/>
          <p:nvPr/>
        </p:nvSpPr>
        <p:spPr>
          <a:xfrm>
            <a:off x="7620000" y="2667000"/>
            <a:ext cx="228600" cy="228600"/>
          </a:xfrm>
          <a:prstGeom prst="rect">
            <a:avLst/>
          </a:prstGeom>
          <a:noFill/>
        </p:spPr>
        <p:txBody>
          <a:bodyPr wrap="square" lIns="0" tIns="0" rIns="0" bIns="0" anchor="t">
            <a:spAutoFit/>
          </a:bodyPr>
          <a:lstStyle/>
          <a:p>
            <a:pPr algn="ctr">
              <a:lnSpc>
                <a:spcPct val="100000"/>
              </a:lnSpc>
              <a:spcBef>
                <a:spcPts val="0"/>
              </a:spcBef>
              <a:spcAft>
                <a:spcPts val="0"/>
              </a:spcAft>
            </a:pPr>
            <a:r>
              <a:rPr lang="en-US" sz="1400" b="1" noProof="0" dirty="0">
                <a:solidFill>
                  <a:srgbClr val="2A2AEA"/>
                </a:solidFill>
                <a:latin typeface="Aptos"/>
              </a:rPr>
              <a:t>4</a:t>
            </a:r>
          </a:p>
        </p:txBody>
      </p:sp>
      <p:sp>
        <p:nvSpPr>
          <p:cNvPr id="26" name="TextBox 25"/>
          <p:cNvSpPr txBox="1"/>
          <p:nvPr/>
        </p:nvSpPr>
        <p:spPr>
          <a:xfrm>
            <a:off x="7975600" y="2667000"/>
            <a:ext cx="990600" cy="215444"/>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666D7A"/>
                </a:solidFill>
                <a:latin typeface="Aptos"/>
              </a:rPr>
              <a:t>W8-9</a:t>
            </a:r>
          </a:p>
        </p:txBody>
      </p:sp>
      <p:sp>
        <p:nvSpPr>
          <p:cNvPr id="27" name="TextBox 26"/>
          <p:cNvSpPr txBox="1"/>
          <p:nvPr/>
        </p:nvSpPr>
        <p:spPr>
          <a:xfrm>
            <a:off x="7620000" y="3098800"/>
            <a:ext cx="1600200" cy="492443"/>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Develop &amp; validation</a:t>
            </a:r>
          </a:p>
        </p:txBody>
      </p:sp>
      <p:sp>
        <p:nvSpPr>
          <p:cNvPr id="28" name="Rectangle 27"/>
          <p:cNvSpPr/>
          <p:nvPr/>
        </p:nvSpPr>
        <p:spPr>
          <a:xfrm>
            <a:off x="9626600" y="2362200"/>
            <a:ext cx="1955800" cy="14986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9" name="Rectangle 28"/>
          <p:cNvSpPr/>
          <p:nvPr/>
        </p:nvSpPr>
        <p:spPr>
          <a:xfrm>
            <a:off x="9626600" y="2362200"/>
            <a:ext cx="1955800" cy="76200"/>
          </a:xfrm>
          <a:prstGeom prst="rect">
            <a:avLst/>
          </a:prstGeom>
          <a:solidFill>
            <a:srgbClr val="84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0" name="TextBox 29"/>
          <p:cNvSpPr txBox="1"/>
          <p:nvPr/>
        </p:nvSpPr>
        <p:spPr>
          <a:xfrm>
            <a:off x="9804400" y="2667000"/>
            <a:ext cx="228600" cy="228600"/>
          </a:xfrm>
          <a:prstGeom prst="rect">
            <a:avLst/>
          </a:prstGeom>
          <a:noFill/>
        </p:spPr>
        <p:txBody>
          <a:bodyPr wrap="square" lIns="0" tIns="0" rIns="0" bIns="0" anchor="t">
            <a:spAutoFit/>
          </a:bodyPr>
          <a:lstStyle/>
          <a:p>
            <a:pPr algn="ctr">
              <a:lnSpc>
                <a:spcPct val="100000"/>
              </a:lnSpc>
              <a:spcBef>
                <a:spcPts val="0"/>
              </a:spcBef>
              <a:spcAft>
                <a:spcPts val="0"/>
              </a:spcAft>
            </a:pPr>
            <a:r>
              <a:rPr lang="en-US" sz="1400" b="1" noProof="0" dirty="0">
                <a:solidFill>
                  <a:srgbClr val="843AFF"/>
                </a:solidFill>
                <a:latin typeface="Aptos"/>
              </a:rPr>
              <a:t>5</a:t>
            </a:r>
          </a:p>
        </p:txBody>
      </p:sp>
      <p:sp>
        <p:nvSpPr>
          <p:cNvPr id="31" name="TextBox 30"/>
          <p:cNvSpPr txBox="1"/>
          <p:nvPr/>
        </p:nvSpPr>
        <p:spPr>
          <a:xfrm>
            <a:off x="10160000" y="2667000"/>
            <a:ext cx="9906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666D7A"/>
                </a:solidFill>
                <a:latin typeface="Aptos"/>
              </a:rPr>
              <a:t>W10</a:t>
            </a:r>
          </a:p>
        </p:txBody>
      </p:sp>
      <p:sp>
        <p:nvSpPr>
          <p:cNvPr id="32" name="TextBox 31"/>
          <p:cNvSpPr txBox="1"/>
          <p:nvPr/>
        </p:nvSpPr>
        <p:spPr>
          <a:xfrm>
            <a:off x="9804400" y="3098800"/>
            <a:ext cx="1600200" cy="492443"/>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Enhance and Improve</a:t>
            </a:r>
          </a:p>
        </p:txBody>
      </p:sp>
      <p:sp>
        <p:nvSpPr>
          <p:cNvPr id="33" name="TextBox 32"/>
          <p:cNvSpPr txBox="1"/>
          <p:nvPr/>
        </p:nvSpPr>
        <p:spPr>
          <a:xfrm>
            <a:off x="889000" y="4495800"/>
            <a:ext cx="22860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2A2AEA"/>
                </a:solidFill>
                <a:latin typeface="Aptos"/>
              </a:rPr>
              <a:t>AFTER THE MVP</a:t>
            </a:r>
          </a:p>
        </p:txBody>
      </p:sp>
      <p:sp>
        <p:nvSpPr>
          <p:cNvPr id="34" name="Rectangle 33"/>
          <p:cNvSpPr/>
          <p:nvPr/>
        </p:nvSpPr>
        <p:spPr>
          <a:xfrm>
            <a:off x="889000" y="4851400"/>
            <a:ext cx="2413000" cy="787400"/>
          </a:xfrm>
          <a:prstGeom prst="rect">
            <a:avLst/>
          </a:prstGeom>
          <a:solidFill>
            <a:srgbClr val="FFFFFF"/>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5" name="Rectangle 34"/>
          <p:cNvSpPr/>
          <p:nvPr/>
        </p:nvSpPr>
        <p:spPr>
          <a:xfrm>
            <a:off x="889000" y="4851400"/>
            <a:ext cx="63500" cy="7874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6" name="TextBox 35"/>
          <p:cNvSpPr txBox="1"/>
          <p:nvPr/>
        </p:nvSpPr>
        <p:spPr>
          <a:xfrm>
            <a:off x="1066800" y="5041900"/>
            <a:ext cx="2032000" cy="2032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020B3F"/>
                </a:solidFill>
                <a:latin typeface="Aptos"/>
              </a:rPr>
              <a:t>Pilot design</a:t>
            </a:r>
          </a:p>
        </p:txBody>
      </p:sp>
      <p:sp>
        <p:nvSpPr>
          <p:cNvPr id="37" name="TextBox 36"/>
          <p:cNvSpPr txBox="1"/>
          <p:nvPr/>
        </p:nvSpPr>
        <p:spPr>
          <a:xfrm>
            <a:off x="1066800" y="5346700"/>
            <a:ext cx="2032000" cy="1778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843AFF"/>
                </a:solidFill>
                <a:latin typeface="Aptos"/>
              </a:rPr>
              <a:t>1-2 weeks</a:t>
            </a:r>
          </a:p>
        </p:txBody>
      </p:sp>
      <p:sp>
        <p:nvSpPr>
          <p:cNvPr id="38" name="Rectangle 37"/>
          <p:cNvSpPr/>
          <p:nvPr/>
        </p:nvSpPr>
        <p:spPr>
          <a:xfrm>
            <a:off x="3581400" y="4851400"/>
            <a:ext cx="2413000" cy="787400"/>
          </a:xfrm>
          <a:prstGeom prst="rect">
            <a:avLst/>
          </a:prstGeom>
          <a:solidFill>
            <a:srgbClr val="FFFFFF"/>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9" name="Rectangle 38"/>
          <p:cNvSpPr/>
          <p:nvPr/>
        </p:nvSpPr>
        <p:spPr>
          <a:xfrm>
            <a:off x="3581400" y="4851400"/>
            <a:ext cx="63500" cy="787400"/>
          </a:xfrm>
          <a:prstGeom prst="rect">
            <a:avLst/>
          </a:prstGeom>
          <a:solidFill>
            <a:srgbClr val="84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0" name="TextBox 39"/>
          <p:cNvSpPr txBox="1"/>
          <p:nvPr/>
        </p:nvSpPr>
        <p:spPr>
          <a:xfrm>
            <a:off x="3759200" y="5041900"/>
            <a:ext cx="2032000" cy="2032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020B3F"/>
                </a:solidFill>
                <a:latin typeface="Aptos"/>
              </a:rPr>
              <a:t>Action cycle</a:t>
            </a:r>
          </a:p>
        </p:txBody>
      </p:sp>
      <p:sp>
        <p:nvSpPr>
          <p:cNvPr id="41" name="TextBox 40"/>
          <p:cNvSpPr txBox="1"/>
          <p:nvPr/>
        </p:nvSpPr>
        <p:spPr>
          <a:xfrm>
            <a:off x="3759200" y="5346700"/>
            <a:ext cx="2032000" cy="1778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843AFF"/>
                </a:solidFill>
                <a:latin typeface="Aptos"/>
              </a:rPr>
              <a:t>6-8 weeks</a:t>
            </a:r>
          </a:p>
        </p:txBody>
      </p:sp>
      <p:sp>
        <p:nvSpPr>
          <p:cNvPr id="42" name="Rectangle 41"/>
          <p:cNvSpPr/>
          <p:nvPr/>
        </p:nvSpPr>
        <p:spPr>
          <a:xfrm>
            <a:off x="6273800" y="4851400"/>
            <a:ext cx="2413000" cy="787400"/>
          </a:xfrm>
          <a:prstGeom prst="rect">
            <a:avLst/>
          </a:prstGeom>
          <a:solidFill>
            <a:srgbClr val="FFFFFF"/>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3" name="Rectangle 42"/>
          <p:cNvSpPr/>
          <p:nvPr/>
        </p:nvSpPr>
        <p:spPr>
          <a:xfrm>
            <a:off x="6273800" y="4851400"/>
            <a:ext cx="63500" cy="787400"/>
          </a:xfrm>
          <a:prstGeom prst="rect">
            <a:avLst/>
          </a:prstGeom>
          <a:solidFill>
            <a:srgbClr val="F5F0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4" name="TextBox 43"/>
          <p:cNvSpPr txBox="1"/>
          <p:nvPr/>
        </p:nvSpPr>
        <p:spPr>
          <a:xfrm>
            <a:off x="6451600" y="5041900"/>
            <a:ext cx="2032000" cy="2032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020B3F"/>
                </a:solidFill>
                <a:latin typeface="Aptos"/>
              </a:rPr>
              <a:t>Early readout</a:t>
            </a:r>
          </a:p>
        </p:txBody>
      </p:sp>
      <p:sp>
        <p:nvSpPr>
          <p:cNvPr id="45" name="TextBox 44"/>
          <p:cNvSpPr txBox="1"/>
          <p:nvPr/>
        </p:nvSpPr>
        <p:spPr>
          <a:xfrm>
            <a:off x="6451600" y="5346700"/>
            <a:ext cx="2032000" cy="1778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843AFF"/>
                </a:solidFill>
                <a:latin typeface="Aptos"/>
              </a:rPr>
              <a:t>During cycle</a:t>
            </a:r>
          </a:p>
        </p:txBody>
      </p:sp>
      <p:sp>
        <p:nvSpPr>
          <p:cNvPr id="46" name="Rectangle 45"/>
          <p:cNvSpPr/>
          <p:nvPr/>
        </p:nvSpPr>
        <p:spPr>
          <a:xfrm>
            <a:off x="8966200" y="4851400"/>
            <a:ext cx="2413000" cy="787400"/>
          </a:xfrm>
          <a:prstGeom prst="rect">
            <a:avLst/>
          </a:prstGeom>
          <a:solidFill>
            <a:srgbClr val="FFFFFF"/>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7" name="Rectangle 46"/>
          <p:cNvSpPr/>
          <p:nvPr/>
        </p:nvSpPr>
        <p:spPr>
          <a:xfrm>
            <a:off x="8966200" y="4851400"/>
            <a:ext cx="63500" cy="7874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8" name="TextBox 47"/>
          <p:cNvSpPr txBox="1"/>
          <p:nvPr/>
        </p:nvSpPr>
        <p:spPr>
          <a:xfrm>
            <a:off x="9144000" y="5041900"/>
            <a:ext cx="2032000" cy="2032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020B3F"/>
                </a:solidFill>
                <a:latin typeface="Aptos"/>
              </a:rPr>
              <a:t>Retention impact</a:t>
            </a:r>
          </a:p>
        </p:txBody>
      </p:sp>
      <p:sp>
        <p:nvSpPr>
          <p:cNvPr id="49" name="TextBox 48"/>
          <p:cNvSpPr txBox="1"/>
          <p:nvPr/>
        </p:nvSpPr>
        <p:spPr>
          <a:xfrm>
            <a:off x="9144000" y="5346700"/>
            <a:ext cx="2032000" cy="1778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843AFF"/>
                </a:solidFill>
                <a:latin typeface="Aptos"/>
              </a:rPr>
              <a:t>6-month window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41CB4F7-825F-107B-08BD-99CB8D054BD0}"/>
              </a:ext>
            </a:extLst>
          </p:cNvPr>
          <p:cNvSpPr txBox="1"/>
          <p:nvPr/>
        </p:nvSpPr>
        <p:spPr>
          <a:xfrm>
            <a:off x="685800" y="418269"/>
            <a:ext cx="10795000" cy="477054"/>
          </a:xfrm>
          <a:prstGeom prst="rect">
            <a:avLst/>
          </a:prstGeom>
          <a:noFill/>
        </p:spPr>
        <p:txBody>
          <a:bodyPr wrap="square" lIns="0" tIns="0" rIns="0" bIns="0" anchor="t">
            <a:spAutoFit/>
          </a:bodyPr>
          <a:lstStyle/>
          <a:p>
            <a:pPr>
              <a:lnSpc>
                <a:spcPct val="100000"/>
              </a:lnSpc>
              <a:spcBef>
                <a:spcPts val="0"/>
              </a:spcBef>
              <a:spcAft>
                <a:spcPts val="0"/>
              </a:spcAft>
            </a:pPr>
            <a:r>
              <a:rPr lang="en-US" sz="3100" b="1" noProof="0">
                <a:solidFill>
                  <a:srgbClr val="020B3F"/>
                </a:solidFill>
                <a:latin typeface="Aptos Display"/>
              </a:rPr>
              <a:t>Proposal</a:t>
            </a:r>
          </a:p>
        </p:txBody>
      </p:sp>
      <p:graphicFrame>
        <p:nvGraphicFramePr>
          <p:cNvPr id="2" name="Table 1">
            <a:extLst>
              <a:ext uri="{FF2B5EF4-FFF2-40B4-BE49-F238E27FC236}">
                <a16:creationId xmlns:a16="http://schemas.microsoft.com/office/drawing/2014/main" id="{BEA92B5F-EA76-FE69-35C5-EFDD8F1DCB15}"/>
              </a:ext>
            </a:extLst>
          </p:cNvPr>
          <p:cNvGraphicFramePr>
            <a:graphicFrameLocks noGrp="1"/>
          </p:cNvGraphicFramePr>
          <p:nvPr>
            <p:extLst>
              <p:ext uri="{D42A27DB-BD31-4B8C-83A1-F6EECF244321}">
                <p14:modId xmlns:p14="http://schemas.microsoft.com/office/powerpoint/2010/main" val="3751283187"/>
              </p:ext>
            </p:extLst>
          </p:nvPr>
        </p:nvGraphicFramePr>
        <p:xfrm>
          <a:off x="685800" y="1395413"/>
          <a:ext cx="10795000" cy="5044318"/>
        </p:xfrm>
        <a:graphic>
          <a:graphicData uri="http://schemas.openxmlformats.org/drawingml/2006/table">
            <a:tbl>
              <a:tblPr/>
              <a:tblGrid>
                <a:gridCol w="1753810">
                  <a:extLst>
                    <a:ext uri="{9D8B030D-6E8A-4147-A177-3AD203B41FA5}">
                      <a16:colId xmlns:a16="http://schemas.microsoft.com/office/drawing/2014/main" val="2399842893"/>
                    </a:ext>
                  </a:extLst>
                </a:gridCol>
                <a:gridCol w="3116639">
                  <a:extLst>
                    <a:ext uri="{9D8B030D-6E8A-4147-A177-3AD203B41FA5}">
                      <a16:colId xmlns:a16="http://schemas.microsoft.com/office/drawing/2014/main" val="2969769896"/>
                    </a:ext>
                  </a:extLst>
                </a:gridCol>
                <a:gridCol w="3133725">
                  <a:extLst>
                    <a:ext uri="{9D8B030D-6E8A-4147-A177-3AD203B41FA5}">
                      <a16:colId xmlns:a16="http://schemas.microsoft.com/office/drawing/2014/main" val="1490160014"/>
                    </a:ext>
                  </a:extLst>
                </a:gridCol>
                <a:gridCol w="2790826">
                  <a:extLst>
                    <a:ext uri="{9D8B030D-6E8A-4147-A177-3AD203B41FA5}">
                      <a16:colId xmlns:a16="http://schemas.microsoft.com/office/drawing/2014/main" val="4026606990"/>
                    </a:ext>
                  </a:extLst>
                </a:gridCol>
              </a:tblGrid>
              <a:tr h="422285">
                <a:tc>
                  <a:txBody>
                    <a:bodyPr/>
                    <a:lstStyle/>
                    <a:p>
                      <a:pPr marL="0" marR="0" indent="0" algn="l" fontAlgn="b">
                        <a:buNone/>
                      </a:pPr>
                      <a:endParaRPr lang="en-US" sz="1400" b="1" i="0" dirty="0">
                        <a:solidFill>
                          <a:srgbClr val="FFFFFF"/>
                        </a:solidFill>
                        <a:effectLst/>
                        <a:latin typeface="Aptos Display" panose="020B0004020202020204" pitchFamily="34" charset="0"/>
                      </a:endParaRPr>
                    </a:p>
                  </a:txBody>
                  <a:tcPr marL="58246" marR="58246" marT="58246" marB="58246" anchor="b">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1"/>
                    </a:solidFill>
                  </a:tcPr>
                </a:tc>
                <a:tc>
                  <a:txBody>
                    <a:bodyPr/>
                    <a:lstStyle/>
                    <a:p>
                      <a:pPr marL="0" marR="0" indent="0" algn="ctr" fontAlgn="b">
                        <a:buNone/>
                      </a:pPr>
                      <a:r>
                        <a:rPr lang="en-US" sz="1800" b="1" i="0" dirty="0">
                          <a:solidFill>
                            <a:srgbClr val="FFFFFF"/>
                          </a:solidFill>
                          <a:effectLst/>
                          <a:latin typeface="Aptos Display" panose="020B0004020202020204" pitchFamily="34" charset="0"/>
                        </a:rPr>
                        <a:t>Phase 1</a:t>
                      </a:r>
                    </a:p>
                  </a:txBody>
                  <a:tcPr marL="58246" marR="58246" marT="58246" marB="58246" anchor="b">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1"/>
                    </a:solidFill>
                  </a:tcPr>
                </a:tc>
                <a:tc>
                  <a:txBody>
                    <a:bodyPr/>
                    <a:lstStyle/>
                    <a:p>
                      <a:pPr marL="0" marR="0" indent="0" algn="ctr" defTabSz="914400" rtl="0" eaLnBrk="1" fontAlgn="b" latinLnBrk="0" hangingPunct="1">
                        <a:buNone/>
                      </a:pPr>
                      <a:r>
                        <a:rPr lang="en-US" sz="1800" b="1" i="0" kern="1200" dirty="0">
                          <a:solidFill>
                            <a:srgbClr val="FFFFFF"/>
                          </a:solidFill>
                          <a:effectLst/>
                          <a:latin typeface="Aptos Display" panose="020B0004020202020204" pitchFamily="34" charset="0"/>
                          <a:ea typeface="+mn-ea"/>
                          <a:cs typeface="+mn-cs"/>
                        </a:rPr>
                        <a:t>Phase 2</a:t>
                      </a:r>
                    </a:p>
                  </a:txBody>
                  <a:tcPr marL="58246" marR="58246" marT="58246" marB="58246" anchor="b">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1"/>
                    </a:solidFill>
                  </a:tcPr>
                </a:tc>
                <a:tc>
                  <a:txBody>
                    <a:bodyPr/>
                    <a:lstStyle/>
                    <a:p>
                      <a:pPr marL="0" marR="0" lvl="0" indent="0" algn="ctr" defTabSz="914400" rtl="0" eaLnBrk="1" fontAlgn="b" latinLnBrk="0" hangingPunct="1">
                        <a:buNone/>
                      </a:pPr>
                      <a:r>
                        <a:rPr lang="es-MX" sz="1800" b="1" i="0" kern="1200" dirty="0" err="1">
                          <a:solidFill>
                            <a:srgbClr val="FFFFFF"/>
                          </a:solidFill>
                          <a:effectLst/>
                          <a:latin typeface="Aptos Display" panose="020B0004020202020204" pitchFamily="34" charset="0"/>
                          <a:ea typeface="+mn-ea"/>
                          <a:cs typeface="+mn-cs"/>
                        </a:rPr>
                        <a:t>Phase</a:t>
                      </a:r>
                      <a:r>
                        <a:rPr lang="es-MX" sz="1800" b="1" i="0" kern="1200" dirty="0">
                          <a:solidFill>
                            <a:srgbClr val="FFFFFF"/>
                          </a:solidFill>
                          <a:effectLst/>
                          <a:latin typeface="Aptos Display" panose="020B0004020202020204" pitchFamily="34" charset="0"/>
                          <a:ea typeface="+mn-ea"/>
                          <a:cs typeface="+mn-cs"/>
                        </a:rPr>
                        <a:t> 3</a:t>
                      </a:r>
                      <a:endParaRPr lang="en-US" sz="1800" b="1" i="0" kern="1200" dirty="0">
                        <a:solidFill>
                          <a:srgbClr val="FFFFFF"/>
                        </a:solidFill>
                        <a:effectLst/>
                        <a:latin typeface="Aptos Display" panose="020B0004020202020204" pitchFamily="34" charset="0"/>
                        <a:ea typeface="+mn-ea"/>
                        <a:cs typeface="+mn-cs"/>
                      </a:endParaRPr>
                    </a:p>
                  </a:txBody>
                  <a:tcPr marL="87369" marR="87369" marT="43685" marB="43685" anchor="ctr">
                    <a:lnL w="6096" cap="flat" cmpd="sng" algn="ctr">
                      <a:solidFill>
                        <a:srgbClr val="31363F"/>
                      </a:solidFill>
                      <a:prstDash val="solid"/>
                      <a:round/>
                      <a:headEnd type="none" w="med" len="med"/>
                      <a:tailEnd type="none" w="med" len="med"/>
                    </a:lnL>
                    <a:lnB w="6096" cap="flat" cmpd="sng" algn="ctr">
                      <a:solidFill>
                        <a:srgbClr val="31363F"/>
                      </a:solidFill>
                      <a:prstDash val="solid"/>
                      <a:round/>
                      <a:headEnd type="none" w="med" len="med"/>
                      <a:tailEnd type="none" w="med" len="med"/>
                    </a:lnB>
                    <a:solidFill>
                      <a:schemeClr val="accent1"/>
                    </a:solidFill>
                  </a:tcPr>
                </a:tc>
                <a:extLst>
                  <a:ext uri="{0D108BD9-81ED-4DB2-BD59-A6C34878D82A}">
                    <a16:rowId xmlns:a16="http://schemas.microsoft.com/office/drawing/2014/main" val="2837296716"/>
                  </a:ext>
                </a:extLst>
              </a:tr>
              <a:tr h="269389">
                <a:tc>
                  <a:txBody>
                    <a:bodyPr/>
                    <a:lstStyle/>
                    <a:p>
                      <a:pPr marL="0" marR="0" indent="0" algn="l" fontAlgn="base">
                        <a:buNone/>
                      </a:pPr>
                      <a:r>
                        <a:rPr lang="en-US" sz="1400" b="1" i="0" dirty="0">
                          <a:solidFill>
                            <a:sysClr val="windowText" lastClr="000000"/>
                          </a:solidFill>
                          <a:effectLst/>
                          <a:latin typeface="Aptos Display" panose="020B0004020202020204" pitchFamily="34" charset="0"/>
                        </a:rPr>
                        <a:t>Employees</a:t>
                      </a: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Critical Tech Jobs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Engineers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Non-Engineers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201079349"/>
                  </a:ext>
                </a:extLst>
              </a:tr>
              <a:tr h="422285">
                <a:tc>
                  <a:txBody>
                    <a:bodyPr/>
                    <a:lstStyle/>
                    <a:p>
                      <a:pPr marL="0" marR="0" indent="0" algn="l" fontAlgn="base">
                        <a:buNone/>
                      </a:pPr>
                      <a:r>
                        <a:rPr lang="en-US" sz="1400" b="1" i="0" dirty="0">
                          <a:solidFill>
                            <a:sysClr val="windowText" lastClr="000000"/>
                          </a:solidFill>
                          <a:effectLst/>
                          <a:latin typeface="Aptos Display" panose="020B0004020202020204" pitchFamily="34" charset="0"/>
                        </a:rPr>
                        <a:t>Data used</a:t>
                      </a: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a:txBody>
                    <a:bodyPr/>
                    <a:lstStyle/>
                    <a:p>
                      <a:pPr marL="0" marR="0" indent="0" algn="l" fontAlgn="base">
                        <a:buNone/>
                      </a:pPr>
                      <a:r>
                        <a:rPr lang="en-US" sz="1400" b="0" i="0" dirty="0" err="1">
                          <a:solidFill>
                            <a:sysClr val="windowText" lastClr="000000"/>
                          </a:solidFill>
                          <a:effectLst/>
                          <a:latin typeface="Aptos Display" panose="020B0004020202020204" pitchFamily="34" charset="0"/>
                        </a:rPr>
                        <a:t>Qvoice</a:t>
                      </a:r>
                      <a:r>
                        <a:rPr lang="en-US" sz="1400" b="0" i="0" dirty="0">
                          <a:solidFill>
                            <a:sysClr val="windowText" lastClr="000000"/>
                          </a:solidFill>
                          <a:effectLst/>
                          <a:latin typeface="Aptos Display" panose="020B0004020202020204" pitchFamily="34" charset="0"/>
                        </a:rPr>
                        <a:t> + </a:t>
                      </a:r>
                      <a:r>
                        <a:rPr lang="en-US" sz="1400" b="0" i="0" dirty="0" err="1">
                          <a:solidFill>
                            <a:sysClr val="windowText" lastClr="000000"/>
                          </a:solidFill>
                          <a:effectLst/>
                          <a:latin typeface="Aptos Display" panose="020B0004020202020204" pitchFamily="34" charset="0"/>
                        </a:rPr>
                        <a:t>datalake</a:t>
                      </a: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Internal data + external market signals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Internal data + broader function-specific signals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extLst>
                  <a:ext uri="{0D108BD9-81ED-4DB2-BD59-A6C34878D82A}">
                    <a16:rowId xmlns:a16="http://schemas.microsoft.com/office/drawing/2014/main" val="4165819373"/>
                  </a:ext>
                </a:extLst>
              </a:tr>
              <a:tr h="575181">
                <a:tc>
                  <a:txBody>
                    <a:bodyPr/>
                    <a:lstStyle/>
                    <a:p>
                      <a:pPr marL="0" marR="0" indent="0" algn="l" fontAlgn="base">
                        <a:buNone/>
                      </a:pPr>
                      <a:r>
                        <a:rPr lang="en-US" sz="1400" b="1" i="0" dirty="0">
                          <a:solidFill>
                            <a:sysClr val="windowText" lastClr="000000"/>
                          </a:solidFill>
                          <a:effectLst/>
                          <a:latin typeface="Aptos Display" panose="020B0004020202020204" pitchFamily="34" charset="0"/>
                        </a:rPr>
                        <a:t>What we predict</a:t>
                      </a: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Probability of voluntary attrition at the employee level within 6 months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Same prediction approach, expanded with external signals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Same prediction approach, adapted to a broader population</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213910280"/>
                  </a:ext>
                </a:extLst>
              </a:tr>
              <a:tr h="575181">
                <a:tc>
                  <a:txBody>
                    <a:bodyPr/>
                    <a:lstStyle/>
                    <a:p>
                      <a:pPr marL="0" marR="0" indent="0" algn="l" fontAlgn="base">
                        <a:buNone/>
                      </a:pPr>
                      <a:r>
                        <a:rPr lang="en-US" sz="1400" b="1" i="0" dirty="0">
                          <a:solidFill>
                            <a:sysClr val="windowText" lastClr="000000"/>
                          </a:solidFill>
                          <a:effectLst/>
                          <a:latin typeface="Aptos Display" panose="020B0004020202020204" pitchFamily="34" charset="0"/>
                        </a:rPr>
                        <a:t>Refresh cadence</a:t>
                      </a: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gridSpan="3">
                  <a:txBody>
                    <a:bodyPr/>
                    <a:lstStyle/>
                    <a:p>
                      <a:pPr marL="0" marR="0" indent="0" algn="ctr" fontAlgn="base">
                        <a:buNone/>
                      </a:pPr>
                      <a:r>
                        <a:rPr lang="en-US" sz="1400" b="0" i="0" dirty="0">
                          <a:solidFill>
                            <a:sysClr val="windowText" lastClr="000000"/>
                          </a:solidFill>
                          <a:effectLst/>
                          <a:latin typeface="Aptos Display" panose="020B0004020202020204" pitchFamily="34" charset="0"/>
                        </a:rPr>
                        <a:t>Adjust cadence based on population and data availability</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hMerge="1">
                  <a:txBody>
                    <a:bodyPr/>
                    <a:lstStyle/>
                    <a:p>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hMerge="1">
                  <a:txBody>
                    <a:bodyPr/>
                    <a:lstStyle/>
                    <a:p>
                      <a:endParaRPr dirty="0"/>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extLst>
                  <a:ext uri="{0D108BD9-81ED-4DB2-BD59-A6C34878D82A}">
                    <a16:rowId xmlns:a16="http://schemas.microsoft.com/office/drawing/2014/main" val="4181299303"/>
                  </a:ext>
                </a:extLst>
              </a:tr>
              <a:tr h="422285">
                <a:tc>
                  <a:txBody>
                    <a:bodyPr/>
                    <a:lstStyle/>
                    <a:p>
                      <a:pPr marL="0" marR="0" indent="0" algn="l" fontAlgn="base">
                        <a:buNone/>
                      </a:pPr>
                      <a:r>
                        <a:rPr lang="en-US" sz="1400" b="1" i="0" dirty="0">
                          <a:solidFill>
                            <a:sysClr val="windowText" lastClr="000000"/>
                          </a:solidFill>
                          <a:effectLst/>
                          <a:latin typeface="Aptos Display" panose="020B0004020202020204" pitchFamily="34" charset="0"/>
                        </a:rPr>
                        <a:t>Model approach</a:t>
                      </a: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Start with simple, explainable baseline models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Test stronger models against the baseline</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Tailor model approach by population if needed</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44080369"/>
                  </a:ext>
                </a:extLst>
              </a:tr>
              <a:tr h="575181">
                <a:tc>
                  <a:txBody>
                    <a:bodyPr/>
                    <a:lstStyle/>
                    <a:p>
                      <a:pPr marL="0" marR="0" indent="0" algn="l" fontAlgn="base">
                        <a:buNone/>
                      </a:pPr>
                      <a:r>
                        <a:rPr lang="en-US" sz="1400" b="1" i="0" dirty="0">
                          <a:solidFill>
                            <a:sysClr val="windowText" lastClr="000000"/>
                          </a:solidFill>
                          <a:effectLst/>
                          <a:latin typeface="Aptos Display" panose="020B0004020202020204" pitchFamily="34" charset="0"/>
                        </a:rPr>
                        <a:t>Output shared</a:t>
                      </a: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gridSpan="3">
                  <a:txBody>
                    <a:bodyPr/>
                    <a:lstStyle/>
                    <a:p>
                      <a:pPr marL="0" marR="0" indent="0" algn="ctr" fontAlgn="base">
                        <a:buNone/>
                      </a:pPr>
                      <a:r>
                        <a:rPr lang="en-US" sz="1400" b="1" i="0" dirty="0">
                          <a:solidFill>
                            <a:sysClr val="windowText" lastClr="000000"/>
                          </a:solidFill>
                          <a:effectLst/>
                          <a:latin typeface="Aptos Display" panose="020B0004020202020204" pitchFamily="34" charset="0"/>
                        </a:rPr>
                        <a:t>Group-level insights only, not individual employee results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hMerge="1">
                  <a:txBody>
                    <a:bodyPr/>
                    <a:lstStyle/>
                    <a:p>
                      <a:pPr marL="0" marR="0" indent="0" algn="ctr" fontAlgn="base">
                        <a:buNone/>
                      </a:pP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hMerge="1">
                  <a:txBody>
                    <a:bodyPr/>
                    <a:lstStyle/>
                    <a:p>
                      <a:pPr marL="0" marR="0" indent="0" algn="ctr" fontAlgn="base">
                        <a:buNone/>
                      </a:pP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extLst>
                  <a:ext uri="{0D108BD9-81ED-4DB2-BD59-A6C34878D82A}">
                    <a16:rowId xmlns:a16="http://schemas.microsoft.com/office/drawing/2014/main" val="933499185"/>
                  </a:ext>
                </a:extLst>
              </a:tr>
              <a:tr h="575181">
                <a:tc>
                  <a:txBody>
                    <a:bodyPr/>
                    <a:lstStyle/>
                    <a:p>
                      <a:pPr marL="0" marR="0" indent="0" algn="l" fontAlgn="base">
                        <a:buNone/>
                      </a:pPr>
                      <a:r>
                        <a:rPr lang="en-US" sz="1400" b="1" i="0" dirty="0">
                          <a:solidFill>
                            <a:sysClr val="windowText" lastClr="000000"/>
                          </a:solidFill>
                          <a:effectLst/>
                          <a:latin typeface="Aptos Display" panose="020B0004020202020204" pitchFamily="34" charset="0"/>
                        </a:rPr>
                        <a:t>Explainability</a:t>
                      </a: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Clear drivers can be communicated for each group</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Maintain explainability while adding stronger signals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Maintain explainability across more diverse populations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322883489"/>
                  </a:ext>
                </a:extLst>
              </a:tr>
              <a:tr h="269389">
                <a:tc>
                  <a:txBody>
                    <a:bodyPr/>
                    <a:lstStyle/>
                    <a:p>
                      <a:pPr marL="0" marR="0" indent="0" algn="l" fontAlgn="base">
                        <a:buNone/>
                      </a:pPr>
                      <a:r>
                        <a:rPr lang="en-US" sz="1400" b="1" i="0" dirty="0">
                          <a:solidFill>
                            <a:sysClr val="windowText" lastClr="000000"/>
                          </a:solidFill>
                          <a:effectLst/>
                          <a:latin typeface="Aptos Display" panose="020B0004020202020204" pitchFamily="34" charset="0"/>
                        </a:rPr>
                        <a:t>Complexity</a:t>
                      </a: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Low–Medium</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High</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Very High</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bg1"/>
                    </a:solidFill>
                  </a:tcPr>
                </a:tc>
                <a:extLst>
                  <a:ext uri="{0D108BD9-81ED-4DB2-BD59-A6C34878D82A}">
                    <a16:rowId xmlns:a16="http://schemas.microsoft.com/office/drawing/2014/main" val="1699840435"/>
                  </a:ext>
                </a:extLst>
              </a:tr>
              <a:tr h="575181">
                <a:tc>
                  <a:txBody>
                    <a:bodyPr/>
                    <a:lstStyle/>
                    <a:p>
                      <a:pPr marL="0" marR="0" indent="0" algn="l" fontAlgn="base">
                        <a:buNone/>
                      </a:pPr>
                      <a:r>
                        <a:rPr lang="en-US" sz="1400" b="1" i="0" dirty="0">
                          <a:solidFill>
                            <a:sysClr val="windowText" lastClr="000000"/>
                          </a:solidFill>
                          <a:effectLst/>
                          <a:latin typeface="Aptos Display" panose="020B0004020202020204" pitchFamily="34" charset="0"/>
                        </a:rPr>
                        <a:t>Why this phase</a:t>
                      </a:r>
                      <a:endParaRPr lang="en-US" sz="1400" b="0" i="0" dirty="0">
                        <a:solidFill>
                          <a:sysClr val="windowText" lastClr="000000"/>
                        </a:solidFill>
                        <a:effectLst/>
                        <a:latin typeface="Aptos Display" panose="020B0004020202020204" pitchFamily="34" charset="0"/>
                      </a:endParaRP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Best starting point: available data, faster build, easier to validate</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Adds market context, but requires external data mapping</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tc>
                  <a:txBody>
                    <a:bodyPr/>
                    <a:lstStyle/>
                    <a:p>
                      <a:pPr marL="0" marR="0" indent="0" algn="l" fontAlgn="base">
                        <a:buNone/>
                      </a:pPr>
                      <a:r>
                        <a:rPr lang="en-US" sz="1400" b="0" i="0" dirty="0">
                          <a:solidFill>
                            <a:sysClr val="windowText" lastClr="000000"/>
                          </a:solidFill>
                          <a:effectLst/>
                          <a:latin typeface="Aptos Display" panose="020B0004020202020204" pitchFamily="34" charset="0"/>
                        </a:rPr>
                        <a:t>Broader coverage, but greater variation across job families</a:t>
                      </a:r>
                    </a:p>
                  </a:txBody>
                  <a:tcPr marL="58246" marR="58246" marT="58246" marB="58246" anchor="ctr">
                    <a:lnL w="6096" cap="flat" cmpd="sng" algn="ctr">
                      <a:solidFill>
                        <a:srgbClr val="31363F"/>
                      </a:solidFill>
                      <a:prstDash val="solid"/>
                      <a:round/>
                      <a:headEnd type="none" w="med" len="med"/>
                      <a:tailEnd type="none" w="med" len="med"/>
                    </a:lnL>
                    <a:lnR w="6096" cap="flat" cmpd="sng" algn="ctr">
                      <a:solidFill>
                        <a:srgbClr val="31363F"/>
                      </a:solidFill>
                      <a:prstDash val="solid"/>
                      <a:round/>
                      <a:headEnd type="none" w="med" len="med"/>
                      <a:tailEnd type="none" w="med" len="med"/>
                    </a:lnR>
                    <a:lnT w="6096" cap="flat" cmpd="sng" algn="ctr">
                      <a:solidFill>
                        <a:srgbClr val="31363F"/>
                      </a:solidFill>
                      <a:prstDash val="solid"/>
                      <a:round/>
                      <a:headEnd type="none" w="med" len="med"/>
                      <a:tailEnd type="none" w="med" len="med"/>
                    </a:lnT>
                    <a:lnB w="6096" cap="flat" cmpd="sng" algn="ctr">
                      <a:solidFill>
                        <a:srgbClr val="31363F"/>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104398790"/>
                  </a:ext>
                </a:extLst>
              </a:tr>
            </a:tbl>
          </a:graphicData>
        </a:graphic>
      </p:graphicFrame>
      <p:sp>
        <p:nvSpPr>
          <p:cNvPr id="4" name="TextBox 3">
            <a:extLst>
              <a:ext uri="{FF2B5EF4-FFF2-40B4-BE49-F238E27FC236}">
                <a16:creationId xmlns:a16="http://schemas.microsoft.com/office/drawing/2014/main" id="{11A30799-C254-2433-05BC-039191BC9694}"/>
              </a:ext>
            </a:extLst>
          </p:cNvPr>
          <p:cNvSpPr txBox="1"/>
          <p:nvPr/>
        </p:nvSpPr>
        <p:spPr>
          <a:xfrm>
            <a:off x="619125" y="973531"/>
            <a:ext cx="7315200" cy="276999"/>
          </a:xfrm>
          <a:prstGeom prst="rect">
            <a:avLst/>
          </a:prstGeom>
          <a:noFill/>
        </p:spPr>
        <p:txBody>
          <a:bodyPr wrap="square">
            <a:spAutoFit/>
          </a:bodyPr>
          <a:lstStyle/>
          <a:p>
            <a:r>
              <a:rPr lang="en-US" sz="1200" b="1" dirty="0">
                <a:effectLst/>
                <a:latin typeface="DM Sans" pitchFamily="2" charset="0"/>
              </a:rPr>
              <a:t>Calculate the probability of voluntary attrition within the next six months.</a:t>
            </a:r>
            <a:endParaRPr lang="en-US" dirty="0"/>
          </a:p>
        </p:txBody>
      </p:sp>
    </p:spTree>
    <p:extLst>
      <p:ext uri="{BB962C8B-B14F-4D97-AF65-F5344CB8AC3E}">
        <p14:creationId xmlns:p14="http://schemas.microsoft.com/office/powerpoint/2010/main" val="1563596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B1654-6607-1A83-C671-E6AFD247AAA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01A525-028B-6855-8A04-C58425508606}"/>
              </a:ext>
            </a:extLst>
          </p:cNvPr>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 name="Rectangle 2">
            <a:extLst>
              <a:ext uri="{FF2B5EF4-FFF2-40B4-BE49-F238E27FC236}">
                <a16:creationId xmlns:a16="http://schemas.microsoft.com/office/drawing/2014/main" id="{6C6187D9-3EA0-1878-4839-5C220BC65CB4}"/>
              </a:ext>
            </a:extLst>
          </p:cNvPr>
          <p:cNvSpPr/>
          <p:nvPr/>
        </p:nvSpPr>
        <p:spPr>
          <a:xfrm>
            <a:off x="0" y="0"/>
            <a:ext cx="12192000" cy="1016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 name="TextBox 3">
            <a:extLst>
              <a:ext uri="{FF2B5EF4-FFF2-40B4-BE49-F238E27FC236}">
                <a16:creationId xmlns:a16="http://schemas.microsoft.com/office/drawing/2014/main" id="{B76674B3-9FB4-F4E6-032A-26526A1B4197}"/>
              </a:ext>
            </a:extLst>
          </p:cNvPr>
          <p:cNvSpPr txBox="1"/>
          <p:nvPr/>
        </p:nvSpPr>
        <p:spPr>
          <a:xfrm>
            <a:off x="685800" y="431800"/>
            <a:ext cx="9906000" cy="228600"/>
          </a:xfrm>
          <a:prstGeom prst="rect">
            <a:avLst/>
          </a:prstGeom>
          <a:noFill/>
        </p:spPr>
        <p:txBody>
          <a:bodyPr wrap="square" lIns="0" tIns="0" rIns="0" bIns="0" anchor="t">
            <a:spAutoFit/>
          </a:bodyPr>
          <a:lstStyle/>
          <a:p>
            <a:pPr>
              <a:lnSpc>
                <a:spcPct val="100000"/>
              </a:lnSpc>
              <a:spcBef>
                <a:spcPts val="0"/>
              </a:spcBef>
              <a:spcAft>
                <a:spcPts val="0"/>
              </a:spcAft>
            </a:pPr>
            <a:r>
              <a:rPr lang="en-US" sz="1000" b="1" noProof="0" dirty="0">
                <a:solidFill>
                  <a:srgbClr val="2A2AEA"/>
                </a:solidFill>
                <a:latin typeface="Aptos"/>
              </a:rPr>
              <a:t>PLAN</a:t>
            </a:r>
          </a:p>
        </p:txBody>
      </p:sp>
      <p:sp>
        <p:nvSpPr>
          <p:cNvPr id="5" name="TextBox 4">
            <a:extLst>
              <a:ext uri="{FF2B5EF4-FFF2-40B4-BE49-F238E27FC236}">
                <a16:creationId xmlns:a16="http://schemas.microsoft.com/office/drawing/2014/main" id="{289809F0-A646-8E6D-F563-9DC88A3E89B5}"/>
              </a:ext>
            </a:extLst>
          </p:cNvPr>
          <p:cNvSpPr txBox="1"/>
          <p:nvPr/>
        </p:nvSpPr>
        <p:spPr>
          <a:xfrm>
            <a:off x="685800" y="736600"/>
            <a:ext cx="10795000" cy="477054"/>
          </a:xfrm>
          <a:prstGeom prst="rect">
            <a:avLst/>
          </a:prstGeom>
          <a:noFill/>
        </p:spPr>
        <p:txBody>
          <a:bodyPr wrap="square" lIns="0" tIns="0" rIns="0" bIns="0" anchor="t">
            <a:spAutoFit/>
          </a:bodyPr>
          <a:lstStyle/>
          <a:p>
            <a:pPr>
              <a:lnSpc>
                <a:spcPct val="100000"/>
              </a:lnSpc>
              <a:spcBef>
                <a:spcPts val="0"/>
              </a:spcBef>
              <a:spcAft>
                <a:spcPts val="0"/>
              </a:spcAft>
            </a:pPr>
            <a:r>
              <a:rPr lang="en-US" sz="3100" b="1" noProof="0" dirty="0">
                <a:solidFill>
                  <a:srgbClr val="020B3F"/>
                </a:solidFill>
                <a:latin typeface="Aptos Display"/>
              </a:rPr>
              <a:t>Golden Charter</a:t>
            </a:r>
          </a:p>
        </p:txBody>
      </p:sp>
      <p:sp>
        <p:nvSpPr>
          <p:cNvPr id="6" name="TextBox 5">
            <a:extLst>
              <a:ext uri="{FF2B5EF4-FFF2-40B4-BE49-F238E27FC236}">
                <a16:creationId xmlns:a16="http://schemas.microsoft.com/office/drawing/2014/main" id="{180EE142-42B1-3BAA-2A94-74A03815A2E8}"/>
              </a:ext>
            </a:extLst>
          </p:cNvPr>
          <p:cNvSpPr txBox="1"/>
          <p:nvPr/>
        </p:nvSpPr>
        <p:spPr>
          <a:xfrm>
            <a:off x="431800" y="6553200"/>
            <a:ext cx="9652000" cy="152400"/>
          </a:xfrm>
          <a:prstGeom prst="rect">
            <a:avLst/>
          </a:prstGeom>
          <a:noFill/>
        </p:spPr>
        <p:txBody>
          <a:bodyPr wrap="square" lIns="0" tIns="0" rIns="0" bIns="0" anchor="t">
            <a:spAutoFit/>
          </a:bodyPr>
          <a:lstStyle/>
          <a:p>
            <a:pPr>
              <a:lnSpc>
                <a:spcPct val="100000"/>
              </a:lnSpc>
              <a:spcBef>
                <a:spcPts val="0"/>
              </a:spcBef>
              <a:spcAft>
                <a:spcPts val="0"/>
              </a:spcAft>
            </a:pPr>
            <a:r>
              <a:rPr lang="en-US" sz="650" b="0" noProof="0" dirty="0">
                <a:solidFill>
                  <a:srgbClr val="666D7A"/>
                </a:solidFill>
                <a:latin typeface="Aptos"/>
              </a:rPr>
              <a:t>Confidential - Qualcomm Technologies, Inc. and/or its affiliated companies - May Contain Trade Secrets</a:t>
            </a:r>
          </a:p>
        </p:txBody>
      </p:sp>
      <p:sp>
        <p:nvSpPr>
          <p:cNvPr id="7" name="TextBox 6">
            <a:extLst>
              <a:ext uri="{FF2B5EF4-FFF2-40B4-BE49-F238E27FC236}">
                <a16:creationId xmlns:a16="http://schemas.microsoft.com/office/drawing/2014/main" id="{9A07FD58-053A-059F-FEC8-13187F5F1ABB}"/>
              </a:ext>
            </a:extLst>
          </p:cNvPr>
          <p:cNvSpPr txBox="1"/>
          <p:nvPr/>
        </p:nvSpPr>
        <p:spPr>
          <a:xfrm>
            <a:off x="11430000" y="6553200"/>
            <a:ext cx="330200" cy="152400"/>
          </a:xfrm>
          <a:prstGeom prst="rect">
            <a:avLst/>
          </a:prstGeom>
          <a:noFill/>
        </p:spPr>
        <p:txBody>
          <a:bodyPr wrap="square" lIns="0" tIns="0" rIns="0" bIns="0" anchor="t">
            <a:spAutoFit/>
          </a:bodyPr>
          <a:lstStyle/>
          <a:p>
            <a:pPr algn="r"/>
            <a:r>
              <a:rPr lang="en-US" sz="700" noProof="0" dirty="0">
                <a:solidFill>
                  <a:srgbClr val="666D7A"/>
                </a:solidFill>
                <a:latin typeface="Aptos"/>
              </a:rPr>
              <a:t>6</a:t>
            </a:r>
          </a:p>
        </p:txBody>
      </p:sp>
      <p:sp>
        <p:nvSpPr>
          <p:cNvPr id="8" name="Rectangle 7">
            <a:extLst>
              <a:ext uri="{FF2B5EF4-FFF2-40B4-BE49-F238E27FC236}">
                <a16:creationId xmlns:a16="http://schemas.microsoft.com/office/drawing/2014/main" id="{96C7357A-D105-168E-96F8-DC12B9E7D3E7}"/>
              </a:ext>
            </a:extLst>
          </p:cNvPr>
          <p:cNvSpPr/>
          <p:nvPr/>
        </p:nvSpPr>
        <p:spPr>
          <a:xfrm>
            <a:off x="889000" y="2362200"/>
            <a:ext cx="1955800" cy="14986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9D43FE70-949D-773B-C782-C13708F93A56}"/>
              </a:ext>
            </a:extLst>
          </p:cNvPr>
          <p:cNvSpPr/>
          <p:nvPr/>
        </p:nvSpPr>
        <p:spPr>
          <a:xfrm>
            <a:off x="889000" y="2362200"/>
            <a:ext cx="1955800" cy="762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0" name="TextBox 9">
            <a:extLst>
              <a:ext uri="{FF2B5EF4-FFF2-40B4-BE49-F238E27FC236}">
                <a16:creationId xmlns:a16="http://schemas.microsoft.com/office/drawing/2014/main" id="{FD565E58-4982-5F88-07CC-3C8302B43B36}"/>
              </a:ext>
            </a:extLst>
          </p:cNvPr>
          <p:cNvSpPr txBox="1"/>
          <p:nvPr/>
        </p:nvSpPr>
        <p:spPr>
          <a:xfrm>
            <a:off x="1066800" y="2667000"/>
            <a:ext cx="228600" cy="228600"/>
          </a:xfrm>
          <a:prstGeom prst="rect">
            <a:avLst/>
          </a:prstGeom>
          <a:noFill/>
        </p:spPr>
        <p:txBody>
          <a:bodyPr wrap="square" lIns="0" tIns="0" rIns="0" bIns="0" anchor="t">
            <a:spAutoFit/>
          </a:bodyPr>
          <a:lstStyle/>
          <a:p>
            <a:pPr algn="ctr">
              <a:lnSpc>
                <a:spcPct val="100000"/>
              </a:lnSpc>
              <a:spcBef>
                <a:spcPts val="0"/>
              </a:spcBef>
              <a:spcAft>
                <a:spcPts val="0"/>
              </a:spcAft>
            </a:pPr>
            <a:r>
              <a:rPr lang="en-US" sz="1400" b="1" noProof="0" dirty="0">
                <a:solidFill>
                  <a:srgbClr val="2A2AEA"/>
                </a:solidFill>
                <a:latin typeface="Aptos"/>
              </a:rPr>
              <a:t>1</a:t>
            </a:r>
          </a:p>
        </p:txBody>
      </p:sp>
      <p:sp>
        <p:nvSpPr>
          <p:cNvPr id="11" name="TextBox 10">
            <a:extLst>
              <a:ext uri="{FF2B5EF4-FFF2-40B4-BE49-F238E27FC236}">
                <a16:creationId xmlns:a16="http://schemas.microsoft.com/office/drawing/2014/main" id="{33FC9CCE-6EC3-2ED0-770C-72DF81F32153}"/>
              </a:ext>
            </a:extLst>
          </p:cNvPr>
          <p:cNvSpPr txBox="1"/>
          <p:nvPr/>
        </p:nvSpPr>
        <p:spPr>
          <a:xfrm>
            <a:off x="1422400" y="2667000"/>
            <a:ext cx="9906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666D7A"/>
                </a:solidFill>
                <a:latin typeface="Aptos"/>
              </a:rPr>
              <a:t>W1</a:t>
            </a:r>
          </a:p>
        </p:txBody>
      </p:sp>
      <p:sp>
        <p:nvSpPr>
          <p:cNvPr id="12" name="TextBox 11">
            <a:extLst>
              <a:ext uri="{FF2B5EF4-FFF2-40B4-BE49-F238E27FC236}">
                <a16:creationId xmlns:a16="http://schemas.microsoft.com/office/drawing/2014/main" id="{0478D7C3-B16C-4E67-9234-8B7C9AFE8A3A}"/>
              </a:ext>
            </a:extLst>
          </p:cNvPr>
          <p:cNvSpPr txBox="1"/>
          <p:nvPr/>
        </p:nvSpPr>
        <p:spPr>
          <a:xfrm>
            <a:off x="1066800" y="3098800"/>
            <a:ext cx="1600200" cy="246221"/>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Define Project</a:t>
            </a:r>
          </a:p>
        </p:txBody>
      </p:sp>
      <p:sp>
        <p:nvSpPr>
          <p:cNvPr id="13" name="Rectangle 12">
            <a:extLst>
              <a:ext uri="{FF2B5EF4-FFF2-40B4-BE49-F238E27FC236}">
                <a16:creationId xmlns:a16="http://schemas.microsoft.com/office/drawing/2014/main" id="{D6B50C0A-029B-35A2-A59D-865D8B9455F9}"/>
              </a:ext>
            </a:extLst>
          </p:cNvPr>
          <p:cNvSpPr/>
          <p:nvPr/>
        </p:nvSpPr>
        <p:spPr>
          <a:xfrm>
            <a:off x="3073400" y="2362200"/>
            <a:ext cx="1955800" cy="14986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4" name="Rectangle 13">
            <a:extLst>
              <a:ext uri="{FF2B5EF4-FFF2-40B4-BE49-F238E27FC236}">
                <a16:creationId xmlns:a16="http://schemas.microsoft.com/office/drawing/2014/main" id="{CA492618-EC43-ACDA-24D9-C717C34A650B}"/>
              </a:ext>
            </a:extLst>
          </p:cNvPr>
          <p:cNvSpPr/>
          <p:nvPr/>
        </p:nvSpPr>
        <p:spPr>
          <a:xfrm>
            <a:off x="3073400" y="2362200"/>
            <a:ext cx="1955800" cy="76200"/>
          </a:xfrm>
          <a:prstGeom prst="rect">
            <a:avLst/>
          </a:prstGeom>
          <a:solidFill>
            <a:srgbClr val="84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5" name="TextBox 14">
            <a:extLst>
              <a:ext uri="{FF2B5EF4-FFF2-40B4-BE49-F238E27FC236}">
                <a16:creationId xmlns:a16="http://schemas.microsoft.com/office/drawing/2014/main" id="{E68E3BC0-B86B-8F5D-DAB7-A512C870785A}"/>
              </a:ext>
            </a:extLst>
          </p:cNvPr>
          <p:cNvSpPr txBox="1"/>
          <p:nvPr/>
        </p:nvSpPr>
        <p:spPr>
          <a:xfrm>
            <a:off x="3251200" y="2667000"/>
            <a:ext cx="228600" cy="228600"/>
          </a:xfrm>
          <a:prstGeom prst="rect">
            <a:avLst/>
          </a:prstGeom>
          <a:noFill/>
        </p:spPr>
        <p:txBody>
          <a:bodyPr wrap="square" lIns="0" tIns="0" rIns="0" bIns="0" anchor="t">
            <a:spAutoFit/>
          </a:bodyPr>
          <a:lstStyle/>
          <a:p>
            <a:pPr algn="ctr">
              <a:lnSpc>
                <a:spcPct val="100000"/>
              </a:lnSpc>
              <a:spcBef>
                <a:spcPts val="0"/>
              </a:spcBef>
              <a:spcAft>
                <a:spcPts val="0"/>
              </a:spcAft>
            </a:pPr>
            <a:r>
              <a:rPr lang="en-US" sz="1400" b="1" noProof="0" dirty="0">
                <a:solidFill>
                  <a:srgbClr val="843AFF"/>
                </a:solidFill>
                <a:latin typeface="Aptos"/>
              </a:rPr>
              <a:t>2</a:t>
            </a:r>
          </a:p>
        </p:txBody>
      </p:sp>
      <p:sp>
        <p:nvSpPr>
          <p:cNvPr id="16" name="TextBox 15">
            <a:extLst>
              <a:ext uri="{FF2B5EF4-FFF2-40B4-BE49-F238E27FC236}">
                <a16:creationId xmlns:a16="http://schemas.microsoft.com/office/drawing/2014/main" id="{D0C5A243-5157-5959-4C45-21CB05AFCD30}"/>
              </a:ext>
            </a:extLst>
          </p:cNvPr>
          <p:cNvSpPr txBox="1"/>
          <p:nvPr/>
        </p:nvSpPr>
        <p:spPr>
          <a:xfrm>
            <a:off x="3606800" y="2667000"/>
            <a:ext cx="9906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666D7A"/>
                </a:solidFill>
                <a:latin typeface="Aptos"/>
              </a:rPr>
              <a:t>W2-3</a:t>
            </a:r>
          </a:p>
        </p:txBody>
      </p:sp>
      <p:sp>
        <p:nvSpPr>
          <p:cNvPr id="17" name="TextBox 16">
            <a:extLst>
              <a:ext uri="{FF2B5EF4-FFF2-40B4-BE49-F238E27FC236}">
                <a16:creationId xmlns:a16="http://schemas.microsoft.com/office/drawing/2014/main" id="{28B08B44-002F-E7CB-1CB3-1C4987BB3559}"/>
              </a:ext>
            </a:extLst>
          </p:cNvPr>
          <p:cNvSpPr txBox="1"/>
          <p:nvPr/>
        </p:nvSpPr>
        <p:spPr>
          <a:xfrm>
            <a:off x="3251200" y="3098800"/>
            <a:ext cx="1600200" cy="246221"/>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Prepare Data</a:t>
            </a:r>
          </a:p>
        </p:txBody>
      </p:sp>
      <p:sp>
        <p:nvSpPr>
          <p:cNvPr id="18" name="Rectangle 17">
            <a:extLst>
              <a:ext uri="{FF2B5EF4-FFF2-40B4-BE49-F238E27FC236}">
                <a16:creationId xmlns:a16="http://schemas.microsoft.com/office/drawing/2014/main" id="{E0649B8D-A813-2D72-7808-1DB04A7B02B4}"/>
              </a:ext>
            </a:extLst>
          </p:cNvPr>
          <p:cNvSpPr/>
          <p:nvPr/>
        </p:nvSpPr>
        <p:spPr>
          <a:xfrm>
            <a:off x="5257800" y="2362200"/>
            <a:ext cx="1955800" cy="14986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519B4506-69D2-DFF6-13B9-18844CE8D267}"/>
              </a:ext>
            </a:extLst>
          </p:cNvPr>
          <p:cNvSpPr/>
          <p:nvPr/>
        </p:nvSpPr>
        <p:spPr>
          <a:xfrm>
            <a:off x="5257800" y="2362200"/>
            <a:ext cx="1955800" cy="76200"/>
          </a:xfrm>
          <a:prstGeom prst="rect">
            <a:avLst/>
          </a:prstGeom>
          <a:solidFill>
            <a:srgbClr val="F5F0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0" name="TextBox 19">
            <a:extLst>
              <a:ext uri="{FF2B5EF4-FFF2-40B4-BE49-F238E27FC236}">
                <a16:creationId xmlns:a16="http://schemas.microsoft.com/office/drawing/2014/main" id="{F9CC3634-71D0-AB58-8E91-40B9CD4B203B}"/>
              </a:ext>
            </a:extLst>
          </p:cNvPr>
          <p:cNvSpPr txBox="1"/>
          <p:nvPr/>
        </p:nvSpPr>
        <p:spPr>
          <a:xfrm>
            <a:off x="5435600" y="2667000"/>
            <a:ext cx="228600" cy="228600"/>
          </a:xfrm>
          <a:prstGeom prst="rect">
            <a:avLst/>
          </a:prstGeom>
          <a:noFill/>
        </p:spPr>
        <p:txBody>
          <a:bodyPr wrap="square" lIns="0" tIns="0" rIns="0" bIns="0" anchor="t">
            <a:spAutoFit/>
          </a:bodyPr>
          <a:lstStyle/>
          <a:p>
            <a:pPr algn="ctr">
              <a:lnSpc>
                <a:spcPct val="100000"/>
              </a:lnSpc>
              <a:spcBef>
                <a:spcPts val="0"/>
              </a:spcBef>
              <a:spcAft>
                <a:spcPts val="0"/>
              </a:spcAft>
            </a:pPr>
            <a:r>
              <a:rPr lang="en-US" sz="1400" b="1" noProof="0" dirty="0">
                <a:solidFill>
                  <a:srgbClr val="F5F032"/>
                </a:solidFill>
                <a:latin typeface="Aptos"/>
              </a:rPr>
              <a:t>3</a:t>
            </a:r>
          </a:p>
        </p:txBody>
      </p:sp>
      <p:sp>
        <p:nvSpPr>
          <p:cNvPr id="21" name="TextBox 20">
            <a:extLst>
              <a:ext uri="{FF2B5EF4-FFF2-40B4-BE49-F238E27FC236}">
                <a16:creationId xmlns:a16="http://schemas.microsoft.com/office/drawing/2014/main" id="{E621E083-04CA-3DA0-219C-A423E840100F}"/>
              </a:ext>
            </a:extLst>
          </p:cNvPr>
          <p:cNvSpPr txBox="1"/>
          <p:nvPr/>
        </p:nvSpPr>
        <p:spPr>
          <a:xfrm>
            <a:off x="5791200" y="2667000"/>
            <a:ext cx="990600" cy="215444"/>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666D7A"/>
                </a:solidFill>
                <a:latin typeface="Aptos"/>
              </a:rPr>
              <a:t>W4-7</a:t>
            </a:r>
          </a:p>
        </p:txBody>
      </p:sp>
      <p:sp>
        <p:nvSpPr>
          <p:cNvPr id="22" name="TextBox 21">
            <a:extLst>
              <a:ext uri="{FF2B5EF4-FFF2-40B4-BE49-F238E27FC236}">
                <a16:creationId xmlns:a16="http://schemas.microsoft.com/office/drawing/2014/main" id="{6605D579-810D-B1B4-EBA1-5E29E632814F}"/>
              </a:ext>
            </a:extLst>
          </p:cNvPr>
          <p:cNvSpPr txBox="1"/>
          <p:nvPr/>
        </p:nvSpPr>
        <p:spPr>
          <a:xfrm>
            <a:off x="5435600" y="3098800"/>
            <a:ext cx="1600200" cy="246221"/>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Model Selection</a:t>
            </a:r>
          </a:p>
        </p:txBody>
      </p:sp>
      <p:sp>
        <p:nvSpPr>
          <p:cNvPr id="23" name="Rectangle 22">
            <a:extLst>
              <a:ext uri="{FF2B5EF4-FFF2-40B4-BE49-F238E27FC236}">
                <a16:creationId xmlns:a16="http://schemas.microsoft.com/office/drawing/2014/main" id="{FB2A4A94-21E7-A830-1AE2-64B34F2D0B2E}"/>
              </a:ext>
            </a:extLst>
          </p:cNvPr>
          <p:cNvSpPr/>
          <p:nvPr/>
        </p:nvSpPr>
        <p:spPr>
          <a:xfrm>
            <a:off x="7442200" y="2362200"/>
            <a:ext cx="1955800" cy="14986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4" name="Rectangle 23">
            <a:extLst>
              <a:ext uri="{FF2B5EF4-FFF2-40B4-BE49-F238E27FC236}">
                <a16:creationId xmlns:a16="http://schemas.microsoft.com/office/drawing/2014/main" id="{446D0DEA-8680-915C-00CE-E02F7C9D8ED1}"/>
              </a:ext>
            </a:extLst>
          </p:cNvPr>
          <p:cNvSpPr/>
          <p:nvPr/>
        </p:nvSpPr>
        <p:spPr>
          <a:xfrm>
            <a:off x="7442200" y="2362200"/>
            <a:ext cx="1955800" cy="762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5" name="TextBox 24">
            <a:extLst>
              <a:ext uri="{FF2B5EF4-FFF2-40B4-BE49-F238E27FC236}">
                <a16:creationId xmlns:a16="http://schemas.microsoft.com/office/drawing/2014/main" id="{A5AA9566-2C2C-1E34-AC9F-43DF136D3BBC}"/>
              </a:ext>
            </a:extLst>
          </p:cNvPr>
          <p:cNvSpPr txBox="1"/>
          <p:nvPr/>
        </p:nvSpPr>
        <p:spPr>
          <a:xfrm>
            <a:off x="7620000" y="2667000"/>
            <a:ext cx="228600" cy="228600"/>
          </a:xfrm>
          <a:prstGeom prst="rect">
            <a:avLst/>
          </a:prstGeom>
          <a:noFill/>
        </p:spPr>
        <p:txBody>
          <a:bodyPr wrap="square" lIns="0" tIns="0" rIns="0" bIns="0" anchor="t">
            <a:spAutoFit/>
          </a:bodyPr>
          <a:lstStyle/>
          <a:p>
            <a:pPr algn="ctr">
              <a:lnSpc>
                <a:spcPct val="100000"/>
              </a:lnSpc>
              <a:spcBef>
                <a:spcPts val="0"/>
              </a:spcBef>
              <a:spcAft>
                <a:spcPts val="0"/>
              </a:spcAft>
            </a:pPr>
            <a:r>
              <a:rPr lang="en-US" sz="1400" b="1" noProof="0" dirty="0">
                <a:solidFill>
                  <a:srgbClr val="2A2AEA"/>
                </a:solidFill>
                <a:latin typeface="Aptos"/>
              </a:rPr>
              <a:t>4</a:t>
            </a:r>
          </a:p>
        </p:txBody>
      </p:sp>
      <p:sp>
        <p:nvSpPr>
          <p:cNvPr id="26" name="TextBox 25">
            <a:extLst>
              <a:ext uri="{FF2B5EF4-FFF2-40B4-BE49-F238E27FC236}">
                <a16:creationId xmlns:a16="http://schemas.microsoft.com/office/drawing/2014/main" id="{C7A8559E-14F2-FA14-A895-149A90F909CD}"/>
              </a:ext>
            </a:extLst>
          </p:cNvPr>
          <p:cNvSpPr txBox="1"/>
          <p:nvPr/>
        </p:nvSpPr>
        <p:spPr>
          <a:xfrm>
            <a:off x="7975600" y="2667000"/>
            <a:ext cx="990600" cy="215444"/>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666D7A"/>
                </a:solidFill>
                <a:latin typeface="Aptos"/>
              </a:rPr>
              <a:t>W8-9</a:t>
            </a:r>
          </a:p>
        </p:txBody>
      </p:sp>
      <p:sp>
        <p:nvSpPr>
          <p:cNvPr id="27" name="TextBox 26">
            <a:extLst>
              <a:ext uri="{FF2B5EF4-FFF2-40B4-BE49-F238E27FC236}">
                <a16:creationId xmlns:a16="http://schemas.microsoft.com/office/drawing/2014/main" id="{CA878281-37FB-5104-C2CF-5DCED3C0686A}"/>
              </a:ext>
            </a:extLst>
          </p:cNvPr>
          <p:cNvSpPr txBox="1"/>
          <p:nvPr/>
        </p:nvSpPr>
        <p:spPr>
          <a:xfrm>
            <a:off x="7620000" y="3098800"/>
            <a:ext cx="1600200" cy="492443"/>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Develop &amp; validation</a:t>
            </a:r>
          </a:p>
        </p:txBody>
      </p:sp>
      <p:sp>
        <p:nvSpPr>
          <p:cNvPr id="28" name="Rectangle 27">
            <a:extLst>
              <a:ext uri="{FF2B5EF4-FFF2-40B4-BE49-F238E27FC236}">
                <a16:creationId xmlns:a16="http://schemas.microsoft.com/office/drawing/2014/main" id="{4DE21A57-CE03-08D3-0C8E-12E9FA158294}"/>
              </a:ext>
            </a:extLst>
          </p:cNvPr>
          <p:cNvSpPr/>
          <p:nvPr/>
        </p:nvSpPr>
        <p:spPr>
          <a:xfrm>
            <a:off x="9626600" y="2362200"/>
            <a:ext cx="1955800" cy="1498600"/>
          </a:xfrm>
          <a:prstGeom prst="rect">
            <a:avLst/>
          </a:prstGeom>
          <a:solidFill>
            <a:srgbClr val="EFF1F5"/>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29" name="Rectangle 28">
            <a:extLst>
              <a:ext uri="{FF2B5EF4-FFF2-40B4-BE49-F238E27FC236}">
                <a16:creationId xmlns:a16="http://schemas.microsoft.com/office/drawing/2014/main" id="{0A99D1DF-E32C-C40A-DB9C-CF74D3E209F0}"/>
              </a:ext>
            </a:extLst>
          </p:cNvPr>
          <p:cNvSpPr/>
          <p:nvPr/>
        </p:nvSpPr>
        <p:spPr>
          <a:xfrm>
            <a:off x="9626600" y="2362200"/>
            <a:ext cx="1955800" cy="76200"/>
          </a:xfrm>
          <a:prstGeom prst="rect">
            <a:avLst/>
          </a:prstGeom>
          <a:solidFill>
            <a:srgbClr val="84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0" name="TextBox 29">
            <a:extLst>
              <a:ext uri="{FF2B5EF4-FFF2-40B4-BE49-F238E27FC236}">
                <a16:creationId xmlns:a16="http://schemas.microsoft.com/office/drawing/2014/main" id="{3B29E61C-301E-F255-9E67-58C78A138203}"/>
              </a:ext>
            </a:extLst>
          </p:cNvPr>
          <p:cNvSpPr txBox="1"/>
          <p:nvPr/>
        </p:nvSpPr>
        <p:spPr>
          <a:xfrm>
            <a:off x="9804400" y="2667000"/>
            <a:ext cx="228600" cy="228600"/>
          </a:xfrm>
          <a:prstGeom prst="rect">
            <a:avLst/>
          </a:prstGeom>
          <a:noFill/>
        </p:spPr>
        <p:txBody>
          <a:bodyPr wrap="square" lIns="0" tIns="0" rIns="0" bIns="0" anchor="t">
            <a:spAutoFit/>
          </a:bodyPr>
          <a:lstStyle/>
          <a:p>
            <a:pPr algn="ctr">
              <a:lnSpc>
                <a:spcPct val="100000"/>
              </a:lnSpc>
              <a:spcBef>
                <a:spcPts val="0"/>
              </a:spcBef>
              <a:spcAft>
                <a:spcPts val="0"/>
              </a:spcAft>
            </a:pPr>
            <a:r>
              <a:rPr lang="en-US" sz="1400" b="1" noProof="0" dirty="0">
                <a:solidFill>
                  <a:srgbClr val="843AFF"/>
                </a:solidFill>
                <a:latin typeface="Aptos"/>
              </a:rPr>
              <a:t>5</a:t>
            </a:r>
          </a:p>
        </p:txBody>
      </p:sp>
      <p:sp>
        <p:nvSpPr>
          <p:cNvPr id="31" name="TextBox 30">
            <a:extLst>
              <a:ext uri="{FF2B5EF4-FFF2-40B4-BE49-F238E27FC236}">
                <a16:creationId xmlns:a16="http://schemas.microsoft.com/office/drawing/2014/main" id="{92EAB0C3-38DF-961F-AFEE-246FF6F0261D}"/>
              </a:ext>
            </a:extLst>
          </p:cNvPr>
          <p:cNvSpPr txBox="1"/>
          <p:nvPr/>
        </p:nvSpPr>
        <p:spPr>
          <a:xfrm>
            <a:off x="10160000" y="2667000"/>
            <a:ext cx="9906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666D7A"/>
                </a:solidFill>
                <a:latin typeface="Aptos"/>
              </a:rPr>
              <a:t>W10</a:t>
            </a:r>
          </a:p>
        </p:txBody>
      </p:sp>
      <p:sp>
        <p:nvSpPr>
          <p:cNvPr id="32" name="TextBox 31">
            <a:extLst>
              <a:ext uri="{FF2B5EF4-FFF2-40B4-BE49-F238E27FC236}">
                <a16:creationId xmlns:a16="http://schemas.microsoft.com/office/drawing/2014/main" id="{6A347C6D-3876-D509-AF88-93CB99CD0869}"/>
              </a:ext>
            </a:extLst>
          </p:cNvPr>
          <p:cNvSpPr txBox="1"/>
          <p:nvPr/>
        </p:nvSpPr>
        <p:spPr>
          <a:xfrm>
            <a:off x="9804400" y="3098800"/>
            <a:ext cx="1600200" cy="492443"/>
          </a:xfrm>
          <a:prstGeom prst="rect">
            <a:avLst/>
          </a:prstGeom>
          <a:noFill/>
        </p:spPr>
        <p:txBody>
          <a:bodyPr wrap="square" lIns="0" tIns="0" rIns="0" bIns="0" anchor="t">
            <a:spAutoFit/>
          </a:bodyPr>
          <a:lstStyle/>
          <a:p>
            <a:pPr>
              <a:lnSpc>
                <a:spcPct val="100000"/>
              </a:lnSpc>
              <a:spcBef>
                <a:spcPts val="0"/>
              </a:spcBef>
              <a:spcAft>
                <a:spcPts val="0"/>
              </a:spcAft>
            </a:pPr>
            <a:r>
              <a:rPr lang="en-US" sz="1600" b="1" noProof="0" dirty="0">
                <a:solidFill>
                  <a:srgbClr val="020B3F"/>
                </a:solidFill>
                <a:latin typeface="Aptos Display"/>
              </a:rPr>
              <a:t>Enhance and Improve</a:t>
            </a:r>
          </a:p>
        </p:txBody>
      </p:sp>
      <p:sp>
        <p:nvSpPr>
          <p:cNvPr id="33" name="TextBox 32">
            <a:extLst>
              <a:ext uri="{FF2B5EF4-FFF2-40B4-BE49-F238E27FC236}">
                <a16:creationId xmlns:a16="http://schemas.microsoft.com/office/drawing/2014/main" id="{61FDCDAB-C46C-9162-BF34-4EF4CD80D4BE}"/>
              </a:ext>
            </a:extLst>
          </p:cNvPr>
          <p:cNvSpPr txBox="1"/>
          <p:nvPr/>
        </p:nvSpPr>
        <p:spPr>
          <a:xfrm>
            <a:off x="889000" y="4495800"/>
            <a:ext cx="2286000" cy="2286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2A2AEA"/>
                </a:solidFill>
                <a:latin typeface="Aptos"/>
              </a:rPr>
              <a:t>AFTER THE MVP</a:t>
            </a:r>
          </a:p>
        </p:txBody>
      </p:sp>
      <p:sp>
        <p:nvSpPr>
          <p:cNvPr id="34" name="Rectangle 33">
            <a:extLst>
              <a:ext uri="{FF2B5EF4-FFF2-40B4-BE49-F238E27FC236}">
                <a16:creationId xmlns:a16="http://schemas.microsoft.com/office/drawing/2014/main" id="{2C107A5C-3E1B-DB38-27DA-5D1493AA7406}"/>
              </a:ext>
            </a:extLst>
          </p:cNvPr>
          <p:cNvSpPr/>
          <p:nvPr/>
        </p:nvSpPr>
        <p:spPr>
          <a:xfrm>
            <a:off x="889000" y="4851400"/>
            <a:ext cx="2413000" cy="787400"/>
          </a:xfrm>
          <a:prstGeom prst="rect">
            <a:avLst/>
          </a:prstGeom>
          <a:solidFill>
            <a:srgbClr val="FFFFFF"/>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666571D5-D898-3C35-3493-42C87497BE3E}"/>
              </a:ext>
            </a:extLst>
          </p:cNvPr>
          <p:cNvSpPr/>
          <p:nvPr/>
        </p:nvSpPr>
        <p:spPr>
          <a:xfrm>
            <a:off x="889000" y="4851400"/>
            <a:ext cx="63500" cy="7874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6" name="TextBox 35">
            <a:extLst>
              <a:ext uri="{FF2B5EF4-FFF2-40B4-BE49-F238E27FC236}">
                <a16:creationId xmlns:a16="http://schemas.microsoft.com/office/drawing/2014/main" id="{9E052908-AAD6-7BA3-1814-A802CEBE165B}"/>
              </a:ext>
            </a:extLst>
          </p:cNvPr>
          <p:cNvSpPr txBox="1"/>
          <p:nvPr/>
        </p:nvSpPr>
        <p:spPr>
          <a:xfrm>
            <a:off x="1066800" y="5041900"/>
            <a:ext cx="2032000" cy="2032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020B3F"/>
                </a:solidFill>
                <a:latin typeface="Aptos"/>
              </a:rPr>
              <a:t>Pilot design</a:t>
            </a:r>
          </a:p>
        </p:txBody>
      </p:sp>
      <p:sp>
        <p:nvSpPr>
          <p:cNvPr id="37" name="TextBox 36">
            <a:extLst>
              <a:ext uri="{FF2B5EF4-FFF2-40B4-BE49-F238E27FC236}">
                <a16:creationId xmlns:a16="http://schemas.microsoft.com/office/drawing/2014/main" id="{0D07C5C4-84FA-C623-3F66-D78FF9E36540}"/>
              </a:ext>
            </a:extLst>
          </p:cNvPr>
          <p:cNvSpPr txBox="1"/>
          <p:nvPr/>
        </p:nvSpPr>
        <p:spPr>
          <a:xfrm>
            <a:off x="1066800" y="5346700"/>
            <a:ext cx="2032000" cy="1778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843AFF"/>
                </a:solidFill>
                <a:latin typeface="Aptos"/>
              </a:rPr>
              <a:t>1-2 weeks</a:t>
            </a:r>
          </a:p>
        </p:txBody>
      </p:sp>
      <p:sp>
        <p:nvSpPr>
          <p:cNvPr id="38" name="Rectangle 37">
            <a:extLst>
              <a:ext uri="{FF2B5EF4-FFF2-40B4-BE49-F238E27FC236}">
                <a16:creationId xmlns:a16="http://schemas.microsoft.com/office/drawing/2014/main" id="{E952018B-1805-2DA3-B722-A36279AD7A29}"/>
              </a:ext>
            </a:extLst>
          </p:cNvPr>
          <p:cNvSpPr/>
          <p:nvPr/>
        </p:nvSpPr>
        <p:spPr>
          <a:xfrm>
            <a:off x="3581400" y="4851400"/>
            <a:ext cx="2413000" cy="787400"/>
          </a:xfrm>
          <a:prstGeom prst="rect">
            <a:avLst/>
          </a:prstGeom>
          <a:solidFill>
            <a:srgbClr val="FFFFFF"/>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39" name="Rectangle 38">
            <a:extLst>
              <a:ext uri="{FF2B5EF4-FFF2-40B4-BE49-F238E27FC236}">
                <a16:creationId xmlns:a16="http://schemas.microsoft.com/office/drawing/2014/main" id="{30E99396-2076-C3AC-89EE-7262422DF4D8}"/>
              </a:ext>
            </a:extLst>
          </p:cNvPr>
          <p:cNvSpPr/>
          <p:nvPr/>
        </p:nvSpPr>
        <p:spPr>
          <a:xfrm>
            <a:off x="3581400" y="4851400"/>
            <a:ext cx="63500" cy="787400"/>
          </a:xfrm>
          <a:prstGeom prst="rect">
            <a:avLst/>
          </a:prstGeom>
          <a:solidFill>
            <a:srgbClr val="843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0" name="TextBox 39">
            <a:extLst>
              <a:ext uri="{FF2B5EF4-FFF2-40B4-BE49-F238E27FC236}">
                <a16:creationId xmlns:a16="http://schemas.microsoft.com/office/drawing/2014/main" id="{CC334FE1-8C39-1B90-46B0-F6D151E3E0BD}"/>
              </a:ext>
            </a:extLst>
          </p:cNvPr>
          <p:cNvSpPr txBox="1"/>
          <p:nvPr/>
        </p:nvSpPr>
        <p:spPr>
          <a:xfrm>
            <a:off x="3759200" y="5041900"/>
            <a:ext cx="2032000" cy="2032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020B3F"/>
                </a:solidFill>
                <a:latin typeface="Aptos"/>
              </a:rPr>
              <a:t>Action cycle</a:t>
            </a:r>
          </a:p>
        </p:txBody>
      </p:sp>
      <p:sp>
        <p:nvSpPr>
          <p:cNvPr id="41" name="TextBox 40">
            <a:extLst>
              <a:ext uri="{FF2B5EF4-FFF2-40B4-BE49-F238E27FC236}">
                <a16:creationId xmlns:a16="http://schemas.microsoft.com/office/drawing/2014/main" id="{29B69A0B-48DA-7688-0B21-03B0AB57353A}"/>
              </a:ext>
            </a:extLst>
          </p:cNvPr>
          <p:cNvSpPr txBox="1"/>
          <p:nvPr/>
        </p:nvSpPr>
        <p:spPr>
          <a:xfrm>
            <a:off x="3759200" y="5346700"/>
            <a:ext cx="2032000" cy="1778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843AFF"/>
                </a:solidFill>
                <a:latin typeface="Aptos"/>
              </a:rPr>
              <a:t>6-8 weeks</a:t>
            </a:r>
          </a:p>
        </p:txBody>
      </p:sp>
      <p:sp>
        <p:nvSpPr>
          <p:cNvPr id="42" name="Rectangle 41">
            <a:extLst>
              <a:ext uri="{FF2B5EF4-FFF2-40B4-BE49-F238E27FC236}">
                <a16:creationId xmlns:a16="http://schemas.microsoft.com/office/drawing/2014/main" id="{05E10C86-9FD6-FA27-302C-618456231442}"/>
              </a:ext>
            </a:extLst>
          </p:cNvPr>
          <p:cNvSpPr/>
          <p:nvPr/>
        </p:nvSpPr>
        <p:spPr>
          <a:xfrm>
            <a:off x="6273800" y="4851400"/>
            <a:ext cx="2413000" cy="787400"/>
          </a:xfrm>
          <a:prstGeom prst="rect">
            <a:avLst/>
          </a:prstGeom>
          <a:solidFill>
            <a:srgbClr val="FFFFFF"/>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3" name="Rectangle 42">
            <a:extLst>
              <a:ext uri="{FF2B5EF4-FFF2-40B4-BE49-F238E27FC236}">
                <a16:creationId xmlns:a16="http://schemas.microsoft.com/office/drawing/2014/main" id="{E9D8759B-1D92-B9D6-7040-90D96EBBE3AA}"/>
              </a:ext>
            </a:extLst>
          </p:cNvPr>
          <p:cNvSpPr/>
          <p:nvPr/>
        </p:nvSpPr>
        <p:spPr>
          <a:xfrm>
            <a:off x="6273800" y="4851400"/>
            <a:ext cx="63500" cy="787400"/>
          </a:xfrm>
          <a:prstGeom prst="rect">
            <a:avLst/>
          </a:prstGeom>
          <a:solidFill>
            <a:srgbClr val="F5F0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4" name="TextBox 43">
            <a:extLst>
              <a:ext uri="{FF2B5EF4-FFF2-40B4-BE49-F238E27FC236}">
                <a16:creationId xmlns:a16="http://schemas.microsoft.com/office/drawing/2014/main" id="{D3E72049-92A4-2184-C74C-289E38AA3853}"/>
              </a:ext>
            </a:extLst>
          </p:cNvPr>
          <p:cNvSpPr txBox="1"/>
          <p:nvPr/>
        </p:nvSpPr>
        <p:spPr>
          <a:xfrm>
            <a:off x="6451600" y="5041900"/>
            <a:ext cx="2032000" cy="2032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020B3F"/>
                </a:solidFill>
                <a:latin typeface="Aptos"/>
              </a:rPr>
              <a:t>Early readout</a:t>
            </a:r>
          </a:p>
        </p:txBody>
      </p:sp>
      <p:sp>
        <p:nvSpPr>
          <p:cNvPr id="45" name="TextBox 44">
            <a:extLst>
              <a:ext uri="{FF2B5EF4-FFF2-40B4-BE49-F238E27FC236}">
                <a16:creationId xmlns:a16="http://schemas.microsoft.com/office/drawing/2014/main" id="{E2D59556-119B-0B1F-C271-72D67D4017D0}"/>
              </a:ext>
            </a:extLst>
          </p:cNvPr>
          <p:cNvSpPr txBox="1"/>
          <p:nvPr/>
        </p:nvSpPr>
        <p:spPr>
          <a:xfrm>
            <a:off x="6451600" y="5346700"/>
            <a:ext cx="2032000" cy="1778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843AFF"/>
                </a:solidFill>
                <a:latin typeface="Aptos"/>
              </a:rPr>
              <a:t>During cycle</a:t>
            </a:r>
          </a:p>
        </p:txBody>
      </p:sp>
      <p:sp>
        <p:nvSpPr>
          <p:cNvPr id="46" name="Rectangle 45">
            <a:extLst>
              <a:ext uri="{FF2B5EF4-FFF2-40B4-BE49-F238E27FC236}">
                <a16:creationId xmlns:a16="http://schemas.microsoft.com/office/drawing/2014/main" id="{987FC985-1D23-6D72-F33C-5258CE5BE407}"/>
              </a:ext>
            </a:extLst>
          </p:cNvPr>
          <p:cNvSpPr/>
          <p:nvPr/>
        </p:nvSpPr>
        <p:spPr>
          <a:xfrm>
            <a:off x="8966200" y="4851400"/>
            <a:ext cx="2413000" cy="787400"/>
          </a:xfrm>
          <a:prstGeom prst="rect">
            <a:avLst/>
          </a:prstGeom>
          <a:solidFill>
            <a:srgbClr val="FFFFFF"/>
          </a:solidFill>
          <a:ln>
            <a:solidFill>
              <a:srgbClr val="D2D7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7" name="Rectangle 46">
            <a:extLst>
              <a:ext uri="{FF2B5EF4-FFF2-40B4-BE49-F238E27FC236}">
                <a16:creationId xmlns:a16="http://schemas.microsoft.com/office/drawing/2014/main" id="{62C4556F-9801-F14F-559F-A3DD7DEAA32B}"/>
              </a:ext>
            </a:extLst>
          </p:cNvPr>
          <p:cNvSpPr/>
          <p:nvPr/>
        </p:nvSpPr>
        <p:spPr>
          <a:xfrm>
            <a:off x="8966200" y="4851400"/>
            <a:ext cx="63500" cy="787400"/>
          </a:xfrm>
          <a:prstGeom prst="rect">
            <a:avLst/>
          </a:prstGeom>
          <a:solidFill>
            <a:srgbClr val="2A2A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48" name="TextBox 47">
            <a:extLst>
              <a:ext uri="{FF2B5EF4-FFF2-40B4-BE49-F238E27FC236}">
                <a16:creationId xmlns:a16="http://schemas.microsoft.com/office/drawing/2014/main" id="{B9AAA778-8355-3EC3-11DB-486149FC134B}"/>
              </a:ext>
            </a:extLst>
          </p:cNvPr>
          <p:cNvSpPr txBox="1"/>
          <p:nvPr/>
        </p:nvSpPr>
        <p:spPr>
          <a:xfrm>
            <a:off x="9144000" y="5041900"/>
            <a:ext cx="2032000" cy="2032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020B3F"/>
                </a:solidFill>
                <a:latin typeface="Aptos"/>
              </a:rPr>
              <a:t>Retention impact</a:t>
            </a:r>
          </a:p>
        </p:txBody>
      </p:sp>
      <p:sp>
        <p:nvSpPr>
          <p:cNvPr id="49" name="TextBox 48">
            <a:extLst>
              <a:ext uri="{FF2B5EF4-FFF2-40B4-BE49-F238E27FC236}">
                <a16:creationId xmlns:a16="http://schemas.microsoft.com/office/drawing/2014/main" id="{21A953DF-94B0-87F3-6780-E3F785E53302}"/>
              </a:ext>
            </a:extLst>
          </p:cNvPr>
          <p:cNvSpPr txBox="1"/>
          <p:nvPr/>
        </p:nvSpPr>
        <p:spPr>
          <a:xfrm>
            <a:off x="9144000" y="5346700"/>
            <a:ext cx="2032000" cy="177800"/>
          </a:xfrm>
          <a:prstGeom prst="rect">
            <a:avLst/>
          </a:prstGeom>
          <a:noFill/>
        </p:spPr>
        <p:txBody>
          <a:bodyPr wrap="square" lIns="0" tIns="0" rIns="0" bIns="0" anchor="t">
            <a:spAutoFit/>
          </a:bodyPr>
          <a:lstStyle/>
          <a:p>
            <a:pPr>
              <a:lnSpc>
                <a:spcPct val="100000"/>
              </a:lnSpc>
              <a:spcBef>
                <a:spcPts val="0"/>
              </a:spcBef>
              <a:spcAft>
                <a:spcPts val="0"/>
              </a:spcAft>
            </a:pPr>
            <a:r>
              <a:rPr lang="en-US" sz="1400" b="1" noProof="0" dirty="0">
                <a:solidFill>
                  <a:srgbClr val="843AFF"/>
                </a:solidFill>
                <a:latin typeface="Aptos"/>
              </a:rPr>
              <a:t>6-month window</a:t>
            </a:r>
          </a:p>
        </p:txBody>
      </p:sp>
    </p:spTree>
    <p:extLst>
      <p:ext uri="{BB962C8B-B14F-4D97-AF65-F5344CB8AC3E}">
        <p14:creationId xmlns:p14="http://schemas.microsoft.com/office/powerpoint/2010/main" val="3209770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0DE9F-294F-8123-A08C-3800C62F34CE}"/>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7D9108E4-6F06-5482-DBA1-1CC32622F261}"/>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E3098091-BF9B-4E82-17CE-9E045175BA84}"/>
              </a:ext>
            </a:extLst>
          </p:cNvPr>
          <p:cNvSpPr>
            <a:spLocks noGrp="1"/>
          </p:cNvSpPr>
          <p:nvPr>
            <p:ph type="ftr" sz="quarter" idx="10"/>
          </p:nvPr>
        </p:nvSpPr>
        <p:spPr/>
        <p:txBody>
          <a:bodyPr/>
          <a:lstStyle/>
          <a:p>
            <a:endParaRPr lang="en-US"/>
          </a:p>
        </p:txBody>
      </p:sp>
      <p:sp>
        <p:nvSpPr>
          <p:cNvPr id="56" name="Text 10">
            <a:extLst>
              <a:ext uri="{FF2B5EF4-FFF2-40B4-BE49-F238E27FC236}">
                <a16:creationId xmlns:a16="http://schemas.microsoft.com/office/drawing/2014/main" id="{C662EBBE-2089-1A4C-A926-257DAE3C49CA}"/>
              </a:ext>
            </a:extLst>
          </p:cNvPr>
          <p:cNvSpPr/>
          <p:nvPr/>
        </p:nvSpPr>
        <p:spPr>
          <a:xfrm>
            <a:off x="406301" y="1844725"/>
            <a:ext cx="3211711" cy="4458146"/>
          </a:xfrm>
          <a:prstGeom prst="roundRect">
            <a:avLst>
              <a:gd name="adj" fmla="val 3954"/>
            </a:avLst>
          </a:prstGeom>
          <a:solidFill>
            <a:srgbClr val="FFFFFF"/>
          </a:solidFill>
          <a:ln w="9525">
            <a:solidFill>
              <a:srgbClr val="D3D7E3"/>
            </a:solidFill>
          </a:ln>
        </p:spPr>
        <p:txBody>
          <a:bodyPr wrap="square" rtlCol="0" anchor="ctr"/>
          <a:lstStyle/>
          <a:p>
            <a:pPr marL="0" indent="0">
              <a:buNone/>
            </a:pPr>
            <a:endParaRPr lang="en-US" dirty="0"/>
          </a:p>
        </p:txBody>
      </p:sp>
      <p:sp>
        <p:nvSpPr>
          <p:cNvPr id="58" name="Text 11">
            <a:extLst>
              <a:ext uri="{FF2B5EF4-FFF2-40B4-BE49-F238E27FC236}">
                <a16:creationId xmlns:a16="http://schemas.microsoft.com/office/drawing/2014/main" id="{0DFD3AF1-3679-46E8-4345-6EBA015B70B4}"/>
              </a:ext>
            </a:extLst>
          </p:cNvPr>
          <p:cNvSpPr/>
          <p:nvPr/>
        </p:nvSpPr>
        <p:spPr>
          <a:xfrm>
            <a:off x="415826" y="1854250"/>
            <a:ext cx="3192661" cy="406301"/>
          </a:xfrm>
          <a:prstGeom prst="rect">
            <a:avLst/>
          </a:prstGeom>
          <a:solidFill>
            <a:srgbClr val="2A2AEA"/>
          </a:solidFill>
          <a:ln/>
        </p:spPr>
        <p:txBody>
          <a:bodyPr wrap="square" rtlCol="0" anchor="ctr"/>
          <a:lstStyle/>
          <a:p>
            <a:pPr marL="0" indent="0">
              <a:buNone/>
            </a:pPr>
            <a:endParaRPr lang="en-US" dirty="0"/>
          </a:p>
        </p:txBody>
      </p:sp>
      <p:sp>
        <p:nvSpPr>
          <p:cNvPr id="59" name="TextBox 58">
            <a:extLst>
              <a:ext uri="{FF2B5EF4-FFF2-40B4-BE49-F238E27FC236}">
                <a16:creationId xmlns:a16="http://schemas.microsoft.com/office/drawing/2014/main" id="{F707A12E-A7DC-A0A2-367A-849A67B17839}"/>
              </a:ext>
            </a:extLst>
          </p:cNvPr>
          <p:cNvSpPr txBox="1"/>
          <p:nvPr/>
        </p:nvSpPr>
        <p:spPr>
          <a:xfrm>
            <a:off x="1096671" y="1938196"/>
            <a:ext cx="2275115" cy="236347"/>
          </a:xfrm>
          <a:prstGeom prst="rect">
            <a:avLst/>
          </a:prstGeom>
        </p:spPr>
        <p:txBody>
          <a:bodyPr wrap="square" lIns="0" tIns="0" rIns="0" bIns="0" rtlCol="0">
            <a:spAutoFit/>
          </a:bodyPr>
          <a:lstStyle/>
          <a:p>
            <a:pPr algn="l">
              <a:lnSpc>
                <a:spcPct val="96000"/>
              </a:lnSpc>
            </a:pPr>
            <a:r>
              <a:rPr lang="es-MX" sz="1600" dirty="0" err="1">
                <a:solidFill>
                  <a:schemeClr val="bg1"/>
                </a:solidFill>
                <a:latin typeface="Microsoft Sans Serif"/>
                <a:cs typeface="Microsoft Sans Serif" panose="020B0604020202020204" pitchFamily="34" charset="0"/>
              </a:rPr>
              <a:t>What</a:t>
            </a:r>
            <a:r>
              <a:rPr lang="es-MX" sz="1600" dirty="0">
                <a:solidFill>
                  <a:schemeClr val="bg1"/>
                </a:solidFill>
                <a:latin typeface="Microsoft Sans Serif"/>
                <a:cs typeface="Microsoft Sans Serif" panose="020B0604020202020204" pitchFamily="34" charset="0"/>
              </a:rPr>
              <a:t> do </a:t>
            </a:r>
            <a:r>
              <a:rPr lang="es-MX" sz="1600" dirty="0" err="1">
                <a:solidFill>
                  <a:schemeClr val="bg1"/>
                </a:solidFill>
                <a:latin typeface="Microsoft Sans Serif"/>
                <a:cs typeface="Microsoft Sans Serif" panose="020B0604020202020204" pitchFamily="34" charset="0"/>
              </a:rPr>
              <a:t>we</a:t>
            </a:r>
            <a:r>
              <a:rPr lang="es-MX" sz="1600" dirty="0">
                <a:solidFill>
                  <a:schemeClr val="bg1"/>
                </a:solidFill>
                <a:latin typeface="Microsoft Sans Serif"/>
                <a:cs typeface="Microsoft Sans Serif" panose="020B0604020202020204" pitchFamily="34" charset="0"/>
              </a:rPr>
              <a:t> </a:t>
            </a:r>
            <a:r>
              <a:rPr lang="es-MX" sz="1600" dirty="0" err="1">
                <a:solidFill>
                  <a:schemeClr val="bg1"/>
                </a:solidFill>
                <a:latin typeface="Microsoft Sans Serif"/>
                <a:cs typeface="Microsoft Sans Serif" panose="020B0604020202020204" pitchFamily="34" charset="0"/>
              </a:rPr>
              <a:t>need</a:t>
            </a:r>
            <a:r>
              <a:rPr lang="es-MX" sz="1600" dirty="0">
                <a:solidFill>
                  <a:schemeClr val="bg1"/>
                </a:solidFill>
                <a:latin typeface="Microsoft Sans Serif"/>
                <a:cs typeface="Microsoft Sans Serif" panose="020B0604020202020204" pitchFamily="34" charset="0"/>
              </a:rPr>
              <a:t>?</a:t>
            </a:r>
            <a:endParaRPr lang="en-US" sz="1600" dirty="0">
              <a:solidFill>
                <a:schemeClr val="bg1"/>
              </a:solidFill>
              <a:latin typeface="Microsoft Sans Serif"/>
              <a:cs typeface="Microsoft Sans Serif" panose="020B0604020202020204" pitchFamily="34" charset="0"/>
            </a:endParaRPr>
          </a:p>
        </p:txBody>
      </p:sp>
      <p:sp>
        <p:nvSpPr>
          <p:cNvPr id="60" name="TextBox 59">
            <a:extLst>
              <a:ext uri="{FF2B5EF4-FFF2-40B4-BE49-F238E27FC236}">
                <a16:creationId xmlns:a16="http://schemas.microsoft.com/office/drawing/2014/main" id="{9F025A68-9025-18CE-BFBE-B06EA5B97E0B}"/>
              </a:ext>
            </a:extLst>
          </p:cNvPr>
          <p:cNvSpPr txBox="1"/>
          <p:nvPr/>
        </p:nvSpPr>
        <p:spPr>
          <a:xfrm>
            <a:off x="494189" y="2362200"/>
            <a:ext cx="3011011" cy="236347"/>
          </a:xfrm>
          <a:prstGeom prst="rect">
            <a:avLst/>
          </a:prstGeom>
        </p:spPr>
        <p:txBody>
          <a:bodyPr wrap="square" lIns="0" tIns="0" rIns="0" bIns="0" rtlCol="0">
            <a:spAutoFit/>
          </a:bodyPr>
          <a:lstStyle/>
          <a:p>
            <a:pPr marL="285750" indent="-285750" algn="l">
              <a:lnSpc>
                <a:spcPct val="96000"/>
              </a:lnSpc>
              <a:buFont typeface="Arial" panose="020B0604020202020204" pitchFamily="34" charset="0"/>
              <a:buChar char="•"/>
            </a:pPr>
            <a:r>
              <a:rPr lang="es-MX" sz="1600" dirty="0">
                <a:solidFill>
                  <a:schemeClr val="tx2"/>
                </a:solidFill>
                <a:latin typeface="Microsoft Sans Serif"/>
                <a:cs typeface="Microsoft Sans Serif" panose="020B0604020202020204" pitchFamily="34" charset="0"/>
              </a:rPr>
              <a:t>Server – </a:t>
            </a:r>
            <a:r>
              <a:rPr lang="es-MX" sz="1600" dirty="0" err="1">
                <a:solidFill>
                  <a:schemeClr val="tx2"/>
                </a:solidFill>
                <a:latin typeface="Microsoft Sans Serif"/>
                <a:cs typeface="Microsoft Sans Serif" panose="020B0604020202020204" pitchFamily="34" charset="0"/>
              </a:rPr>
              <a:t>Upgrade</a:t>
            </a:r>
            <a:endParaRPr lang="es-MX" sz="1600" dirty="0">
              <a:solidFill>
                <a:schemeClr val="tx2"/>
              </a:solidFill>
              <a:latin typeface="Microsoft Sans Serif"/>
              <a:cs typeface="Microsoft Sans Serif" panose="020B0604020202020204" pitchFamily="34" charset="0"/>
            </a:endParaRPr>
          </a:p>
        </p:txBody>
      </p:sp>
      <p:graphicFrame>
        <p:nvGraphicFramePr>
          <p:cNvPr id="61" name="Table 60">
            <a:extLst>
              <a:ext uri="{FF2B5EF4-FFF2-40B4-BE49-F238E27FC236}">
                <a16:creationId xmlns:a16="http://schemas.microsoft.com/office/drawing/2014/main" id="{C9CBF426-9208-B8B2-64D1-1FFD961040EC}"/>
              </a:ext>
            </a:extLst>
          </p:cNvPr>
          <p:cNvGraphicFramePr>
            <a:graphicFrameLocks noGrp="1"/>
          </p:cNvGraphicFramePr>
          <p:nvPr>
            <p:extLst>
              <p:ext uri="{D42A27DB-BD31-4B8C-83A1-F6EECF244321}">
                <p14:modId xmlns:p14="http://schemas.microsoft.com/office/powerpoint/2010/main" val="143569848"/>
              </p:ext>
            </p:extLst>
          </p:nvPr>
        </p:nvGraphicFramePr>
        <p:xfrm>
          <a:off x="2032000" y="719666"/>
          <a:ext cx="8128000" cy="18542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212512461"/>
                    </a:ext>
                  </a:extLst>
                </a:gridCol>
                <a:gridCol w="1625600">
                  <a:extLst>
                    <a:ext uri="{9D8B030D-6E8A-4147-A177-3AD203B41FA5}">
                      <a16:colId xmlns:a16="http://schemas.microsoft.com/office/drawing/2014/main" val="1153316982"/>
                    </a:ext>
                  </a:extLst>
                </a:gridCol>
                <a:gridCol w="1625600">
                  <a:extLst>
                    <a:ext uri="{9D8B030D-6E8A-4147-A177-3AD203B41FA5}">
                      <a16:colId xmlns:a16="http://schemas.microsoft.com/office/drawing/2014/main" val="3609888388"/>
                    </a:ext>
                  </a:extLst>
                </a:gridCol>
                <a:gridCol w="1625600">
                  <a:extLst>
                    <a:ext uri="{9D8B030D-6E8A-4147-A177-3AD203B41FA5}">
                      <a16:colId xmlns:a16="http://schemas.microsoft.com/office/drawing/2014/main" val="2481778836"/>
                    </a:ext>
                  </a:extLst>
                </a:gridCol>
                <a:gridCol w="1625600">
                  <a:extLst>
                    <a:ext uri="{9D8B030D-6E8A-4147-A177-3AD203B41FA5}">
                      <a16:colId xmlns:a16="http://schemas.microsoft.com/office/drawing/2014/main" val="1093024245"/>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785214761"/>
                  </a:ext>
                </a:extLst>
              </a:tr>
              <a:tr h="370840">
                <a:tc>
                  <a:txBody>
                    <a:bodyPr/>
                    <a:lstStyle/>
                    <a:p>
                      <a:r>
                        <a:rPr lang="es-MX"/>
                        <a:t>CPU</a:t>
                      </a:r>
                      <a:endParaRPr lang="en-US" dirty="0"/>
                    </a:p>
                  </a:txBody>
                  <a:tcPr/>
                </a:tc>
                <a:tc>
                  <a:txBody>
                    <a:bodyPr/>
                    <a:lstStyle/>
                    <a:p>
                      <a:r>
                        <a:rPr lang="es-MX" dirty="0"/>
                        <a:t> </a:t>
                      </a:r>
                      <a:r>
                        <a:rPr lang="es-MX" dirty="0" err="1"/>
                        <a:t>cores</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904243980"/>
                  </a:ext>
                </a:extLst>
              </a:tr>
              <a:tr h="370840">
                <a:tc>
                  <a:txBody>
                    <a:bodyPr/>
                    <a:lstStyle/>
                    <a:p>
                      <a:r>
                        <a:rPr lang="es-MX" dirty="0"/>
                        <a:t>Memory</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936953985"/>
                  </a:ext>
                </a:extLst>
              </a:tr>
              <a:tr h="370840">
                <a:tc>
                  <a:txBody>
                    <a:bodyPr/>
                    <a:lstStyle/>
                    <a:p>
                      <a:r>
                        <a:rPr lang="es-MX" dirty="0"/>
                        <a:t>Storage</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917123949"/>
                  </a:ext>
                </a:extLst>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465238538"/>
                  </a:ext>
                </a:extLst>
              </a:tr>
            </a:tbl>
          </a:graphicData>
        </a:graphic>
      </p:graphicFrame>
    </p:spTree>
    <p:extLst>
      <p:ext uri="{BB962C8B-B14F-4D97-AF65-F5344CB8AC3E}">
        <p14:creationId xmlns:p14="http://schemas.microsoft.com/office/powerpoint/2010/main" val="354170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Qualcomm Corporate Template - 2024">
  <a:themeElements>
    <a:clrScheme name="Qualcomm Masterbrand Template 1">
      <a:dk1>
        <a:srgbClr val="000000"/>
      </a:dk1>
      <a:lt1>
        <a:srgbClr val="FFFFFF"/>
      </a:lt1>
      <a:dk2>
        <a:srgbClr val="020B3F"/>
      </a:dk2>
      <a:lt2>
        <a:srgbClr val="EFF1F5"/>
      </a:lt2>
      <a:accent1>
        <a:srgbClr val="2A2AEA"/>
      </a:accent1>
      <a:accent2>
        <a:srgbClr val="000C3F"/>
      </a:accent2>
      <a:accent3>
        <a:srgbClr val="010101"/>
      </a:accent3>
      <a:accent4>
        <a:srgbClr val="833AFF"/>
      </a:accent4>
      <a:accent5>
        <a:srgbClr val="F5EF32"/>
      </a:accent5>
      <a:accent6>
        <a:srgbClr val="D3D7E3"/>
      </a:accent6>
      <a:hlink>
        <a:srgbClr val="3253DC"/>
      </a:hlink>
      <a:folHlink>
        <a:srgbClr val="7BA0FF"/>
      </a:folHlink>
    </a:clrScheme>
    <a:fontScheme name="Custom 2">
      <a:majorFont>
        <a:latin typeface="Aptos Display"/>
        <a:ea typeface=""/>
        <a:cs typeface=""/>
      </a:majorFont>
      <a:minorFont>
        <a:latin typeface="Apto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6000"/>
          </a:lnSpc>
          <a:defRPr dirty="0" err="1">
            <a:solidFill>
              <a:schemeClr val="bg1"/>
            </a:solidFill>
            <a:latin typeface="Microsoft Sans Serif"/>
            <a:cs typeface="Microsoft Sans Serif"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tx2"/>
          </a:solidFill>
          <a:round/>
          <a:headEnd type="none" w="med" len="sm"/>
          <a:tailEnd type="none" w="sm" len="sm"/>
        </a:ln>
      </a:spPr>
      <a:bodyPr/>
      <a:lstStyle/>
      <a:style>
        <a:lnRef idx="1">
          <a:schemeClr val="accent1"/>
        </a:lnRef>
        <a:fillRef idx="0">
          <a:schemeClr val="accent1"/>
        </a:fillRef>
        <a:effectRef idx="0">
          <a:schemeClr val="accent1"/>
        </a:effectRef>
        <a:fontRef idx="minor">
          <a:schemeClr val="tx1"/>
        </a:fontRef>
      </a:style>
    </a:lnDef>
    <a:txDef>
      <a:spPr/>
      <a:bodyPr wrap="none" lIns="0" tIns="0" rIns="0" bIns="0" rtlCol="0">
        <a:spAutoFit/>
      </a:bodyPr>
      <a:lstStyle>
        <a:defPPr algn="l">
          <a:lnSpc>
            <a:spcPct val="96000"/>
          </a:lnSpc>
          <a:defRPr sz="1600" dirty="0" smtClean="0">
            <a:solidFill>
              <a:srgbClr val="000000"/>
            </a:solidFill>
            <a:latin typeface="Aptos" panose="020B0004020202020204" pitchFamily="34" charset="0"/>
            <a:cs typeface="Microsoft Sans Serif" panose="020B0604020202020204" pitchFamily="34" charset="0"/>
          </a:defRPr>
        </a:defPPr>
      </a:lstStyle>
    </a:txDef>
  </a:objectDefaults>
  <a:extraClrSchemeLst/>
  <a:extLst>
    <a:ext uri="{05A4C25C-085E-4340-85A3-A5531E510DB2}">
      <thm15:themeFamily xmlns:thm15="http://schemas.microsoft.com/office/thememl/2012/main" name="Qualcomm_Corporate_Public_Template-May2022_v05.pptx" id="{B6292C64-45BD-4438-A630-C115E19A8AF0}" vid="{A6907F1E-110C-4DB9-A093-5C34582A1304}"/>
    </a:ext>
  </a:extLst>
</a:theme>
</file>

<file path=ppt/theme/theme2.xml><?xml version="1.0" encoding="utf-8"?>
<a:theme xmlns:a="http://schemas.openxmlformats.org/drawingml/2006/main" name="Snapdragon Template - December 2025">
  <a:themeElements>
    <a:clrScheme name="Snapdragon">
      <a:dk1>
        <a:srgbClr val="000000"/>
      </a:dk1>
      <a:lt1>
        <a:srgbClr val="FFFFFF"/>
      </a:lt1>
      <a:dk2>
        <a:srgbClr val="E71324"/>
      </a:dk2>
      <a:lt2>
        <a:srgbClr val="DCE2E9"/>
      </a:lt2>
      <a:accent1>
        <a:srgbClr val="E61224"/>
      </a:accent1>
      <a:accent2>
        <a:srgbClr val="92001D"/>
      </a:accent2>
      <a:accent3>
        <a:srgbClr val="FF9D00"/>
      </a:accent3>
      <a:accent4>
        <a:srgbClr val="500010"/>
      </a:accent4>
      <a:accent5>
        <a:srgbClr val="A200ED"/>
      </a:accent5>
      <a:accent6>
        <a:srgbClr val="00B0F2"/>
      </a:accent6>
      <a:hlink>
        <a:srgbClr val="E51124"/>
      </a:hlink>
      <a:folHlink>
        <a:srgbClr val="E51124"/>
      </a:folHlink>
    </a:clrScheme>
    <a:fontScheme name="Office">
      <a:majorFont>
        <a:latin typeface="Aptos Display Bold" panose="020B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cap="sq">
          <a:noFill/>
          <a:miter lim="800000"/>
        </a:ln>
      </a:spPr>
      <a:bodyPr rtlCol="0" anchor="ctr"/>
      <a:lstStyle>
        <a:defPPr algn="ctr">
          <a:lnSpc>
            <a:spcPct val="90000"/>
          </a:lnSpc>
          <a:spcBef>
            <a:spcPts val="1600"/>
          </a:spcBef>
          <a:defRPr sz="1400" dirty="0">
            <a:solidFill>
              <a:schemeClr val="bg1"/>
            </a:solidFill>
            <a:cs typeface="Rubik Light" pitchFamily="2" charset="-79"/>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sq">
          <a:solidFill>
            <a:schemeClr val="bg2">
              <a:lumMod val="90000"/>
            </a:schemeClr>
          </a:solidFill>
          <a:miter lim="800000"/>
          <a:headEnd type="none" w="med" len="sm"/>
          <a:tailEnd type="none" w="sm" len="sm"/>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a:spAutoFit/>
      </a:bodyPr>
      <a:lstStyle>
        <a:defPPr marL="0" indent="0" algn="l">
          <a:lnSpc>
            <a:spcPct val="102000"/>
          </a:lnSpc>
          <a:buNone/>
          <a:defRPr sz="1400" dirty="0">
            <a:solidFill>
              <a:schemeClr val="tx1"/>
            </a:solidFill>
            <a:latin typeface="+mn-lt"/>
          </a:defRPr>
        </a:defPPr>
      </a:lstStyle>
    </a:txDef>
  </a:objectDefaults>
  <a:extraClrSchemeLst/>
  <a:custClrLst>
    <a:custClr name="Snapdragon Deep Red">
      <a:srgbClr val="500010"/>
    </a:custClr>
    <a:custClr name="Snapdragon Dark Red">
      <a:srgbClr val="92001D"/>
    </a:custClr>
    <a:custClr name="Snapdragon Red">
      <a:srgbClr val="E71324"/>
    </a:custClr>
    <a:custClr name="Data Red 1">
      <a:srgbClr val="FA4E56"/>
    </a:custClr>
    <a:custClr name="Data Red 2">
      <a:srgbClr val="FF8389"/>
    </a:custClr>
    <a:custClr name="Data Red 3">
      <a:srgbClr val="FFB3B8"/>
    </a:custClr>
    <a:custClr name="Data Red 4">
      <a:srgbClr val="FFD6D9"/>
    </a:custClr>
  </a:custClrLst>
  <a:extLst>
    <a:ext uri="{05A4C25C-085E-4340-85A3-A5531E510DB2}">
      <thm15:themeFamily xmlns:thm15="http://schemas.microsoft.com/office/thememl/2012/main" name="Qualcomm_Snapdragon-Template-FY26_v05_Confidential" id="{D8C6C689-5ACC-DC45-92C6-C7C51EF2992D}" vid="{85BC6FC2-D9B9-494C-ABB9-AA322C3EEBB4}"/>
    </a:ext>
  </a:extLst>
</a:theme>
</file>

<file path=ppt/theme/theme3.xml><?xml version="1.0" encoding="utf-8"?>
<a:theme xmlns:a="http://schemas.openxmlformats.org/drawingml/2006/main" name="Dragonwing Template - 2025">
  <a:themeElements>
    <a:clrScheme name="Dragonwing Template 2025">
      <a:dk1>
        <a:srgbClr val="000000"/>
      </a:dk1>
      <a:lt1>
        <a:srgbClr val="FFFFFF"/>
      </a:lt1>
      <a:dk2>
        <a:srgbClr val="2F007B"/>
      </a:dk2>
      <a:lt2>
        <a:srgbClr val="DBE1E9"/>
      </a:lt2>
      <a:accent1>
        <a:srgbClr val="30007C"/>
      </a:accent1>
      <a:accent2>
        <a:srgbClr val="5B0CD9"/>
      </a:accent2>
      <a:accent3>
        <a:srgbClr val="2E353B"/>
      </a:accent3>
      <a:accent4>
        <a:srgbClr val="56636E"/>
      </a:accent4>
      <a:accent5>
        <a:srgbClr val="9BA6B1"/>
      </a:accent5>
      <a:accent6>
        <a:srgbClr val="C0C8D0"/>
      </a:accent6>
      <a:hlink>
        <a:srgbClr val="3253DC"/>
      </a:hlink>
      <a:folHlink>
        <a:srgbClr val="7BA0FF"/>
      </a:folHlink>
    </a:clrScheme>
    <a:fontScheme name="Office">
      <a:majorFont>
        <a:latin typeface="Aptos SemiBold" panose="020B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cap="sq">
          <a:noFill/>
          <a:miter lim="800000"/>
        </a:ln>
      </a:spPr>
      <a:bodyPr rtlCol="0" anchor="ctr"/>
      <a:lstStyle>
        <a:defPPr algn="ctr">
          <a:lnSpc>
            <a:spcPct val="90000"/>
          </a:lnSpc>
          <a:spcBef>
            <a:spcPts val="1600"/>
          </a:spcBef>
          <a:defRPr sz="1200">
            <a:solidFill>
              <a:schemeClr val="bg1"/>
            </a:solidFill>
            <a:cs typeface="Aptos" pitchFamily="2" charset="-79"/>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sq">
          <a:solidFill>
            <a:schemeClr val="tx2"/>
          </a:solidFill>
          <a:miter lim="800000"/>
          <a:headEnd type="none" w="med" len="sm"/>
          <a:tailEnd type="none" w="sm" len="sm"/>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200" dirty="0" smtClean="0"/>
        </a:defPPr>
      </a:lstStyle>
    </a:txDef>
  </a:objectDefaults>
  <a:extraClrSchemeLst/>
  <a:custClrLst>
    <a:custClr name="Amber">
      <a:srgbClr val="FF8300"/>
    </a:custClr>
    <a:custClr name="Orange">
      <a:srgbClr val="FF5F00"/>
    </a:custClr>
  </a:custClrLst>
  <a:extLst>
    <a:ext uri="{05A4C25C-085E-4340-85A3-A5531E510DB2}">
      <thm15:themeFamily xmlns:thm15="http://schemas.microsoft.com/office/thememl/2012/main" name="TemplafyTEST_Dragonwing Template_Confidential-16x9" id="{10206BED-9CED-D24C-8FCA-85C3239A7760}" vid="{ED8989AE-E59A-CA4A-8958-4981C06F386A}"/>
    </a:ext>
  </a:extLst>
</a:theme>
</file>

<file path=ppt/theme/theme4.xml><?xml version="1.0" encoding="utf-8"?>
<a:theme xmlns:a="http://schemas.openxmlformats.org/drawingml/2006/main" name="Qualcomm Corporate Confidential Template - May2022">
  <a:themeElements>
    <a:clrScheme name="Qualcomm 2022">
      <a:dk1>
        <a:srgbClr val="13161E"/>
      </a:dk1>
      <a:lt1>
        <a:srgbClr val="F7F8FA"/>
      </a:lt1>
      <a:dk2>
        <a:srgbClr val="0B2742"/>
      </a:dk2>
      <a:lt2>
        <a:srgbClr val="E71324"/>
      </a:lt2>
      <a:accent1>
        <a:srgbClr val="2853DC"/>
      </a:accent1>
      <a:accent2>
        <a:srgbClr val="7BA0FF"/>
      </a:accent2>
      <a:accent3>
        <a:srgbClr val="39A3B5"/>
      </a:accent3>
      <a:accent4>
        <a:srgbClr val="82CBD7"/>
      </a:accent4>
      <a:accent5>
        <a:srgbClr val="4A5A75"/>
      </a:accent5>
      <a:accent6>
        <a:srgbClr val="ACBACF"/>
      </a:accent6>
      <a:hlink>
        <a:srgbClr val="3253DC"/>
      </a:hlink>
      <a:folHlink>
        <a:srgbClr val="7BA0FF"/>
      </a:folHlink>
    </a:clrScheme>
    <a:fontScheme name="Qualcomm">
      <a:majorFont>
        <a:latin typeface="Microsoft Sans Serif"/>
        <a:ea typeface=""/>
        <a:cs typeface=""/>
      </a:majorFont>
      <a:minorFont>
        <a:latin typeface="Microsoft Sans Serif"/>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96000"/>
          </a:lnSpc>
          <a:defRPr dirty="0" err="1">
            <a:solidFill>
              <a:schemeClr val="bg1"/>
            </a:solidFill>
            <a:latin typeface="Microsoft Sans Serif"/>
            <a:cs typeface="Microsoft Sans Serif"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6"/>
          </a:solidFill>
          <a:round/>
          <a:headEnd type="none" w="med" len="sm"/>
          <a:tailEnd type="none" w="sm" len="sm"/>
        </a:ln>
      </a:spPr>
      <a:bodyPr/>
      <a:lstStyle/>
      <a:style>
        <a:lnRef idx="1">
          <a:schemeClr val="accent1"/>
        </a:lnRef>
        <a:fillRef idx="0">
          <a:schemeClr val="accent1"/>
        </a:fillRef>
        <a:effectRef idx="0">
          <a:schemeClr val="accent1"/>
        </a:effectRef>
        <a:fontRef idx="minor">
          <a:schemeClr val="tx1"/>
        </a:fontRef>
      </a:style>
    </a:lnDef>
    <a:txDef>
      <a:spPr/>
      <a:bodyPr wrap="square" lIns="0" tIns="0" rIns="0" bIns="0" rtlCol="0">
        <a:spAutoFit/>
      </a:bodyPr>
      <a:lstStyle>
        <a:defPPr algn="l">
          <a:lnSpc>
            <a:spcPct val="96000"/>
          </a:lnSpc>
          <a:defRPr sz="1600" dirty="0" smtClean="0">
            <a:solidFill>
              <a:schemeClr val="tx2"/>
            </a:solidFill>
            <a:latin typeface="Microsoft Sans Serif"/>
            <a:cs typeface="Microsoft Sans Serif" panose="020B0604020202020204" pitchFamily="34" charset="0"/>
          </a:defRPr>
        </a:defPPr>
      </a:lstStyle>
    </a:txDef>
  </a:objectDefaults>
  <a:extraClrSchemeLst/>
  <a:extLst>
    <a:ext uri="{05A4C25C-085E-4340-85A3-A5531E510DB2}">
      <thm15:themeFamily xmlns:thm15="http://schemas.microsoft.com/office/thememl/2012/main" name="SIMPLIFIED_Qualcomm_Corporate_Confidential_Template-May2022_v05.pptx" id="{EF405156-F952-4019-A835-55916C45E21F}" vid="{513AEE75-FBD9-4D23-BE5F-D0C023114B7A}"/>
    </a:ext>
  </a:extLst>
</a:theme>
</file>

<file path=ppt/theme/theme5.xml><?xml version="1.0" encoding="utf-8"?>
<a:theme xmlns:a="http://schemas.openxmlformats.org/drawingml/2006/main" name="Office Theme">
  <a:themeElements>
    <a:clrScheme name="Qualcomm 2019">
      <a:dk1>
        <a:srgbClr val="0E2C3A"/>
      </a:dk1>
      <a:lt1>
        <a:srgbClr val="F8F9FA"/>
      </a:lt1>
      <a:dk2>
        <a:srgbClr val="664C81"/>
      </a:dk2>
      <a:lt2>
        <a:srgbClr val="E04F4F"/>
      </a:lt2>
      <a:accent1>
        <a:srgbClr val="3253DC"/>
      </a:accent1>
      <a:accent2>
        <a:srgbClr val="7BA0FF"/>
      </a:accent2>
      <a:accent3>
        <a:srgbClr val="3BA9BB"/>
      </a:accent3>
      <a:accent4>
        <a:srgbClr val="86CDD9"/>
      </a:accent4>
      <a:accent5>
        <a:srgbClr val="4B5A75"/>
      </a:accent5>
      <a:accent6>
        <a:srgbClr val="B1BBCD"/>
      </a:accent6>
      <a:hlink>
        <a:srgbClr val="3253DC"/>
      </a:hlink>
      <a:folHlink>
        <a:srgbClr val="7BA0FF"/>
      </a:folHlink>
    </a:clrScheme>
    <a:fontScheme name="Qualcomm 2019">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Qualcomm 2019">
      <a:dk1>
        <a:srgbClr val="0E2C3A"/>
      </a:dk1>
      <a:lt1>
        <a:srgbClr val="F8F9FA"/>
      </a:lt1>
      <a:dk2>
        <a:srgbClr val="664C81"/>
      </a:dk2>
      <a:lt2>
        <a:srgbClr val="E04F4F"/>
      </a:lt2>
      <a:accent1>
        <a:srgbClr val="3253DC"/>
      </a:accent1>
      <a:accent2>
        <a:srgbClr val="7BA0FF"/>
      </a:accent2>
      <a:accent3>
        <a:srgbClr val="3BA9BB"/>
      </a:accent3>
      <a:accent4>
        <a:srgbClr val="86CDD9"/>
      </a:accent4>
      <a:accent5>
        <a:srgbClr val="4B5A75"/>
      </a:accent5>
      <a:accent6>
        <a:srgbClr val="B1BBCD"/>
      </a:accent6>
      <a:hlink>
        <a:srgbClr val="3253DC"/>
      </a:hlink>
      <a:folHlink>
        <a:srgbClr val="7BA0FF"/>
      </a:folHlink>
    </a:clrScheme>
    <a:fontScheme name="Qualcomm 2019">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item1.xml>
</file>

<file path=customXml/item2.xml><?xml version="1.0" encoding="utf-8"?>
<TemplafySlideTemplateConfiguration><![CDATA[{"slideVersion":4,"isValidatorEnabled":false,"isLocked":false,"elementsMetadata":[],"slideId":"1021876348805709832","enableDocumentContentUpdater":false,"version":"2.0"}]]></TemplafySlideTemplateConfiguration>
</file>

<file path=customXml/item3.xml><?xml version="1.0" encoding="utf-8"?>
<TemplafyTemplateConfiguration><![CDATA[{"elementsMetadata":[{"type":"shape","id":"1eb18c22-307f-40e5-8dd3-32c2b483e331","elementConfiguration":{"binding":"{{Translate(\"Confidential\", \"En-GB\")}}","visibility":"{{IfElse(Form.Classification, VisibilityType.Visible,VisibilityType.Hidden)}}","type":"text","disableUpdates":false}},{"type":"shape","id":"d21e86a5-9f56-49ba-ae40-e82d3f392234","elementConfiguration":{"binding":"{{Translate(\"Confidential\", \"En-GB\")}}","visibility":"{{IfElse(Form.Classification, VisibilityType.Visible,VisibilityType.Hidden)}}","type":"text","disableUpdates":false}},{"type":"shape","id":"0c85fbff-bbe8-480d-8a9a-1df73d2d1e00","elementConfiguration":{"binding":"{{Translate(\"Confidential\", \"En-GB\")}}","visibility":"{{IfElse(Form.Classification, VisibilityType.Visible,VisibilityType.Hidden)}}","type":"text","disableUpdates":false}},{"type":"shape","id":"ff5d9c7f-ae73-4a85-9b0b-6d9791cdd1dd","elementConfiguration":{"binding":"{{Translate(\"Confidential\", \"En-GB\")}}","visibility":"{{IfElse(Form.Classification, VisibilityType.Visible,VisibilityType.Hidden)}}","type":"text","disableUpdates":false}},{"type":"shape","id":"ed06f2c1-f6ef-41fc-93ae-164c92b36c21","elementConfiguration":{"binding":"{{Translate(\"Confidential\", \"En-GB\")}}","visibility":"{{IfElse(Form.Classification, VisibilityType.Visible,VisibilityType.Hidden)}}","type":"text","disableUpdates":false}},{"type":"shape","id":"202d23ad-c584-4ce4-bbdb-f972286176be","elementConfiguration":{"binding":"{{Translate(\"Confidential\", \"En-GB\")}}","visibility":"{{IfElse(Form.Classification, VisibilityType.Visible,VisibilityType.Hidden)}}","type":"text","disableUpdates":false}},{"type":"shape","id":"f9a9de8d-f16f-4d52-b3a3-f9408a7586bf","elementConfiguration":{"binding":"{{Translate(\"Confidential\", \"En-GB\")}}","visibility":"{{IfElse(Form.Classification, VisibilityType.Visible,VisibilityType.Hidden)}}","type":"text","disableUpdates":false}},{"type":"shape","id":"fb2dc00c-022d-4be6-aecb-6e634ccd6692","elementConfiguration":{"binding":"{{Translate(\"Confidential\", \"En-GB\")}}","visibility":"{{IfElse(Form.Classification, VisibilityType.Visible,VisibilityType.Hidden)}}","type":"text","disableUpdates":false}},{"type":"shape","id":"44937968-7fcb-48ce-9c5d-c09593c2dc19","elementConfiguration":{"binding":"{{Translate(\"Confidential\", \"En-GB\")}}","visibility":"{{IfElse(Form.Classification, VisibilityType.Visible,VisibilityType.Hidden)}}","type":"text","disableUpdates":false}},{"type":"shape","id":"77762a14-d0f3-4a4d-a11c-f43c8291eede","elementConfiguration":{"binding":"{{Translate(\"Confidential\", \"En-GB\")}}","visibility":"{{IfElse(Form.Classification, VisibilityType.Visible,VisibilityType.Hidden)}}","type":"text","disableUpdates":false}},{"type":"shape","id":"5c86d276-8b5a-4e38-8e4c-1d6aabc6bd68","elementConfiguration":{"binding":"{{Translate(\"Confidential\", \"En-GB\")}}","visibility":"{{IfElse(Form.Classification, VisibilityType.Visible,VisibilityType.Hidden)}}","type":"text","disableUpdates":false}},{"type":"shape","id":"8c4fd338-daf0-4af1-9ba5-402a485adb90","elementConfiguration":{"binding":"{{Translate(\"Confidential\", \"En-GB\")}}","visibility":"{{IfElse(Form.Classification, VisibilityType.Visible,VisibilityType.Hidden)}}","type":"text","disableUpdates":false}},{"type":"shape","id":"81ef32f2-2cbd-4fcf-9819-d626080c73a4","elementConfiguration":{"binding":"{{Translate(\"Confidential\", \"En-GB\")}}","visibility":"{{IfElse(Form.Classification, VisibilityType.Visible,VisibilityType.Hidden)}}","type":"text","disableUpdates":false}},{"type":"shape","id":"6568ceae-27b9-4273-a4b1-04b19abcec6c","elementConfiguration":{"binding":"{{Translate(\"Confidential\", \"En-GB\")}}","visibility":"{{IfElse(Form.Classification, VisibilityType.Visible,VisibilityType.Hidden)}}","type":"text","disableUpdates":false}},{"type":"shape","id":"1abf5085-354d-4f2a-97ea-fa8a3284e34f","elementConfiguration":{"binding":"{{Translate(\"Confidential\", \"En-GB\")}}","visibility":"{{IfElse(Form.Classification, VisibilityType.Visible,VisibilityType.Hidden)}}","type":"text","disableUpdates":false}},{"type":"shape","id":"b421283c-1a83-4d7b-bbd4-22a85946757b","elementConfiguration":{"binding":"{{Translate(\"Confidential\", \"En-GB\")}}","visibility":"{{IfElse(Form.Classification, VisibilityType.Visible,VisibilityType.Hidden)}}","type":"text","disableUpdates":false}},{"type":"shape","id":"fa1a8f1e-e80a-4c15-9e9d-d578fb996253","elementConfiguration":{"binding":"{{Translate(\"Confidential\", \"En-GB\")}}","visibility":"{{IfElse(Form.Classification, VisibilityType.Visible,VisibilityType.Hidden)}}","type":"text","disableUpdates":false}},{"type":"shape","id":"c91ffa8b-06b3-4e82-bfcc-7eb34878de24","elementConfiguration":{"binding":"{{Translate(\"Confidential\", \"En-GB\")}}","visibility":"{{IfElse(Form.Classification, VisibilityType.Visible,VisibilityType.Hidden)}}","type":"text","disableUpdates":false}},{"type":"shape","id":"e1ae85c2-4124-4ae3-9519-92b564c82700","elementConfiguration":{"binding":"{{Translate(\"Confidential\", \"En-GB\")}}","visibility":"{{IfElse(Form.Classification, VisibilityType.Visible,VisibilityType.Hidden)}}","type":"text","disableUpdates":false}},{"type":"shape","id":"6a24644e-82f2-4717-acc0-0c76eb839c8b","elementConfiguration":{"binding":"{{Translate(\"Confidential\", \"En-GB\")}}","visibility":"{{IfElse(Form.Classification, VisibilityType.Visible,VisibilityType.Hidden)}}","type":"text","disableUpdates":false}},{"type":"shape","id":"bee3be24-51bd-45d0-ad0c-3b8a3cbd1e45","elementConfiguration":{"binding":"{{Translate(\"Confidential\", \"En-GB\")}}","visibility":"{{IfElse(Form.Classification, VisibilityType.Visible,VisibilityType.Hidden)}}","type":"text","disableUpdates":false}},{"type":"shape","id":"4b3d034d-e18b-4ce8-8781-5774708c6264","elementConfiguration":{"binding":"{{Translate(\"Confidential\", \"En-GB\")}}","visibility":"{{IfElse(Form.Classification, VisibilityType.Visible,VisibilityType.Hidden)}}","type":"text","disableUpdates":false}},{"type":"shape","id":"8b0590d2-1d63-4707-ac6f-47d52ae61c82","elementConfiguration":{"binding":"{{Translate(\"Confidential\", \"En-GB\")}}","visibility":"{{IfElse(Form.Classification, VisibilityType.Visible,VisibilityType.Hidden)}}","type":"text","disableUpdates":false}},{"type":"shape","id":"8916d6c0-f538-4272-98b6-f58f275cdd51","elementConfiguration":{"binding":"{{Translate(\"Confidential\", \"En-GB\")}}","visibility":"{{IfElse(Form.Classification, VisibilityType.Visible,VisibilityType.Hidden)}}","type":"text","disableUpdates":false}},{"type":"shape","id":"040ca116-f5e0-49c7-8b00-6c3fb3296b83","elementConfiguration":{"binding":"{{Translate(\"Confidential\", \"En-GB\")}}","visibility":"{{IfElse(Form.Classification, VisibilityType.Visible,VisibilityType.Hidden)}}","type":"text","disableUpdates":false}},{"type":"shape","id":"a1833081-a1c2-425d-a294-65648419571b","elementConfiguration":{"binding":"{{Translate(\"Confidential\", \"En-GB\")}}","visibility":"{{IfElse(Form.Classification, VisibilityType.Visible,VisibilityType.Hidden)}}","type":"text","disableUpdates":false}},{"type":"shape","id":"50c73607-2ac0-4a7b-8b70-2fed9c8c923d","elementConfiguration":{"binding":"{{Translate(\"Confidential\", \"En-GB\")}}","visibility":"{{IfElse(Form.Classification, VisibilityType.Visible,VisibilityType.Hidden)}}","type":"text","disableUpdates":false}},{"type":"shape","id":"0a414bd9-e94c-4ceb-aa71-2b9f9c41a0b0","elementConfiguration":{"binding":"{{Translate(\"Confidential\", \"En-GB\")}}","visibility":"{{IfElse(Form.Classification, VisibilityType.Visible,VisibilityType.Hidden)}}","type":"text","disableUpdates":false}},{"type":"shape","id":"3705dede-4730-40f1-adda-1124603f2ee8","elementConfiguration":{"binding":"{{Translate(\"Confidential\", \"En-GB\")}}","visibility":"{{IfElse(Form.Classification, VisibilityType.Visible,VisibilityType.Hidden)}}","type":"text","disableUpdates":false}},{"type":"shape","id":"5674988e-74d4-47e1-9f9d-0907d80d9ebb","elementConfiguration":{"binding":"{{Translate(\"Confidential\", \"En-GB\")}}","visibility":"{{IfElse(Form.Classification, VisibilityType.Visible,VisibilityType.Hidden)}}","type":"text","disableUpdates":false}},{"type":"shape","id":"4c9f8267-32f0-46e8-927f-3c919eefe651","elementConfiguration":{"binding":"{{Translate(\"Confidential\", \"En-GB\")}}","visibility":"{{IfElse(Form.Classification, VisibilityType.Visible,VisibilityType.Hidden)}}","type":"text","disableUpdates":false}},{"type":"shape","id":"7b1184ab-9f47-4af2-9f1e-7d72b4103c7f","elementConfiguration":{"binding":"{{Translate(\"Confidential\", \"En-GB\")}}","visibility":"{{IfElse(Form.Classification, VisibilityType.Visible,VisibilityType.Hidden)}}","type":"text","disableUpdates":false}},{"type":"shape","id":"1b289fbf-7133-4dc5-b805-0bcda9933348","elementConfiguration":{"binding":"{{Translate(\"Confidential\", \"En-GB\")}}","visibility":"{{IfElse(Form.Classification, VisibilityType.Visible,VisibilityType.Hidden)}}","type":"text","disableUpdates":false}},{"type":"shape","id":"f82a57c2-7924-48c0-b65d-a58e824fe52a","elementConfiguration":{"binding":"{{Translate(\"Confidential\", \"En-GB\")}}","visibility":"{{IfElse(Form.Classification, VisibilityType.Visible,VisibilityType.Hidden)}}","type":"text","disableUpdates":false}},{"type":"shape","id":"07aba393-fc4e-4528-bdac-8c9043605601","elementConfiguration":{"binding":"{{Translate(\"Confidential\", \"En-GB\")}}","visibility":"{{IfElse(Form.Classification, VisibilityType.Visible,VisibilityType.Hidden)}}","type":"text","disableUpdates":false}},{"type":"shape","id":"3751bca0-a368-4324-afa2-4b1824e3a767","elementConfiguration":{"binding":"{{Translate(\"Confidential\", \"En-GB\")}}","visibility":"{{IfElse(Form.Classification, VisibilityType.Visible,VisibilityType.Hidden)}}","type":"text","disableUpdates":false}},{"type":"shape","id":"acab10b7-e286-497d-b27b-85b64c337770","elementConfiguration":{"binding":"{{Translate(\"Confidential\", \"En-GB\")}}","visibility":"{{IfElse(Form.Classification, VisibilityType.Visible,VisibilityType.Hidden)}}","type":"text","disableUpdates":false}},{"type":"shape","id":"556681d1-b83c-4057-bc36-61374e699e38","elementConfiguration":{"binding":"{{Translate(\"Confidential\", \"En-GB\")}}","visibility":"{{IfElse(Form.Classification, VisibilityType.Visible,VisibilityType.Hidden)}}","type":"text","disableUpdates":false}},{"type":"shape","id":"d5f5dc7d-0c59-4498-adf8-22d3cbef54c4","elementConfiguration":{"binding":"{{Translate(\"Confidential\", \"En-GB\")}}","visibility":"{{IfElse(Form.Classification, VisibilityType.Visible,VisibilityType.Hidden)}}","type":"text","disableUpdates":false}},{"type":"shape","id":"d2245315-8176-43c3-8ac1-a84735d2370f","elementConfiguration":{"binding":"{{Translate(\"Confidential\", \"En-GB\")}}","visibility":"{{IfElse(Form.Classification, VisibilityType.Visible,VisibilityType.Hidden)}}","type":"text","disableUpdates":false}},{"type":"shape","id":"1debf8e0-8888-4b5b-a3ca-3b70cca324db","elementConfiguration":{"binding":"{{Translate(\"Confidential\", \"En-GB\")}}","visibility":"{{IfElse(Form.Classification, VisibilityType.Visible,VisibilityType.Hidden)}}","type":"text","disableUpdates":false}},{"type":"shape","id":"83ffefea-b5b1-479d-813d-a6c79f8c1c34","elementConfiguration":{"binding":"{{Translate(\"Confidential\", \"En-GB\")}}","visibility":"{{IfElse(Form.Classification, VisibilityType.Visible,VisibilityType.Hidden)}}","type":"text","disableUpdates":false}},{"type":"shape","id":"5e874f3e-5083-4f6a-b5c4-9deb1d2af928","elementConfiguration":{"binding":"{{Translate(\"Confidential\", \"En-GB\")}}","visibility":"{{IfElse(Form.Classification, VisibilityType.Visible,VisibilityType.Hidden)}}","type":"text","disableUpdates":false}},{"type":"shape","id":"84c81dad-d3bd-4911-8fe8-6938f8ea2a59","elementConfiguration":{"binding":"{{Translate(\"Confidential\", \"En-GB\")}}","visibility":"{{IfElse(Form.Classification, VisibilityType.Visible,VisibilityType.Hidden)}}","type":"text","disableUpdates":false}},{"type":"shape","id":"367b6e51-7fb3-444c-b800-ae3802763796","elementConfiguration":{"binding":"{{Translate(\"Confidential\", \"En-GB\")}}","visibility":"{{IfElse(Form.Classification, VisibilityType.Visible,VisibilityType.Hidden)}}","type":"text","disableUpdates":false}},{"type":"shape","id":"f692c947-f6d5-4523-96bc-f4dbf70f34ec","elementConfiguration":{"binding":"{{Translate(\"Confidential\", \"En-GB\")}}","visibility":"{{IfElse(Form.Classification, VisibilityType.Visible,VisibilityType.Hidden)}}","type":"text","disableUpdates":false}},{"type":"shape","id":"c6b0f4a9-2e4c-4dca-94ab-f861124e169f","elementConfiguration":{"binding":"{{Translate(\"Confidential\", \"En-GB\")}}","visibility":"{{IfElse(Form.Classification, VisibilityType.Visible,VisibilityType.Hidden)}}","type":"text","disableUpdates":false}},{"type":"shape","id":"8ddb89da-d79c-4d93-8296-e38df7c2fced","elementConfiguration":{"binding":"{{Translate(\"Confidential\", \"En-GB\")}}","visibility":"{{IfElse(Form.Classification, VisibilityType.Visible,VisibilityType.Hidden)}}","type":"text","disableUpdates":false}},{"type":"shape","id":"f4041814-8144-43f4-8057-8abc4456917e","elementConfiguration":{"binding":"{{Translate(\"Confidential\", \"En-GB\")}}","visibility":"{{IfElse(Form.Classification, VisibilityType.Visible,VisibilityType.Hidden)}}","type":"text","disableUpdates":false}},{"type":"shape","id":"02dfba46-696a-4afe-b5fd-735584f16f3e","elementConfiguration":{"binding":"{{Translate(\"Confidential\", \"En-GB\")}}","visibility":"{{IfElse(Form.Classification, VisibilityType.Visible,VisibilityType.Hidden)}}","type":"text","disableUpdates":false}},{"type":"shape","id":"5f80d0c1-ed5d-4270-aed7-4529caf71848","elementConfiguration":{"binding":"{{Translate(\"Confidential\", \"En-GB\")}}","visibility":"{{IfElse(Form.Classification, VisibilityType.Visible,VisibilityType.Hidden)}}","type":"text","disableUpdates":false}},{"type":"shape","id":"f00233ae-8979-4865-a072-ee582e2d059b","elementConfiguration":{"binding":"{{Translate(\"Confidential\", \"En-GB\")}}","visibility":"{{IfElse(Form.Classification, VisibilityType.Visible,VisibilityType.Hidden)}}","type":"text","disableUpdates":false}},{"type":"shape","id":"cc28a41e-6027-4a4f-be20-a4f6a08b7793","elementConfiguration":{"binding":"{{Translate(\"Confidential\", \"En-GB\")}}","visibility":"{{IfElse(Form.Classification, VisibilityType.Visible,VisibilityType.Hidden)}}","type":"text","disableUpdates":false}},{"type":"shape","id":"814aa0f6-11f7-4da6-b507-4650165d3e95","elementConfiguration":{"binding":"{{Translate(\"Confidential\", \"En-GB\")}}","visibility":"{{IfElse(Form.Classification, VisibilityType.Visible,VisibilityType.Hidden)}}","type":"text","disableUpdates":false}},{"type":"shape","id":"64de8b08-d968-4751-9ced-0cdb09334bd4","elementConfiguration":{"binding":"{{Translate(\"Confidential\", \"En-GB\")}}","visibility":"{{IfElse(Form.Classification, VisibilityType.Visible,VisibilityType.Hidden)}}","type":"text","disableUpdates":false}},{"type":"shape","id":"6566690d-47b7-4829-8dc2-6f9c466bc78d","elementConfiguration":{"binding":"{{Translate(\"Confidential\", \"En-GB\")}}","visibility":"{{IfElse(Form.Classification, VisibilityType.Visible,VisibilityType.Hidden)}}","type":"text","disableUpdates":false}},{"type":"shape","id":"d6e9ae55-f599-4458-ae44-a6f9a2756ce6","elementConfiguration":{"binding":"{{Translate(\"Confidential\", \"En-GB\")}}","visibility":"{{IfElse(Form.Classification, VisibilityType.Visible,VisibilityType.Hidden)}}","type":"text","disableUpdates":false}},{"type":"shape","id":"fb71bf59-5073-4408-b66f-f9db7d19e5b8","elementConfiguration":{"binding":"{{Translate(\"Confidential\", \"En-GB\")}}","visibility":"{{IfElse(Form.Classification, VisibilityType.Visible,VisibilityType.Hidden)}}","type":"text","disableUpdates":false}},{"type":"shape","id":"dcdf7509-274f-4220-9eb6-b97870367ed9","elementConfiguration":{"binding":"{{Translate(\"Confidential\", \"En-GB\")}}","visibility":"{{IfElse(Form.Classification, VisibilityType.Visible,VisibilityType.Hidden)}}","type":"text","disableUpdates":false}},{"type":"shape","id":"4716efc1-f760-447c-be50-6f305aaa34dd","elementConfiguration":{"binding":"{{Translate(\"Confidential\", \"En-GB\")}}","visibility":"{{IfElse(Form.Classification, VisibilityType.Visible,VisibilityType.Hidden)}}","type":"text","disableUpdates":false}},{"type":"shape","id":"46c0b4fa-d44a-4b58-9168-911c17df5c40","elementConfiguration":{"binding":"{{Translate(\"Confidential\", \"En-GB\")}}","visibility":"{{IfElse(Form.Classification, VisibilityType.Visible,VisibilityType.Hidden)}}","type":"text","disableUpdates":false}},{"type":"shape","id":"f220e746-22b3-40b2-9588-a17e963af141","elementConfiguration":{"binding":"{{Translate(\"Confidential\", \"En-GB\")}}","visibility":"{{IfElse(Form.Classification, VisibilityType.Visible,VisibilityType.Hidden)}}","type":"text","disableUpdates":false}},{"type":"shape","id":"54a443fd-612d-4ff4-8d51-71bd3f5b3484","elementConfiguration":{"binding":"{{Translate(\"Confidential\", \"En-GB\")}}","visibility":"{{IfElse(Form.Classification, VisibilityType.Visible,VisibilityType.Hidden)}}","type":"text","disableUpdates":false}},{"type":"shape","id":"9ac15da2-4e76-4972-83c7-6c83ba0e0a7e","elementConfiguration":{"binding":"{{Translate(\"Confidential\", \"En-GB\")}}","visibility":"{{IfElse(Form.Classification, VisibilityType.Visible,VisibilityType.Hidden)}}","type":"text","disableUpdates":false}},{"type":"shape","id":"b81a7a75-0c51-4bb9-9af3-127513cf655f","elementConfiguration":{"binding":"{{Translate(\"Confidential\", \"En-GB\")}}","visibility":"{{IfElse(Form.Classification, VisibilityType.Visible,VisibilityType.Hidden)}}","type":"text","disableUpdates":false}},{"type":"shape","id":"e66ac169-79bd-4008-9dcf-7e8119dfd87d","elementConfiguration":{"binding":"{{Translate(\"Confidential\", \"En-GB\")}}","visibility":"{{IfElse(Form.Classification, VisibilityType.Visible,VisibilityType.Hidden)}}","type":"text","disableUpdates":false}},{"type":"shape","id":"616c7f60-dfe2-4932-8ab5-7f6fbab955e1","elementConfiguration":{"binding":"{{Translate(\"Confidential\", \"En-GB\")}}","visibility":"{{IfElse(Form.Classification, VisibilityType.Visible,VisibilityType.Hidden)}}","type":"text","disableUpdates":false}},{"type":"shape","id":"31d268f3-a8a0-470a-81f0-7e54235c180c","elementConfiguration":{"binding":"{{Translate(\"Confidential\", \"En-GB\")}}","visibility":"{{IfElse(Form.Classification, VisibilityType.Visible,VisibilityType.Hidden)}}","type":"text","disableUpdates":false}},{"type":"shape","id":"f27f4604-8e22-43e0-910f-c93e9a0704d2","elementConfiguration":{"binding":"{{Translate(\"Confidential\", \"En-GB\")}}","visibility":"{{IfElse(Form.Classification, VisibilityType.Visible,VisibilityType.Hidden)}}","type":"text","disableUpdates":false}},{"type":"shape","id":"dcc50247-6bc3-431d-b2c6-aef6448a62ac","elementConfiguration":{"binding":"{{Translate(\"Confidential\", \"En-GB\")}}","visibility":"{{IfElse(Form.Classification, VisibilityType.Visible,VisibilityType.Hidden)}}","type":"text","disableUpdates":false}},{"type":"shape","id":"e0fb1aa8-90b8-4404-a39d-180f1cd77fbb","elementConfiguration":{"binding":"{{Translate(\"Confidential\", \"En-GB\")}}","visibility":"{{IfElse(Form.Classification, VisibilityType.Visible,VisibilityType.Hidden)}}","type":"text","disableUpdates":false}},{"type":"shape","id":"14eada8b-65a4-4f10-9420-be3849d99d9f","elementConfiguration":{"binding":"{{Translate(\"Confidential\", \"En-GB\")}}","visibility":"{{IfElse(Form.Classification, VisibilityType.Visible,VisibilityType.Hidden)}}","type":"text","disableUpdates":false}},{"type":"shape","id":"15201099-9d85-47eb-87ad-5aaecc4a9ac4","elementConfiguration":{"binding":"{{Translate(\"Confidential\", \"En-GB\")}}","visibility":"{{IfElse(Form.Classification, VisibilityType.Visible,VisibilityType.Hidden)}}","type":"text","disableUpdates":false}},{"type":"shape","id":"1f90a8b2-35df-425c-b851-dded746019bc","elementConfiguration":{"binding":"{{Translate(\"Confidential\", \"En-GB\")}}","visibility":"{{IfElse(Form.Classification, VisibilityType.Visible,VisibilityType.Hidden)}}","type":"text","disableUpdates":false}},{"type":"shape","id":"e684436e-44cd-43ad-87ab-6f771ab910ce","elementConfiguration":{"binding":"{{Translate(\"Confidential\", \"En-GB\")}}","visibility":"{{IfElse(Form.Classification, VisibilityType.Visible,VisibilityType.Hidden)}}","type":"text","disableUpdates":false}},{"type":"shape","id":"d5969d2b-1709-4577-b20f-4f16a0fb7b41","elementConfiguration":{"binding":"{{Translate(\"Confidential\", \"En-GB\")}}","visibility":"{{IfElse(Form.Classification, VisibilityType.Visible,VisibilityType.Hidden)}}","type":"text","disableUpdates":false}},{"type":"shape","id":"c5636113-dcc3-4e76-b1ce-efcd1bebfe27","elementConfiguration":{"binding":"{{Translate(\"Confidential\", \"En-GB\")}}","visibility":"{{IfElse(Form.Classification, VisibilityType.Visible,VisibilityType.Hidden)}}","type":"text","disableUpdates":false}},{"type":"shape","id":"3cbce729-55b1-451c-b97e-f7bfb40e90fe","elementConfiguration":{"binding":"{{Translate(\"Confidential\", \"En-GB\")}}","visibility":"{{IfElse(Form.Classification, VisibilityType.Visible,VisibilityType.Hidden)}}","type":"text","disableUpdates":false}},{"type":"shape","id":"dcee373a-5603-46dc-a9cd-b3b48290f111","elementConfiguration":{"binding":"{{Translate(\"Confidential\", \"En-GB\")}}","visibility":"{{IfElse(Form.Classification, VisibilityType.Visible,VisibilityType.Hidden)}}","type":"text","disableUpdates":false}},{"type":"shape","id":"defcc78f-aeb6-4237-a359-92fcf5f8c55c","elementConfiguration":{"binding":"{{Translate(\"Confidential\", \"En-GB\")}}","visibility":"{{IfElse(Form.Classification, VisibilityType.Visible,VisibilityType.Hidden)}}","type":"text","disableUpdates":false}},{"type":"shape","id":"96b092fd-def7-4269-84c9-dd24710e4f3a","elementConfiguration":{"binding":"{{Translate(\"Confidential\", \"En-GB\")}}","visibility":"{{IfElse(Form.Classification, VisibilityType.Visible,VisibilityType.Hidden)}}","type":"text","disableUpdates":false}},{"type":"shape","id":"1f92a1a3-b222-4c99-8f47-715a19ad4e94","elementConfiguration":{"binding":"{{Translate(\"Confidential\", \"En-GB\")}}","visibility":"{{IfElse(Form.Classification, VisibilityType.Visible,VisibilityType.Hidden)}}","type":"text","disableUpdates":false}},{"type":"shape","id":"85378b45-baa0-4bcf-bb50-69c2f342086b","elementConfiguration":{"binding":"{{Translate(\"Confidential\", \"En-GB\")}}","visibility":"{{IfElse(Form.Classification, VisibilityType.Visible,VisibilityType.Hidden)}}","type":"text","disableUpdates":false}},{"type":"shape","id":"1892b718-ea0b-4c93-89c7-47138cee6e4c","elementConfiguration":{"binding":"{{Translate(\"Confidential\", \"En-GB\")}}","visibility":"{{IfElse(Form.Classification, VisibilityType.Visible,VisibilityType.Hidden)}}","type":"text","disableUpdates":false}},{"type":"shape","id":"63fac5e2-d3b4-4b3b-abfc-88fbcd4a5f66","elementConfiguration":{"binding":"{{Translate(\"Confidential\", \"En-GB\")}}","visibility":"{{IfElse(Form.Classification, VisibilityType.Visible,VisibilityType.Hidden)}}","type":"text","disableUpdates":false}},{"type":"shape","id":"b4b3b8ac-196f-4432-9506-364f90ec9fc3","elementConfiguration":{"binding":"{{Translate(\"Confidential\", \"En-GB\")}}","visibility":"{{IfElse(Form.Classification, VisibilityType.Visible,VisibilityType.Hidden)}}","type":"text","disableUpdates":false}},{"type":"shape","id":"95635d69-fce5-44a4-bac6-b32d2684eaeb","elementConfiguration":{"binding":"{{Translate(\"Confidential\", \"En-GB\")}}","visibility":"{{IfElse(Form.Classification, VisibilityType.Visible,VisibilityType.Hidden)}}","type":"text","disableUpdates":false}},{"type":"shape","id":"89c508ac-8911-4a58-a9ed-1ae3b3bd8a8c","elementConfiguration":{"binding":"{{Translate(\"Confidential\", \"En-GB\")}}","visibility":"{{IfElse(Form.Classification, VisibilityType.Visible,VisibilityType.Hidden)}}","type":"text","disableUpdates":false}},{"type":"shape","id":"e870a94e-6d15-4b6d-b76b-947005444a30","elementConfiguration":{"binding":"{{Translate(\"Confidential\", \"En-GB\")}}","visibility":"{{IfElse(Form.Classification, VisibilityType.Visible,VisibilityType.Hidden)}}","type":"text","disableUpdates":false}},{"type":"shape","id":"3da1b81d-d311-4244-a1b9-1b69ab15c494","elementConfiguration":{"binding":"{{Translate(\"Confidential\", \"En-GB\")}}","visibility":"{{IfElse(Form.Classification, VisibilityType.Visible,VisibilityType.Hidden)}}","type":"text","disableUpdates":false}},{"type":"shape","id":"705e0fe2-0d93-4504-b016-9f89f1ddf913","elementConfiguration":{"binding":"{{Translate(\"Confidential\", \"En-GB\")}}","visibility":"{{IfElse(Form.Classification, VisibilityType.Visible,VisibilityType.Hidden)}}","type":"text","disableUpdates":false}},{"type":"shape","id":"ef50a01c-8570-4d7e-9154-092e979ba859","elementConfiguration":{"binding":"{{Translate(\"Confidential\", \"En-GB\")}}","visibility":"{{IfElse(Form.Classification, VisibilityType.Visible,VisibilityType.Hidden)}}","type":"text","disableUpdates":false}},{"type":"shape","id":"dae38a04-41df-4ad2-813d-2c249e41e2a5","elementConfiguration":{"binding":"{{Translate(\"Confidential\", \"En-GB\")}}","visibility":"{{IfElse(Form.Classification, VisibilityType.Visible,VisibilityType.Hidden)}}","type":"text","disableUpdates":false}},{"type":"shape","id":"d677f9a8-0562-45a8-9467-5981f6d75652","elementConfiguration":{"binding":"{{Translate(\"Confidential\", \"En-GB\")}}","visibility":"{{IfElse(Form.Classification, VisibilityType.Visible,VisibilityType.Hidden)}}","type":"text","disableUpdates":false}},{"type":"shape","id":"fa22878a-e390-47f4-a44c-a9f393a6630d","elementConfiguration":{"binding":"{{Translate(\"Confidential\", \"En-GB\")}}","visibility":"{{IfElse(Form.Classification, VisibilityType.Visible,VisibilityType.Hidden)}}","type":"text","disableUpdates":false}},{"type":"shape","id":"5ab1b7f6-723d-46dd-b575-aa781759aa62","elementConfiguration":{"binding":"{{Translate(\"Confidential\", \"En-GB\")}}","visibility":"{{IfElse(Form.Classification, VisibilityType.Visible,VisibilityType.Hidden)}}","type":"text","disableUpdates":false}},{"type":"shape","id":"30c420a3-4c65-4cc0-941b-39829a6ab46c","elementConfiguration":{"binding":"{{Translate(\"Confidential\", \"En-GB\")}}","visibility":"{{IfElse(Form.Classification, VisibilityType.Visible,VisibilityType.Hidden)}}","type":"text","disableUpdates":false}},{"type":"shape","id":"d7da2b35-8374-4317-9aa9-feec2a63d68f","elementConfiguration":{"binding":"{{Translate(\"Confidential\", \"En-GB\")}}","visibility":"{{IfElse(Form.Classification, VisibilityType.Visible,VisibilityType.Hidden)}}","type":"text","disableUpdates":false}},{"type":"shape","id":"9d606b65-d9c0-4255-a3ae-09c411bc4ec0","elementConfiguration":{"binding":"{{Translate(\"Confidential\", \"En-GB\")}}","visibility":"{{IfElse(Form.Classification, VisibilityType.Visible,VisibilityType.Hidden)}}","type":"text","disableUpdates":false}},{"type":"shape","id":"cdcf88ee-3e75-4d62-b477-e2d971eb9c37","elementConfiguration":{"binding":"{{Translate(\"Confidential\", \"En-GB\")}}","visibility":"{{IfElse(Form.Classification, VisibilityType.Visible,VisibilityType.Hidden)}}","type":"text","disableUpdates":false}},{"type":"shape","id":"0927fdd8-f340-4ee9-af2a-497d60e95caf","elementConfiguration":{"binding":"{{Translate(\"Confidential\", \"En-GB\")}}","visibility":"{{IfElse(Form.Classification, VisibilityType.Visible,VisibilityType.Hidden)}}","type":"text","disableUpdates":false}},{"type":"shape","id":"48120693-9266-462d-a400-90bd42bc4413","elementConfiguration":{"binding":"{{Translate(\"Confidential\", \"En-GB\")}}","visibility":"{{IfElse(Form.Classification, VisibilityType.Visible,VisibilityType.Hidden)}}","type":"text","disableUpdates":false}},{"type":"shape","id":"60a52f57-171d-43fb-87b9-87f1f78f5c63","elementConfiguration":{"binding":"{{Translate(\"Confidential\", \"En-GB\")}}","visibility":"{{IfElse(Form.Classification, VisibilityType.Visible,VisibilityType.Hidden)}}","type":"text","disableUpdates":false}},{"type":"shape","id":"713b8b11-7a7b-4402-9ab3-529ac25a06b5","elementConfiguration":{"binding":"{{Translate(\"Confidential\", \"En-GB\")}}","visibility":"{{IfElse(Form.Classification, VisibilityType.Visible,VisibilityType.Hidden)}}","type":"text","disableUpdates":false}},{"type":"shape","id":"ce698941-cae4-401b-959e-b1a7c4cfa0ec","elementConfiguration":{"binding":"{{Translate(\"Confidential\", \"En-GB\")}}","visibility":"{{IfElse(Form.Classification, VisibilityType.Visible,VisibilityType.Hidden)}}","type":"text","disableUpdates":false}},{"type":"shape","id":"bbd62fb3-419a-4fc2-95dd-2382f8bc1cff","elementConfiguration":{"binding":"{{Translate(\"Confidential\", \"En-GB\")}}","visibility":"{{IfElse(Form.Classification, VisibilityType.Visible,VisibilityType.Hidden)}}","type":"text","disableUpdates":false}},{"type":"shape","id":"9fc0cea6-f86e-4f63-942c-5b3cb8c65978","elementConfiguration":{"binding":"{{Translate(\"Confidential\", \"En-GB\")}}","visibility":"{{IfElse(Form.Classification, VisibilityType.Visible,VisibilityType.Hidden)}}","type":"text","disableUpdates":false}},{"type":"shape","id":"a3c56718-4a87-45e4-9f15-f9837f6a6cf8","elementConfiguration":{"binding":"{{Translate(\"Confidential\", \"En-GB\")}}","visibility":"{{IfElse(Form.Classification, VisibilityType.Visible,VisibilityType.Hidden)}}","type":"text","disableUpdates":false}},{"type":"shape","id":"61b74c9e-d323-49bd-a998-3bf4ae81a91c","elementConfiguration":{"binding":"{{Translate(\"Confidential\", \"En-GB\")}}","visibility":"{{IfElse(Form.Classification, VisibilityType.Visible,VisibilityType.Hidden)}}","type":"text","disableUpdates":false}},{"type":"shape","id":"938d758f-6d23-4d3b-a256-0a3e64b95db1","elementConfiguration":{"binding":"{{Translate(\"Confidential\", \"En-GB\")}}","visibility":"{{IfElse(Form.Classification, VisibilityType.Visible,VisibilityType.Hidden)}}","type":"text","disableUpdates":false}},{"type":"shape","id":"4c013643-601e-4983-ad5f-a058336a23e2","elementConfiguration":{"binding":"{{Translate(\"Confidential\", \"En-GB\")}}","visibility":"{{IfElse(Form.Classification, VisibilityType.Visible,VisibilityType.Hidden)}}","type":"text","disableUpdates":false}},{"type":"shape","id":"d2985615-2313-4a65-8a1d-134545c7480b","elementConfiguration":{"binding":"{{Translate(\"Confidential\", \"En-GB\")}}","visibility":"{{IfElse(Form.Classification, VisibilityType.Visible,VisibilityType.Hidden)}}","type":"text","disableUpdates":false}},{"type":"shape","id":"5e4e3a46-0ae4-4ce3-a8a4-29372c595fe5","elementConfiguration":{"binding":"{{Translate(\"Confidential\", \"En-GB\")}}","visibility":"{{IfElse(Form.Classification, VisibilityType.Visible,VisibilityType.Hidden)}}","type":"text","disableUpdates":false}},{"type":"shape","id":"852a7905-7e51-4d73-b4ec-6057779c8817","elementConfiguration":{"binding":"{{Translate(\"Confidential\", \"En-GB\")}}","visibility":"{{IfElse(Form.Classification, VisibilityType.Visible,VisibilityType.Hidden)}}","type":"text","disableUpdates":false}},{"type":"shape","id":"1c936884-11c4-4ef7-845b-867d4457e6ec","elementConfiguration":{"binding":"{{Translate(\"Confidential\", \"En-GB\")}}","visibility":"{{IfElse(Form.Classification, VisibilityType.Visible,VisibilityType.Hidden)}}","type":"text","disableUpdates":false}},{"type":"shape","id":"1e5a89af-4b66-4544-bf46-6c8dbcb1d7ec","elementConfiguration":{"binding":"{{Translate(\"Confidential\", \"En-GB\")}}","visibility":"{{IfElse(Form.Classification, VisibilityType.Visible,VisibilityType.Hidden)}}","type":"text","disableUpdates":false}},{"type":"shape","id":"796b5350-09fe-4df0-a3c3-1b5e22565ad0","elementConfiguration":{"binding":"{{Translate(\"Confidential\", \"En-GB\")}}","visibility":"{{IfElse(Form.Classification, VisibilityType.Visible,VisibilityType.Hidden)}}","type":"text","disableUpdates":false}},{"type":"shape","id":"29591266-8fde-4a16-9636-aebca37f7543","elementConfiguration":{"binding":"{{Translate(\"Confidential\", \"En-GB\")}}","visibility":"{{IfElse(Form.Classification, VisibilityType.Visible,VisibilityType.Hidden)}}","type":"text","disableUpdates":false}},{"type":"shape","id":"a74a4755-9601-4ac0-9d03-b8edcbfb8192","elementConfiguration":{"binding":"{{Translate(\"Confidential\", \"En-GB\")}}","visibility":"{{IfElse(Form.Classification, VisibilityType.Visible,VisibilityType.Hidden)}}","type":"text","disableUpdates":false}},{"type":"shape","id":"eda4efdf-c044-4cc9-93de-81e6ec0741f6","elementConfiguration":{"binding":"{{Translate(\"Confidential\", \"En-GB\")}}","visibility":"{{IfElse(Form.Classification, VisibilityType.Visible,VisibilityType.Hidden)}}","type":"text","disableUpdates":false}},{"type":"shape","id":"f8c15485-94e4-41c3-a1bd-e5ef7298ca45","elementConfiguration":{"binding":"{{Translate(\"Confidential\", \"En-GB\")}}","visibility":"{{IfElse(Form.Classification, VisibilityType.Visible,VisibilityType.Hidden)}}","type":"text","disableUpdates":false}},{"type":"shape","id":"5cddd487-c29f-44d9-8d4b-87a48307f984","elementConfiguration":{"binding":"{{Translate(\"Confidential\", \"En-GB\")}}","visibility":"{{IfElse(Form.Classification, VisibilityType.Visible,VisibilityType.Hidden)}}","type":"text","disableUpdates":false}},{"type":"shape","id":"35a4c84c-efe3-432b-972d-4f3cf2053dcc","elementConfiguration":{"binding":"{{Translate(\"Confidential\", \"En-GB\")}}","visibility":"{{IfElse(Form.Classification, VisibilityType.Visible,VisibilityType.Hidden)}}","type":"text","disableUpdates":false}},{"type":"shape","id":"cc43938a-7884-4c74-9655-2fd7192be3bb","elementConfiguration":{"binding":"{{Translate(\"Confidential\", \"En-GB\")}}","visibility":"{{IfElse(Form.Classification, VisibilityType.Visible,VisibilityType.Hidden)}}","type":"text","disableUpdates":false}},{"type":"shape","id":"6fe2f133-3a71-491a-911f-293c7da5e0e9","elementConfiguration":{"binding":"{{Translate(\"Confidential\", \"En-GB\")}}","visibility":"{{IfElse(Form.Classification, VisibilityType.Visible,VisibilityType.Hidden)}}","type":"text","disableUpdates":false}},{"type":"shape","id":"adfbaa5e-6c07-4e1e-8793-ca1c421c3bfe","elementConfiguration":{"binding":"{{Translate(\"Confidential\", \"En-GB\")}}","visibility":"{{IfElse(Form.Classification, VisibilityType.Visible,VisibilityType.Hidden)}}","type":"text","disableUpdates":false}},{"type":"shape","id":"e097578d-5bdc-46a4-bb00-e31f584236a6","elementConfiguration":{"binding":"{{Translate(\"Confidential\", \"En-GB\")}}","visibility":"{{IfElse(Form.Classification, VisibilityType.Visible,VisibilityType.Hidden)}}","type":"text","disableUpdates":false}},{"type":"shape","id":"12590483-bc23-44a7-aab6-853236d84a3c","elementConfiguration":{"binding":"{{Translate(\"Confidential\", \"En-GB\")}}","visibility":"{{IfElse(Form.Classification, VisibilityType.Visible,VisibilityType.Hidden)}}","type":"text","disableUpdates":false}},{"type":"shape","id":"73062560-cf19-4cfe-b5da-9240589c80b0","elementConfiguration":{"binding":"{{Translate(\"Confidential\", \"En-GB\")}}","visibility":"{{IfElse(Form.Classification, VisibilityType.Visible,VisibilityType.Hidden)}}","type":"text","disableUpdates":false}}],"transformationConfigurations":[],"templateName":"Qualcomm Corporate 16x9_Light Theme","templateDescription":"","enableDocumentContentUpdater":true,"version":"2.0"}]]></TemplafyTemplateConfiguration>
</file>

<file path=customXml/item4.xml><?xml version="1.0" encoding="utf-8"?>
<TemplafySlideTemplateConfiguration><![CDATA[{"slideVersion":4,"isValidatorEnabled":false,"isLocked":false,"elementsMetadata":[{"type":"shape","elementConfiguration":{"binding":"{{Translate(\"Confidential\", \"En-GB\")}}","visibility":"{{IfElse(Form.Classification, VisibilityType.Visible,VisibilityType.Hidden)}}","type":"text","disableUpdates":false}}],"slideId":"1021876348805709827","enableDocumentContentUpdater":false,"version":"2.0"}]]></TemplafySlideTemplateConfiguration>
</file>

<file path=customXml/item5.xml><?xml version="1.0" encoding="utf-8"?>
<TemplafySlideFormConfiguration><![CDATA[{"formFields":[{"defaultValue":{"fixedValue":true},"helpTexts":{},"spacing":{},"shareValue":false,"type":"checkBox","name":"Classification","label":"This presentation is confidential"}],"formDataEntries":[]}]]></TemplafySlideFormConfiguration>
</file>

<file path=customXml/item6.xml><?xml version="1.0" encoding="utf-8"?>
<p:properties xmlns:p="http://schemas.microsoft.com/office/2006/metadata/properties" xmlns:xsi="http://www.w3.org/2001/XMLSchema-instance" xmlns:pc="http://schemas.microsoft.com/office/infopath/2007/PartnerControls">
  <documentManagement>
    <lcf76f155ced4ddcb4097134ff3c332f xmlns="146aa486-25fd-4561-b969-7330a5940de2">
      <Terms xmlns="http://schemas.microsoft.com/office/infopath/2007/PartnerControls"/>
    </lcf76f155ced4ddcb4097134ff3c332f>
    <TaxCatchAll xmlns="98f08906-677f-4713-93cc-ea5c3af4c381"/>
  </documentManagement>
</p:properties>
</file>

<file path=customXml/item7.xml><?xml version="1.0" encoding="utf-8"?>
<TemplafySlideFormConfiguration><![CDATA[{"formFields":[],"formDataEntries":[]}]]></TemplafySlideFormConfiguration>
</file>

<file path=customXml/item8.xml>
</file>

<file path=customXml/item9.xml><?xml version="1.0" encoding="utf-8"?>
<?mso-contentType ?>
<FormTemplates xmlns="http://schemas.microsoft.com/sharepoint/v3/contenttype/forms">
  <Display>DocumentLibraryForm</Display>
  <Edit>DocumentLibraryForm</Edit>
  <New>DocumentLibraryForm</New>
</FormTemplates>
</file>

<file path=customXml/item10.xml>
</file>

<file path=customXml/item11.xml><?xml version="1.0" encoding="utf-8"?>
<TemplafyFormConfiguration><![CDATA[{"formFields":[{"defaultValue":{"fixedValue":true},"helpTexts":{},"spacing":{},"shareValue":false,"type":"checkBox","name":"Classification","label":"This presentation is confidential"}],"formDataEntries":[{"name":"Classification","value":"evKt2AlzIdTupIQCox6tvQ=="}]}]]></TemplafyFormConfiguration>
</file>

<file path=customXml/item12.xml><?xml version="1.0" encoding="utf-8"?>
<ct:contentTypeSchema xmlns:ct="http://schemas.microsoft.com/office/2006/metadata/contentType" xmlns:ma="http://schemas.microsoft.com/office/2006/metadata/properties/metaAttributes" ct:_="" ma:_="" ma:contentTypeName="Document" ma:contentTypeID="0x01010022EAFFD5F9D1594A8299AB4BB77F9418" ma:contentTypeVersion="14" ma:contentTypeDescription="Create a new document." ma:contentTypeScope="" ma:versionID="823b05eab3747f63787b6a17a46b7eb4">
  <xsd:schema xmlns:xsd="http://www.w3.org/2001/XMLSchema" xmlns:xs="http://www.w3.org/2001/XMLSchema" xmlns:p="http://schemas.microsoft.com/office/2006/metadata/properties" xmlns:ns2="146aa486-25fd-4561-b969-7330a5940de2" xmlns:ns3="98f08906-677f-4713-93cc-ea5c3af4c381" targetNamespace="http://schemas.microsoft.com/office/2006/metadata/properties" ma:root="true" ma:fieldsID="83db2e23d31f7218250126d456d16c28" ns2:_="" ns3:_="">
    <xsd:import namespace="146aa486-25fd-4561-b969-7330a5940de2"/>
    <xsd:import namespace="98f08906-677f-4713-93cc-ea5c3af4c38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6aa486-25fd-4561-b969-7330a5940d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b6025a7-9da5-4e5d-b8eb-1a04d9b2f68c"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8f08906-677f-4713-93cc-ea5c3af4c38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7fda7cde-3abf-41a4-acaf-29a3f920407f}" ma:internalName="TaxCatchAll" ma:showField="CatchAllData" ma:web="98f08906-677f-4713-93cc-ea5c3af4c38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13440E-33E0-46FA-8F68-1E6EA713D40D}"/>
</file>

<file path=customXml/itemProps2.xml><?xml version="1.0" encoding="utf-8"?>
<ds:datastoreItem xmlns:ds="http://schemas.openxmlformats.org/officeDocument/2006/customXml" ds:itemID="{3EB670D4-28F2-4AED-A70A-DAA3C65C72A4}">
  <ds:schemaRefs/>
</ds:datastoreItem>
</file>

<file path=customXml/itemProps3.xml><?xml version="1.0" encoding="utf-8"?>
<ds:datastoreItem xmlns:ds="http://schemas.openxmlformats.org/officeDocument/2006/customXml" ds:itemID="{F915C1DC-CFCC-4F26-B07C-A02778069CB2}">
  <ds:schemaRefs/>
</ds:datastoreItem>
</file>

<file path=customXml/itemProps4.xml><?xml version="1.0" encoding="utf-8"?>
<ds:datastoreItem xmlns:ds="http://schemas.openxmlformats.org/officeDocument/2006/customXml" ds:itemID="{90450224-C092-4774-8A2D-60BAEEF54EEE}">
  <ds:schemaRefs/>
</ds:datastoreItem>
</file>

<file path=customXml/itemProps5.xml><?xml version="1.0" encoding="utf-8"?>
<ds:datastoreItem xmlns:ds="http://schemas.openxmlformats.org/officeDocument/2006/customXml" ds:itemID="{A6FFE5B5-839E-42DE-A8CE-9697E9639625}">
  <ds:schemaRefs/>
</ds:datastoreItem>
</file>

<file path=customXml/itemProps6.xml><?xml version="1.0" encoding="utf-8"?>
<ds:datastoreItem xmlns:ds="http://schemas.openxmlformats.org/officeDocument/2006/customXml" ds:itemID="{0DAFF412-39E2-48E2-BF85-1EEC9318E97F}">
  <ds:schemaRefs>
    <ds:schemaRef ds:uri="http://purl.org/dc/elements/1.1/"/>
    <ds:schemaRef ds:uri="http://schemas.microsoft.com/office/2006/metadata/properties"/>
    <ds:schemaRef ds:uri="http://purl.org/dc/dcmitype/"/>
    <ds:schemaRef ds:uri="146aa486-25fd-4561-b969-7330a5940de2"/>
    <ds:schemaRef ds:uri="98f08906-677f-4713-93cc-ea5c3af4c381"/>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http://purl.org/dc/terms/"/>
  </ds:schemaRefs>
</ds:datastoreItem>
</file>

<file path=customXml/itemProps7.xml><?xml version="1.0" encoding="utf-8"?>
<ds:datastoreItem xmlns:ds="http://schemas.openxmlformats.org/officeDocument/2006/customXml" ds:itemID="{702F75C8-2B3F-4E8E-9C37-CA6B2F710C22}">
  <ds:schemaRefs/>
</ds:datastoreItem>
</file>

<file path=customXml/itemProps8.xml><?xml version="1.0" encoding="utf-8"?>
<ds:datastoreItem xmlns:ds="http://schemas.openxmlformats.org/officeDocument/2006/customXml" ds:itemID="{C7D8C63D-D057-408A-86CF-BECF5DCDB5CF}"/>
</file>

<file path=customXml/itemProps9.xml><?xml version="1.0" encoding="utf-8"?>
<ds:datastoreItem xmlns:ds="http://schemas.openxmlformats.org/officeDocument/2006/customXml" ds:itemID="{23D0A970-BDA2-4A9C-8D67-1492D7EF0105}">
  <ds:schemaRefs>
    <ds:schemaRef ds:uri="http://schemas.microsoft.com/sharepoint/v3/contenttype/forms"/>
  </ds:schemaRefs>
</ds:datastoreItem>
</file>

<file path=customXml/itemProps10.xml><?xml version="1.0" encoding="utf-8"?>
<ds:datastoreItem xmlns:ds="http://schemas.openxmlformats.org/officeDocument/2006/customXml" ds:itemID="{6BA018B6-B4E7-4A79-BA06-8CC7AF35006A}"/>
</file>

<file path=customXml/itemProps11.xml><?xml version="1.0" encoding="utf-8"?>
<ds:datastoreItem xmlns:ds="http://schemas.openxmlformats.org/officeDocument/2006/customXml" ds:itemID="{FE240739-CA17-47F2-8685-7A7F8408F4EC}">
  <ds:schemaRefs/>
</ds:datastoreItem>
</file>

<file path=customXml/itemProps12.xml><?xml version="1.0" encoding="utf-8"?>
<ds:datastoreItem xmlns:ds="http://schemas.openxmlformats.org/officeDocument/2006/customXml" ds:itemID="{517EEA3F-2A22-446F-9157-E220CA1207C9}">
  <ds:schemaRefs>
    <ds:schemaRef ds:uri="146aa486-25fd-4561-b969-7330a5940de2"/>
    <ds:schemaRef ds:uri="98f08906-677f-4713-93cc-ea5c3af4c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8f6f869-1ed0-46b3-a227-1d3e52347e28}" enabled="1" method="Standard" siteId="{98e9ba89-e1a1-4e38-9007-8bdabc25de1d}" removed="0"/>
</clbl:labelList>
</file>

<file path=docProps/app.xml><?xml version="1.0" encoding="utf-8"?>
<Properties xmlns="http://schemas.openxmlformats.org/officeDocument/2006/extended-properties" xmlns:vt="http://schemas.openxmlformats.org/officeDocument/2006/docPropsVTypes">
  <Template>Qualcomm Corporate Public Template - May2022</Template>
  <TotalTime>1444</TotalTime>
  <Words>985</Words>
  <Application>Microsoft Office PowerPoint</Application>
  <PresentationFormat>Widescreen</PresentationFormat>
  <Paragraphs>179</Paragraphs>
  <Slides>8</Slides>
  <Notes>6</Notes>
  <HiddenSlides>2</HiddenSlides>
  <MMClips>0</MMClips>
  <ScaleCrop>false</ScaleCrop>
  <HeadingPairs>
    <vt:vector size="8" baseType="variant">
      <vt:variant>
        <vt:lpstr>Fonts Used</vt:lpstr>
      </vt:variant>
      <vt:variant>
        <vt:i4>13</vt:i4>
      </vt:variant>
      <vt:variant>
        <vt:lpstr>Theme</vt:lpstr>
      </vt:variant>
      <vt:variant>
        <vt:i4>4</vt:i4>
      </vt:variant>
      <vt:variant>
        <vt:lpstr>Embedded OLE Servers</vt:lpstr>
      </vt:variant>
      <vt:variant>
        <vt:i4>1</vt:i4>
      </vt:variant>
      <vt:variant>
        <vt:lpstr>Slide Titles</vt:lpstr>
      </vt:variant>
      <vt:variant>
        <vt:i4>8</vt:i4>
      </vt:variant>
    </vt:vector>
  </HeadingPairs>
  <TitlesOfParts>
    <vt:vector size="26" baseType="lpstr">
      <vt:lpstr>Alfabet</vt:lpstr>
      <vt:lpstr>Aptos</vt:lpstr>
      <vt:lpstr>Aptos Display</vt:lpstr>
      <vt:lpstr>Aptos Light</vt:lpstr>
      <vt:lpstr>Aptos SemiBold</vt:lpstr>
      <vt:lpstr>Arial</vt:lpstr>
      <vt:lpstr>Calibri</vt:lpstr>
      <vt:lpstr>Century Gothic</vt:lpstr>
      <vt:lpstr>DM Sans</vt:lpstr>
      <vt:lpstr>Gill Sans MT</vt:lpstr>
      <vt:lpstr>Microsoft Sans Serif</vt:lpstr>
      <vt:lpstr>Microsoft Sans Serif (Body)</vt:lpstr>
      <vt:lpstr>Wingdings</vt:lpstr>
      <vt:lpstr>Qualcomm Corporate Template - 2024</vt:lpstr>
      <vt:lpstr>Snapdragon Template - December 2025</vt:lpstr>
      <vt:lpstr>Dragonwing Template - 2025</vt:lpstr>
      <vt:lpstr>Qualcomm Corporate Confidential Template - May2022</vt:lpstr>
      <vt:lpstr>think-cell Folie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Public Template</dc:title>
  <dc:creator>Archana Verma</dc:creator>
  <cp:lastModifiedBy>Julia de la Rosa (Julia de la Rosa)</cp:lastModifiedBy>
  <cp:revision>88</cp:revision>
  <dcterms:created xsi:type="dcterms:W3CDTF">2026-06-17T17:27:48Z</dcterms:created>
  <dcterms:modified xsi:type="dcterms:W3CDTF">2026-08-19T23:47:47Z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11556172</vt:lpwstr>
  </property>
  <property fmtid="{D5CDD505-2E9C-101B-9397-08002B2CF9AE}" pid="3" name="NXPowerLiteSettings">
    <vt:lpwstr>C980073804F000</vt:lpwstr>
  </property>
  <property fmtid="{D5CDD505-2E9C-101B-9397-08002B2CF9AE}" pid="4" name="NXPowerLiteVersion">
    <vt:lpwstr>D8.0.4</vt:lpwstr>
  </property>
  <property fmtid="{D5CDD505-2E9C-101B-9397-08002B2CF9AE}" pid="5" name="ContentTypeId">
    <vt:lpwstr>0x01010022EAFFD5F9D1594A8299AB4BB77F9418</vt:lpwstr>
  </property>
  <property fmtid="{D5CDD505-2E9C-101B-9397-08002B2CF9AE}" pid="6" name="MediaServiceImageTags">
    <vt:lpwstr/>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xd_Signature">
    <vt:lpwstr/>
  </property>
  <property fmtid="{D5CDD505-2E9C-101B-9397-08002B2CF9AE}" pid="13" name="Order">
    <vt:lpwstr>89697500.0000000</vt:lpwstr>
  </property>
  <property fmtid="{D5CDD505-2E9C-101B-9397-08002B2CF9AE}" pid="14" name="MSIP_Label_459ef8e5-3aaa-41a0-b30c-a77b6f506147_Enabled">
    <vt:lpwstr>true</vt:lpwstr>
  </property>
  <property fmtid="{D5CDD505-2E9C-101B-9397-08002B2CF9AE}" pid="15" name="MSIP_Label_459ef8e5-3aaa-41a0-b30c-a77b6f506147_SetDate">
    <vt:lpwstr>2024-05-07T16:53:24Z</vt:lpwstr>
  </property>
  <property fmtid="{D5CDD505-2E9C-101B-9397-08002B2CF9AE}" pid="16" name="MSIP_Label_459ef8e5-3aaa-41a0-b30c-a77b6f506147_Method">
    <vt:lpwstr>Standard</vt:lpwstr>
  </property>
  <property fmtid="{D5CDD505-2E9C-101B-9397-08002B2CF9AE}" pid="17" name="MSIP_Label_459ef8e5-3aaa-41a0-b30c-a77b6f506147_Name">
    <vt:lpwstr>Internal</vt:lpwstr>
  </property>
  <property fmtid="{D5CDD505-2E9C-101B-9397-08002B2CF9AE}" pid="18" name="MSIP_Label_459ef8e5-3aaa-41a0-b30c-a77b6f506147_SiteId">
    <vt:lpwstr>9343c96b-27bb-4092-add6-977870612481</vt:lpwstr>
  </property>
  <property fmtid="{D5CDD505-2E9C-101B-9397-08002B2CF9AE}" pid="19" name="MSIP_Label_459ef8e5-3aaa-41a0-b30c-a77b6f506147_ActionId">
    <vt:lpwstr>03a23f4b-5af7-4661-afef-78bda7438c7f</vt:lpwstr>
  </property>
  <property fmtid="{D5CDD505-2E9C-101B-9397-08002B2CF9AE}" pid="20" name="MSIP_Label_459ef8e5-3aaa-41a0-b30c-a77b6f506147_ContentBits">
    <vt:lpwstr>0</vt:lpwstr>
  </property>
  <property fmtid="{D5CDD505-2E9C-101B-9397-08002B2CF9AE}" pid="21" name="TemplafyTimeStamp">
    <vt:lpwstr>2025-12-04T17:25:35</vt:lpwstr>
  </property>
  <property fmtid="{D5CDD505-2E9C-101B-9397-08002B2CF9AE}" pid="22" name="TemplafyTenantId">
    <vt:lpwstr>qualcomm</vt:lpwstr>
  </property>
  <property fmtid="{D5CDD505-2E9C-101B-9397-08002B2CF9AE}" pid="23" name="TemplafyTemplateId">
    <vt:lpwstr>1021876332307152984</vt:lpwstr>
  </property>
  <property fmtid="{D5CDD505-2E9C-101B-9397-08002B2CF9AE}" pid="24" name="TemplafyUserProfileId">
    <vt:lpwstr>1199751379908296717</vt:lpwstr>
  </property>
  <property fmtid="{D5CDD505-2E9C-101B-9397-08002B2CF9AE}" pid="25" name="TemplafyFromBlank">
    <vt:bool>false</vt:bool>
  </property>
</Properties>
</file>