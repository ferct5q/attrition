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omments/modernComment_105_637E42E7.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omments/modernComment_109_12405D8F.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468" r:id="rId4"/>
  </p:sldMasterIdLst>
  <p:notesMasterIdLst>
    <p:notesMasterId r:id="rId13"/>
  </p:notesMasterIdLst>
  <p:handoutMasterIdLst>
    <p:handoutMasterId r:id="rId14"/>
  </p:handoutMasterIdLst>
  <p:sldIdLst>
    <p:sldId id="257" r:id="rId5"/>
    <p:sldId id="261" r:id="rId6"/>
    <p:sldId id="262" r:id="rId7"/>
    <p:sldId id="263" r:id="rId8"/>
    <p:sldId id="265" r:id="rId9"/>
    <p:sldId id="266" r:id="rId10"/>
    <p:sldId id="268" r:id="rId11"/>
    <p:sldId id="26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B6B22300-93F1-4EBB-B51F-FA10ED1CECA1}" name="Adam Hawes" initials="AH" userId="S::ahawes@qti.qualcomm.com::8258713c-521a-4560-927b-1e3acf52e9bb" providerId="AD"/>
  <p188:author id="{06483424-08E3-D85F-DAE1-FB3B9D45578F}" name="Joyce Chan" initials="JC" userId="S::Joyce@stinson.co::b8afbe7e-b7f1-4ee9-a0ee-cc565ae8b8f4" providerId="AD"/>
  <p188:author id="{BC1ED642-07FA-BCB2-A7C2-C9027D9C6954}" name="Mona Khilnani" initials="MK" userId="S::khilnani_qti.qualcomm.com#ext#@stinsondesigninc.onmicrosoft.com::56d45294-e92c-4dfe-9cfb-04bc9be83875" providerId="AD"/>
  <p188:author id="{6DA00744-FD9A-CE41-E4A7-9141CC815892}" name="Haewon Park" initials="HP" userId="S::haewon@stinson.co::86836cc0-e14c-4308-9e46-17eea5d281ca" providerId="AD"/>
  <p188:author id="{239E7372-7FF6-8941-6ACC-AF2A04C67BE2}" name="Luisa Lopez" initials="LL" userId="S::llopez_qti.qualcomm.com#ext#@stinsondesigninc.onmicrosoft.com::aa69f866-b462-4a1a-9709-5ff101d9f733" providerId="AD"/>
  <p188:author id="{8E2BF684-5DD0-6113-95CC-7501ED1A01BB}" name="Anna Green" initials="AG" userId="S::annag@qti.qualcomm.com::eaaab90d-390b-459e-9d6f-0f96e445a672" providerId="AD"/>
  <p188:author id="{38E14AF5-B37B-8324-8DC0-064BFE0D34FF}" name="Mona Khilnani" initials="MK" userId="S::khilnani@qti.qualcomm.com::732f9bb4-551c-45e7-b99f-6f81a107b506" providerId="AD"/>
  <p188:author id="{9F0BD5F5-805D-5988-BE6E-821FDC651416}" name="Leah Wolfeld" initials="LW" userId="S::lwolfeld@qualcomm.com::15875383-a0a7-4e26-acb3-07bf7df0e5c0" providerId="AD"/>
  <p188:author id="{831C7EF8-C38C-8A67-E036-B08CDFA73774}" name="Joyce Chan" initials="JC" userId="S::joyce@stinson.co::b8afbe7e-b7f1-4ee9-a0ee-cc565ae8b8f4"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yler lynch" initials="tl" lastIdx="24" clrIdx="0">
    <p:extLst>
      <p:ext uri="{19B8F6BF-5375-455C-9EA6-DF929625EA0E}">
        <p15:presenceInfo xmlns:p15="http://schemas.microsoft.com/office/powerpoint/2012/main" userId="4d79623da105b09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F1F5"/>
    <a:srgbClr val="020B40"/>
    <a:srgbClr val="3E4D63"/>
    <a:srgbClr val="8391E3"/>
    <a:srgbClr val="7F7FF2"/>
    <a:srgbClr val="00116B"/>
    <a:srgbClr val="000C47"/>
    <a:srgbClr val="EFF1F6"/>
    <a:srgbClr val="ECECEC"/>
    <a:srgbClr val="000C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 dt="2026-08-18T16:43:55.427"/>
    <p1510:client id="{BEDBF507-765F-4279-9F39-846140A56C02}" v="1" dt="2026-08-17T23:07:34.6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2451" y="-9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comments/modernComment_105_637E42E7.xml><?xml version="1.0" encoding="utf-8"?>
<p188:cmLst xmlns:a="http://schemas.openxmlformats.org/drawingml/2006/main" xmlns:r="http://schemas.openxmlformats.org/officeDocument/2006/relationships" xmlns:p188="http://schemas.microsoft.com/office/powerpoint/2018/8/main">
  <p188:cm id="{74E66E92-273E-47ED-8FF2-08BC5CB9EA6B}" authorId="{9F0BD5F5-805D-5988-BE6E-821FDC651416}" created="2026-08-04T15:49:55.412">
    <ac:txMkLst xmlns:ac="http://schemas.microsoft.com/office/drawing/2013/main/command">
      <pc:docMk xmlns:pc="http://schemas.microsoft.com/office/powerpoint/2013/main/command"/>
      <pc:sldMk xmlns:pc="http://schemas.microsoft.com/office/powerpoint/2013/main/command" cId="1669219047" sldId="261"/>
      <ac:spMk id="2" creationId="{02907B43-25D3-969C-4B3F-E737880CFB12}"/>
      <ac:txMk cp="0" len="9">
        <ac:context len="10" hash="4164915304"/>
      </ac:txMk>
    </ac:txMkLst>
    <p188:pos x="1331912" y="153034"/>
    <p188:replyLst>
      <p188:reply id="{3E582A7C-EC30-459F-9A8D-DC154A6ECE7F}" authorId="{9F0BD5F5-805D-5988-BE6E-821FDC651416}" created="2026-08-04T16:44:21.011">
        <p188:txBody>
          <a:bodyPr/>
          <a:lstStyle/>
          <a:p>
            <a:r>
              <a:rPr lang="en-US"/>
              <a:t>Define population
ex. Engineers, job families, region
Define question we want to answer based on the output we’re expecting
ex. Segmented groups - defining groups
Models create the groups (ex., engineers with job family X with X tenure, Qvoice answer) - groups can be shared with leaders
- which groups have higher probabilities of leaving?
- take action - which actions CAN be taken? Ex., career conversations, promote internal mobility between groups, compensation for this group.</a:t>
            </a:r>
          </a:p>
        </p188:txBody>
      </p188:reply>
    </p188:replyLst>
    <p188:txBody>
      <a:bodyPr/>
      <a:lstStyle/>
      <a:p>
        <a:r>
          <a:rPr lang="en-US"/>
          <a:t>Not all high risk employees
high performers, critical tech job families
identifying top talent
Types of roles (in lieu of skills)</a:t>
        </a:r>
      </a:p>
    </p188:txBody>
  </p188:cm>
</p188:cmLst>
</file>

<file path=ppt/comments/modernComment_109_12405D8F.xml><?xml version="1.0" encoding="utf-8"?>
<p188:cmLst xmlns:a="http://schemas.openxmlformats.org/drawingml/2006/main" xmlns:r="http://schemas.openxmlformats.org/officeDocument/2006/relationships" xmlns:p188="http://schemas.microsoft.com/office/powerpoint/2018/8/main">
  <p188:cm id="{2060A960-EA36-4916-A64D-C3677203A94F}" authorId="{9F0BD5F5-805D-5988-BE6E-821FDC651416}" created="2026-08-17T23:21:05.117">
    <ac:txMkLst xmlns:ac="http://schemas.microsoft.com/office/drawing/2013/main/command">
      <pc:docMk xmlns:pc="http://schemas.microsoft.com/office/powerpoint/2013/main/command"/>
      <pc:sldMk xmlns:pc="http://schemas.microsoft.com/office/powerpoint/2013/main/command" cId="306208143" sldId="265"/>
      <ac:spMk id="2" creationId="{D2B41838-3743-124A-3487-C2FFAA1C559F}"/>
      <ac:txMk cp="0" len="5">
        <ac:context len="15" hash="1855654018"/>
      </ac:txMk>
    </ac:txMkLst>
    <p188:pos x="872287" y="203257"/>
    <p188:txBody>
      <a:bodyPr/>
      <a:lstStyle/>
      <a:p>
        <a:r>
          <a:rPr lang="en-US"/>
          <a:t>[@Julia de la Rosa (Julia de la Rosa)] [@Fernando Carranza]  here are the notes that I took from my conversation with my friend. Take a look and we can chat about it soon ☺️</a:t>
        </a:r>
      </a:p>
    </p188:txBody>
  </p188:cm>
</p188:cmLst>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5_3#1">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62D44D0-0FEF-478F-BE60-E80F7E3864FB}" type="doc">
      <dgm:prSet loTypeId="urn:microsoft.com/office/officeart/2005/8/layout/chevronAccent+Icon" loCatId="process" qsTypeId="urn:microsoft.com/office/officeart/2005/8/quickstyle/simple1#1" qsCatId="simple" csTypeId="urn:microsoft.com/office/officeart/2005/8/colors/colorful1#1" csCatId="colorful" phldr="1"/>
      <dgm:spPr/>
      <dgm:t>
        <a:bodyPr/>
        <a:lstStyle/>
        <a:p>
          <a:endParaRPr lang="en-US"/>
        </a:p>
      </dgm:t>
    </dgm:pt>
    <dgm:pt modelId="{2211CF3B-0EE1-4227-841F-459738C168E0}">
      <dgm:prSet phldrT="[Text]" phldr="0"/>
      <dgm:spPr/>
      <dgm:t>
        <a:bodyPr/>
        <a:lstStyle/>
        <a:p>
          <a:r>
            <a:rPr lang="en-US" b="1"/>
            <a:t>Phase 1</a:t>
          </a:r>
          <a:br>
            <a:rPr lang="en-US" b="0"/>
          </a:br>
          <a:r>
            <a:rPr lang="en-US" b="0"/>
            <a:t>Define Project</a:t>
          </a:r>
          <a:endParaRPr lang="en-US" b="1"/>
        </a:p>
      </dgm:t>
    </dgm:pt>
    <dgm:pt modelId="{4AD6A6C9-8C1C-4480-8EBF-232451864951}" type="parTrans" cxnId="{0A057564-1E3E-44F6-8282-593F348FDACD}">
      <dgm:prSet/>
      <dgm:spPr/>
      <dgm:t>
        <a:bodyPr/>
        <a:lstStyle/>
        <a:p>
          <a:endParaRPr lang="en-US"/>
        </a:p>
      </dgm:t>
    </dgm:pt>
    <dgm:pt modelId="{3AFAFCD2-B370-4A2D-B432-7D08ACC9458A}" type="sibTrans" cxnId="{0A057564-1E3E-44F6-8282-593F348FDACD}">
      <dgm:prSet/>
      <dgm:spPr/>
      <dgm:t>
        <a:bodyPr/>
        <a:lstStyle/>
        <a:p>
          <a:endParaRPr lang="en-US"/>
        </a:p>
      </dgm:t>
    </dgm:pt>
    <dgm:pt modelId="{3D0A3B1E-CA10-4396-A27E-63D46D31995A}">
      <dgm:prSet phldrT="[Text]" phldr="0"/>
      <dgm:spPr/>
      <dgm:t>
        <a:bodyPr/>
        <a:lstStyle/>
        <a:p>
          <a:r>
            <a:rPr lang="en-US" b="1"/>
            <a:t>Phase 3</a:t>
          </a:r>
          <a:br>
            <a:rPr lang="en-US" b="0"/>
          </a:br>
          <a:r>
            <a:rPr lang="en-US" b="0"/>
            <a:t>Develop &amp; Select Model</a:t>
          </a:r>
          <a:endParaRPr lang="en-US" b="1"/>
        </a:p>
      </dgm:t>
    </dgm:pt>
    <dgm:pt modelId="{439D4A47-CC33-44E1-8673-B9AFDF03FAC3}" type="parTrans" cxnId="{02E7FF72-FBFE-4C52-BC57-FE2112B793AE}">
      <dgm:prSet/>
      <dgm:spPr/>
      <dgm:t>
        <a:bodyPr/>
        <a:lstStyle/>
        <a:p>
          <a:endParaRPr lang="en-US"/>
        </a:p>
      </dgm:t>
    </dgm:pt>
    <dgm:pt modelId="{8C196C61-E290-4DF8-AFE5-59F3FAB6B177}" type="sibTrans" cxnId="{02E7FF72-FBFE-4C52-BC57-FE2112B793AE}">
      <dgm:prSet/>
      <dgm:spPr/>
      <dgm:t>
        <a:bodyPr/>
        <a:lstStyle/>
        <a:p>
          <a:endParaRPr lang="en-US"/>
        </a:p>
      </dgm:t>
    </dgm:pt>
    <dgm:pt modelId="{83C79BBE-1A16-41C1-B8F0-EDBC76BED83B}">
      <dgm:prSet phldrT="[Text]" phldr="0"/>
      <dgm:spPr/>
      <dgm:t>
        <a:bodyPr/>
        <a:lstStyle/>
        <a:p>
          <a:r>
            <a:rPr lang="en-US" b="1"/>
            <a:t>Phase 4</a:t>
          </a:r>
          <a:br>
            <a:rPr lang="en-US" b="0"/>
          </a:br>
          <a:r>
            <a:rPr lang="en-US" b="0"/>
            <a:t>Deploy</a:t>
          </a:r>
          <a:endParaRPr lang="en-US" b="1"/>
        </a:p>
      </dgm:t>
    </dgm:pt>
    <dgm:pt modelId="{ECE1E31A-67FC-4151-A017-11F4FF390190}" type="parTrans" cxnId="{C1CAC3D3-F4B1-4E3C-A797-FA7C25FEBD46}">
      <dgm:prSet/>
      <dgm:spPr/>
      <dgm:t>
        <a:bodyPr/>
        <a:lstStyle/>
        <a:p>
          <a:endParaRPr lang="en-US"/>
        </a:p>
      </dgm:t>
    </dgm:pt>
    <dgm:pt modelId="{EF671AFF-19EC-448D-8302-376C877B75E0}" type="sibTrans" cxnId="{C1CAC3D3-F4B1-4E3C-A797-FA7C25FEBD46}">
      <dgm:prSet/>
      <dgm:spPr/>
      <dgm:t>
        <a:bodyPr/>
        <a:lstStyle/>
        <a:p>
          <a:endParaRPr lang="en-US"/>
        </a:p>
      </dgm:t>
    </dgm:pt>
    <dgm:pt modelId="{2903ECF6-3A07-471D-BD20-B169FDA5253B}">
      <dgm:prSet phldrT="[Text]" phldr="0"/>
      <dgm:spPr/>
      <dgm:t>
        <a:bodyPr/>
        <a:lstStyle/>
        <a:p>
          <a:r>
            <a:rPr lang="en-US" b="1"/>
            <a:t>Phase 2</a:t>
          </a:r>
          <a:br>
            <a:rPr lang="en-US" b="0"/>
          </a:br>
          <a:r>
            <a:rPr lang="en-US" b="0"/>
            <a:t>Prepare Data</a:t>
          </a:r>
          <a:endParaRPr lang="en-US" b="1"/>
        </a:p>
      </dgm:t>
    </dgm:pt>
    <dgm:pt modelId="{AD96FACF-81A1-4603-A05D-DE9A53142BD0}" type="parTrans" cxnId="{964B1E9C-0BC1-4D71-A438-AB013A5B5448}">
      <dgm:prSet/>
      <dgm:spPr/>
      <dgm:t>
        <a:bodyPr/>
        <a:lstStyle/>
        <a:p>
          <a:endParaRPr lang="en-US"/>
        </a:p>
      </dgm:t>
    </dgm:pt>
    <dgm:pt modelId="{507F5299-E3C1-4FFE-A752-A52AFC06587D}" type="sibTrans" cxnId="{964B1E9C-0BC1-4D71-A438-AB013A5B5448}">
      <dgm:prSet/>
      <dgm:spPr/>
      <dgm:t>
        <a:bodyPr/>
        <a:lstStyle/>
        <a:p>
          <a:endParaRPr lang="en-US"/>
        </a:p>
      </dgm:t>
    </dgm:pt>
    <dgm:pt modelId="{427D2662-FDE9-42FD-9CE4-FE33815B6E3B}">
      <dgm:prSet phldrT="[Text]" phldr="0"/>
      <dgm:spPr/>
      <dgm:t>
        <a:bodyPr/>
        <a:lstStyle/>
        <a:p>
          <a:r>
            <a:rPr lang="en-US" b="1"/>
            <a:t>Phase 5</a:t>
          </a:r>
          <a:br>
            <a:rPr lang="en-US" b="0"/>
          </a:br>
          <a:r>
            <a:rPr lang="en-US" b="0"/>
            <a:t>Enhance and Improve</a:t>
          </a:r>
          <a:endParaRPr lang="en-US" b="1"/>
        </a:p>
      </dgm:t>
    </dgm:pt>
    <dgm:pt modelId="{61E19910-8EF3-49CA-B950-D44FB90E67E1}" type="parTrans" cxnId="{8BCB234B-0F10-4333-9B61-8FBA5F6DF7E0}">
      <dgm:prSet/>
      <dgm:spPr/>
      <dgm:t>
        <a:bodyPr/>
        <a:lstStyle/>
        <a:p>
          <a:endParaRPr lang="en-US"/>
        </a:p>
      </dgm:t>
    </dgm:pt>
    <dgm:pt modelId="{CB45E7AF-36CE-4451-BA84-11A23C9EA0AA}" type="sibTrans" cxnId="{8BCB234B-0F10-4333-9B61-8FBA5F6DF7E0}">
      <dgm:prSet/>
      <dgm:spPr/>
      <dgm:t>
        <a:bodyPr/>
        <a:lstStyle/>
        <a:p>
          <a:endParaRPr lang="en-US"/>
        </a:p>
      </dgm:t>
    </dgm:pt>
    <dgm:pt modelId="{CF65EF7A-80A5-4CF6-BFCB-9DD75EA2E566}" type="pres">
      <dgm:prSet presAssocID="{262D44D0-0FEF-478F-BE60-E80F7E3864FB}" presName="Name0" presStyleCnt="0">
        <dgm:presLayoutVars>
          <dgm:dir/>
          <dgm:resizeHandles val="exact"/>
        </dgm:presLayoutVars>
      </dgm:prSet>
      <dgm:spPr/>
    </dgm:pt>
    <dgm:pt modelId="{FD634238-1F19-43A8-9E3F-1C759FB13029}" type="pres">
      <dgm:prSet presAssocID="{2211CF3B-0EE1-4227-841F-459738C168E0}" presName="composite" presStyleCnt="0"/>
      <dgm:spPr/>
    </dgm:pt>
    <dgm:pt modelId="{B74DDEC2-913F-4875-B9D3-CCDFA8DB2079}" type="pres">
      <dgm:prSet presAssocID="{2211CF3B-0EE1-4227-841F-459738C168E0}" presName="bgChev" presStyleLbl="node1" presStyleIdx="0" presStyleCnt="5"/>
      <dgm:spPr>
        <a:solidFill>
          <a:schemeClr val="accent1"/>
        </a:solidFill>
      </dgm:spPr>
    </dgm:pt>
    <dgm:pt modelId="{A7CD0A2F-929E-46BB-BFE5-72057EB4BA6C}" type="pres">
      <dgm:prSet presAssocID="{2211CF3B-0EE1-4227-841F-459738C168E0}" presName="txNode" presStyleLbl="fgAcc1" presStyleIdx="0" presStyleCnt="5">
        <dgm:presLayoutVars>
          <dgm:bulletEnabled val="1"/>
        </dgm:presLayoutVars>
      </dgm:prSet>
      <dgm:spPr/>
    </dgm:pt>
    <dgm:pt modelId="{97C8710E-B75E-4E31-B5F4-E65C1E3F00A5}" type="pres">
      <dgm:prSet presAssocID="{3AFAFCD2-B370-4A2D-B432-7D08ACC9458A}" presName="compositeSpace" presStyleCnt="0"/>
      <dgm:spPr/>
    </dgm:pt>
    <dgm:pt modelId="{67B6B028-8C8B-475A-9FFB-948E1CA4310D}" type="pres">
      <dgm:prSet presAssocID="{2903ECF6-3A07-471D-BD20-B169FDA5253B}" presName="composite" presStyleCnt="0"/>
      <dgm:spPr/>
    </dgm:pt>
    <dgm:pt modelId="{9D0485AB-2A34-4D89-9AF4-909F022FCE53}" type="pres">
      <dgm:prSet presAssocID="{2903ECF6-3A07-471D-BD20-B169FDA5253B}" presName="bgChev" presStyleLbl="node1" presStyleIdx="1" presStyleCnt="5"/>
      <dgm:spPr/>
    </dgm:pt>
    <dgm:pt modelId="{DA2D154D-2D23-4C3B-8836-AE8C2198F494}" type="pres">
      <dgm:prSet presAssocID="{2903ECF6-3A07-471D-BD20-B169FDA5253B}" presName="txNode" presStyleLbl="fgAcc1" presStyleIdx="1" presStyleCnt="5">
        <dgm:presLayoutVars>
          <dgm:bulletEnabled val="1"/>
        </dgm:presLayoutVars>
      </dgm:prSet>
      <dgm:spPr/>
    </dgm:pt>
    <dgm:pt modelId="{C50DBBB4-D201-4FC6-9710-037CD202A836}" type="pres">
      <dgm:prSet presAssocID="{507F5299-E3C1-4FFE-A752-A52AFC06587D}" presName="compositeSpace" presStyleCnt="0"/>
      <dgm:spPr/>
    </dgm:pt>
    <dgm:pt modelId="{584AB18C-00EC-4326-9FBD-FC745338324E}" type="pres">
      <dgm:prSet presAssocID="{3D0A3B1E-CA10-4396-A27E-63D46D31995A}" presName="composite" presStyleCnt="0"/>
      <dgm:spPr/>
    </dgm:pt>
    <dgm:pt modelId="{5B275D87-7210-4878-B09B-163081DD8661}" type="pres">
      <dgm:prSet presAssocID="{3D0A3B1E-CA10-4396-A27E-63D46D31995A}" presName="bgChev" presStyleLbl="node1" presStyleIdx="2" presStyleCnt="5"/>
      <dgm:spPr/>
    </dgm:pt>
    <dgm:pt modelId="{BE1107A2-E8EA-43E1-915D-43A5A2EDD3F7}" type="pres">
      <dgm:prSet presAssocID="{3D0A3B1E-CA10-4396-A27E-63D46D31995A}" presName="txNode" presStyleLbl="fgAcc1" presStyleIdx="2" presStyleCnt="5">
        <dgm:presLayoutVars>
          <dgm:bulletEnabled val="1"/>
        </dgm:presLayoutVars>
      </dgm:prSet>
      <dgm:spPr/>
    </dgm:pt>
    <dgm:pt modelId="{E9F847BB-D470-4035-966C-898C793C57FC}" type="pres">
      <dgm:prSet presAssocID="{8C196C61-E290-4DF8-AFE5-59F3FAB6B177}" presName="compositeSpace" presStyleCnt="0"/>
      <dgm:spPr/>
    </dgm:pt>
    <dgm:pt modelId="{5E78491D-8BC9-4B66-BF4D-75A3C263CB7A}" type="pres">
      <dgm:prSet presAssocID="{83C79BBE-1A16-41C1-B8F0-EDBC76BED83B}" presName="composite" presStyleCnt="0"/>
      <dgm:spPr/>
    </dgm:pt>
    <dgm:pt modelId="{72BD18D2-054D-4ED6-B552-5B94C39D14AC}" type="pres">
      <dgm:prSet presAssocID="{83C79BBE-1A16-41C1-B8F0-EDBC76BED83B}" presName="bgChev" presStyleLbl="node1" presStyleIdx="3" presStyleCnt="5"/>
      <dgm:spPr>
        <a:solidFill>
          <a:schemeClr val="accent5">
            <a:lumMod val="75000"/>
          </a:schemeClr>
        </a:solidFill>
      </dgm:spPr>
    </dgm:pt>
    <dgm:pt modelId="{E53B16DA-19A3-4635-A41C-F615F6FE84AC}" type="pres">
      <dgm:prSet presAssocID="{83C79BBE-1A16-41C1-B8F0-EDBC76BED83B}" presName="txNode" presStyleLbl="fgAcc1" presStyleIdx="3" presStyleCnt="5">
        <dgm:presLayoutVars>
          <dgm:bulletEnabled val="1"/>
        </dgm:presLayoutVars>
      </dgm:prSet>
      <dgm:spPr/>
    </dgm:pt>
    <dgm:pt modelId="{C03568F8-C203-4DD7-9117-1F4DA1811299}" type="pres">
      <dgm:prSet presAssocID="{EF671AFF-19EC-448D-8302-376C877B75E0}" presName="compositeSpace" presStyleCnt="0"/>
      <dgm:spPr/>
    </dgm:pt>
    <dgm:pt modelId="{B79CF91C-E0E2-42D2-B0FB-ADF6493029FC}" type="pres">
      <dgm:prSet presAssocID="{427D2662-FDE9-42FD-9CE4-FE33815B6E3B}" presName="composite" presStyleCnt="0"/>
      <dgm:spPr/>
    </dgm:pt>
    <dgm:pt modelId="{A68C4623-4690-4A4D-A6AA-0C36A464C9C0}" type="pres">
      <dgm:prSet presAssocID="{427D2662-FDE9-42FD-9CE4-FE33815B6E3B}" presName="bgChev" presStyleLbl="node1" presStyleIdx="4" presStyleCnt="5"/>
      <dgm:spPr/>
    </dgm:pt>
    <dgm:pt modelId="{529B2056-5E6A-46CB-9D5A-C46EB4DDA854}" type="pres">
      <dgm:prSet presAssocID="{427D2662-FDE9-42FD-9CE4-FE33815B6E3B}" presName="txNode" presStyleLbl="fgAcc1" presStyleIdx="4" presStyleCnt="5">
        <dgm:presLayoutVars>
          <dgm:bulletEnabled val="1"/>
        </dgm:presLayoutVars>
      </dgm:prSet>
      <dgm:spPr/>
    </dgm:pt>
  </dgm:ptLst>
  <dgm:cxnLst>
    <dgm:cxn modelId="{4B638640-AEDF-4F03-88B3-C079A21504A3}" type="presOf" srcId="{3D0A3B1E-CA10-4396-A27E-63D46D31995A}" destId="{BE1107A2-E8EA-43E1-915D-43A5A2EDD3F7}" srcOrd="0" destOrd="0" presId="urn:microsoft.com/office/officeart/2005/8/layout/chevronAccent+Icon"/>
    <dgm:cxn modelId="{2658885F-4B60-4FD5-807F-B8F17F81BB65}" type="presOf" srcId="{2211CF3B-0EE1-4227-841F-459738C168E0}" destId="{A7CD0A2F-929E-46BB-BFE5-72057EB4BA6C}" srcOrd="0" destOrd="0" presId="urn:microsoft.com/office/officeart/2005/8/layout/chevronAccent+Icon"/>
    <dgm:cxn modelId="{0A057564-1E3E-44F6-8282-593F348FDACD}" srcId="{262D44D0-0FEF-478F-BE60-E80F7E3864FB}" destId="{2211CF3B-0EE1-4227-841F-459738C168E0}" srcOrd="0" destOrd="0" parTransId="{4AD6A6C9-8C1C-4480-8EBF-232451864951}" sibTransId="{3AFAFCD2-B370-4A2D-B432-7D08ACC9458A}"/>
    <dgm:cxn modelId="{8BCB234B-0F10-4333-9B61-8FBA5F6DF7E0}" srcId="{262D44D0-0FEF-478F-BE60-E80F7E3864FB}" destId="{427D2662-FDE9-42FD-9CE4-FE33815B6E3B}" srcOrd="4" destOrd="0" parTransId="{61E19910-8EF3-49CA-B950-D44FB90E67E1}" sibTransId="{CB45E7AF-36CE-4451-BA84-11A23C9EA0AA}"/>
    <dgm:cxn modelId="{02E7FF72-FBFE-4C52-BC57-FE2112B793AE}" srcId="{262D44D0-0FEF-478F-BE60-E80F7E3864FB}" destId="{3D0A3B1E-CA10-4396-A27E-63D46D31995A}" srcOrd="2" destOrd="0" parTransId="{439D4A47-CC33-44E1-8673-B9AFDF03FAC3}" sibTransId="{8C196C61-E290-4DF8-AFE5-59F3FAB6B177}"/>
    <dgm:cxn modelId="{715A6C79-C25F-4485-9B79-84D298C9D20B}" type="presOf" srcId="{2903ECF6-3A07-471D-BD20-B169FDA5253B}" destId="{DA2D154D-2D23-4C3B-8836-AE8C2198F494}" srcOrd="0" destOrd="0" presId="urn:microsoft.com/office/officeart/2005/8/layout/chevronAccent+Icon"/>
    <dgm:cxn modelId="{8E99778F-2DCC-4A6F-8188-9FBA66F55143}" type="presOf" srcId="{83C79BBE-1A16-41C1-B8F0-EDBC76BED83B}" destId="{E53B16DA-19A3-4635-A41C-F615F6FE84AC}" srcOrd="0" destOrd="0" presId="urn:microsoft.com/office/officeart/2005/8/layout/chevronAccent+Icon"/>
    <dgm:cxn modelId="{457CB090-8982-4C68-8954-7DEC745A5765}" type="presOf" srcId="{262D44D0-0FEF-478F-BE60-E80F7E3864FB}" destId="{CF65EF7A-80A5-4CF6-BFCB-9DD75EA2E566}" srcOrd="0" destOrd="0" presId="urn:microsoft.com/office/officeart/2005/8/layout/chevronAccent+Icon"/>
    <dgm:cxn modelId="{964B1E9C-0BC1-4D71-A438-AB013A5B5448}" srcId="{262D44D0-0FEF-478F-BE60-E80F7E3864FB}" destId="{2903ECF6-3A07-471D-BD20-B169FDA5253B}" srcOrd="1" destOrd="0" parTransId="{AD96FACF-81A1-4603-A05D-DE9A53142BD0}" sibTransId="{507F5299-E3C1-4FFE-A752-A52AFC06587D}"/>
    <dgm:cxn modelId="{5DF256BF-FC55-40E1-9505-7BE2A22EC11B}" type="presOf" srcId="{427D2662-FDE9-42FD-9CE4-FE33815B6E3B}" destId="{529B2056-5E6A-46CB-9D5A-C46EB4DDA854}" srcOrd="0" destOrd="0" presId="urn:microsoft.com/office/officeart/2005/8/layout/chevronAccent+Icon"/>
    <dgm:cxn modelId="{C1CAC3D3-F4B1-4E3C-A797-FA7C25FEBD46}" srcId="{262D44D0-0FEF-478F-BE60-E80F7E3864FB}" destId="{83C79BBE-1A16-41C1-B8F0-EDBC76BED83B}" srcOrd="3" destOrd="0" parTransId="{ECE1E31A-67FC-4151-A017-11F4FF390190}" sibTransId="{EF671AFF-19EC-448D-8302-376C877B75E0}"/>
    <dgm:cxn modelId="{974E0304-7A4C-43B0-A080-B0C14E6CEC76}" type="presParOf" srcId="{CF65EF7A-80A5-4CF6-BFCB-9DD75EA2E566}" destId="{FD634238-1F19-43A8-9E3F-1C759FB13029}" srcOrd="0" destOrd="0" presId="urn:microsoft.com/office/officeart/2005/8/layout/chevronAccent+Icon"/>
    <dgm:cxn modelId="{27421F39-C43A-4D46-BC23-2465FE4E9EB5}" type="presParOf" srcId="{FD634238-1F19-43A8-9E3F-1C759FB13029}" destId="{B74DDEC2-913F-4875-B9D3-CCDFA8DB2079}" srcOrd="0" destOrd="0" presId="urn:microsoft.com/office/officeart/2005/8/layout/chevronAccent+Icon"/>
    <dgm:cxn modelId="{75153E71-D3CC-46B2-893E-C59EBCF02E6A}" type="presParOf" srcId="{FD634238-1F19-43A8-9E3F-1C759FB13029}" destId="{A7CD0A2F-929E-46BB-BFE5-72057EB4BA6C}" srcOrd="1" destOrd="0" presId="urn:microsoft.com/office/officeart/2005/8/layout/chevronAccent+Icon"/>
    <dgm:cxn modelId="{EF9F4361-18CD-4852-9970-88DA2ED5D3C4}" type="presParOf" srcId="{CF65EF7A-80A5-4CF6-BFCB-9DD75EA2E566}" destId="{97C8710E-B75E-4E31-B5F4-E65C1E3F00A5}" srcOrd="1" destOrd="0" presId="urn:microsoft.com/office/officeart/2005/8/layout/chevronAccent+Icon"/>
    <dgm:cxn modelId="{125346B5-7EF0-4719-8FE1-2D39C298A89E}" type="presParOf" srcId="{CF65EF7A-80A5-4CF6-BFCB-9DD75EA2E566}" destId="{67B6B028-8C8B-475A-9FFB-948E1CA4310D}" srcOrd="2" destOrd="0" presId="urn:microsoft.com/office/officeart/2005/8/layout/chevronAccent+Icon"/>
    <dgm:cxn modelId="{A4735D99-D3DD-4DBB-9D9E-E2D24F43454B}" type="presParOf" srcId="{67B6B028-8C8B-475A-9FFB-948E1CA4310D}" destId="{9D0485AB-2A34-4D89-9AF4-909F022FCE53}" srcOrd="0" destOrd="0" presId="urn:microsoft.com/office/officeart/2005/8/layout/chevronAccent+Icon"/>
    <dgm:cxn modelId="{2829438C-1A9E-467C-A954-FF303A7A592A}" type="presParOf" srcId="{67B6B028-8C8B-475A-9FFB-948E1CA4310D}" destId="{DA2D154D-2D23-4C3B-8836-AE8C2198F494}" srcOrd="1" destOrd="0" presId="urn:microsoft.com/office/officeart/2005/8/layout/chevronAccent+Icon"/>
    <dgm:cxn modelId="{71C2E8E8-940F-4CA8-BAAC-48D66B65F5B9}" type="presParOf" srcId="{CF65EF7A-80A5-4CF6-BFCB-9DD75EA2E566}" destId="{C50DBBB4-D201-4FC6-9710-037CD202A836}" srcOrd="3" destOrd="0" presId="urn:microsoft.com/office/officeart/2005/8/layout/chevronAccent+Icon"/>
    <dgm:cxn modelId="{53C56522-C8E5-4599-A3DF-4F565B8D7EEA}" type="presParOf" srcId="{CF65EF7A-80A5-4CF6-BFCB-9DD75EA2E566}" destId="{584AB18C-00EC-4326-9FBD-FC745338324E}" srcOrd="4" destOrd="0" presId="urn:microsoft.com/office/officeart/2005/8/layout/chevronAccent+Icon"/>
    <dgm:cxn modelId="{5E05BE68-3A97-4685-A717-E4FEBBB92F5E}" type="presParOf" srcId="{584AB18C-00EC-4326-9FBD-FC745338324E}" destId="{5B275D87-7210-4878-B09B-163081DD8661}" srcOrd="0" destOrd="0" presId="urn:microsoft.com/office/officeart/2005/8/layout/chevronAccent+Icon"/>
    <dgm:cxn modelId="{C04B48B5-F9D8-46B2-A4D4-9F9032DA603B}" type="presParOf" srcId="{584AB18C-00EC-4326-9FBD-FC745338324E}" destId="{BE1107A2-E8EA-43E1-915D-43A5A2EDD3F7}" srcOrd="1" destOrd="0" presId="urn:microsoft.com/office/officeart/2005/8/layout/chevronAccent+Icon"/>
    <dgm:cxn modelId="{C1781C0F-731A-4AE1-8C1C-D064C265C483}" type="presParOf" srcId="{CF65EF7A-80A5-4CF6-BFCB-9DD75EA2E566}" destId="{E9F847BB-D470-4035-966C-898C793C57FC}" srcOrd="5" destOrd="0" presId="urn:microsoft.com/office/officeart/2005/8/layout/chevronAccent+Icon"/>
    <dgm:cxn modelId="{35A47BA4-E10F-4C82-9329-6F376067F68F}" type="presParOf" srcId="{CF65EF7A-80A5-4CF6-BFCB-9DD75EA2E566}" destId="{5E78491D-8BC9-4B66-BF4D-75A3C263CB7A}" srcOrd="6" destOrd="0" presId="urn:microsoft.com/office/officeart/2005/8/layout/chevronAccent+Icon"/>
    <dgm:cxn modelId="{0BA32EAE-93C8-4200-B7E5-83231B20378A}" type="presParOf" srcId="{5E78491D-8BC9-4B66-BF4D-75A3C263CB7A}" destId="{72BD18D2-054D-4ED6-B552-5B94C39D14AC}" srcOrd="0" destOrd="0" presId="urn:microsoft.com/office/officeart/2005/8/layout/chevronAccent+Icon"/>
    <dgm:cxn modelId="{59B0EE31-B52D-452B-A3AE-5FDFC8FB5842}" type="presParOf" srcId="{5E78491D-8BC9-4B66-BF4D-75A3C263CB7A}" destId="{E53B16DA-19A3-4635-A41C-F615F6FE84AC}" srcOrd="1" destOrd="0" presId="urn:microsoft.com/office/officeart/2005/8/layout/chevronAccent+Icon"/>
    <dgm:cxn modelId="{B3C5B286-9E57-49F8-80CA-AAE62999DFD5}" type="presParOf" srcId="{CF65EF7A-80A5-4CF6-BFCB-9DD75EA2E566}" destId="{C03568F8-C203-4DD7-9117-1F4DA1811299}" srcOrd="7" destOrd="0" presId="urn:microsoft.com/office/officeart/2005/8/layout/chevronAccent+Icon"/>
    <dgm:cxn modelId="{7CDD1323-0A3A-4C5B-B798-C0F2B7964A94}" type="presParOf" srcId="{CF65EF7A-80A5-4CF6-BFCB-9DD75EA2E566}" destId="{B79CF91C-E0E2-42D2-B0FB-ADF6493029FC}" srcOrd="8" destOrd="0" presId="urn:microsoft.com/office/officeart/2005/8/layout/chevronAccent+Icon"/>
    <dgm:cxn modelId="{60870117-19E1-40CB-BC12-506633E927FF}" type="presParOf" srcId="{B79CF91C-E0E2-42D2-B0FB-ADF6493029FC}" destId="{A68C4623-4690-4A4D-A6AA-0C36A464C9C0}" srcOrd="0" destOrd="0" presId="urn:microsoft.com/office/officeart/2005/8/layout/chevronAccent+Icon"/>
    <dgm:cxn modelId="{A3D629B0-5355-4CE9-93EB-5063CEA9571A}" type="presParOf" srcId="{B79CF91C-E0E2-42D2-B0FB-ADF6493029FC}" destId="{529B2056-5E6A-46CB-9D5A-C46EB4DDA854}" srcOrd="1" destOrd="0" presId="urn:microsoft.com/office/officeart/2005/8/layout/chevronAccent+Icon"/>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63805FD-1343-4517-BEDA-7EF58AA4B5F5}" type="doc">
      <dgm:prSet loTypeId="urn:microsoft.com/office/officeart/2005/8/layout/hList1" loCatId="list" qsTypeId="urn:microsoft.com/office/officeart/2005/8/quickstyle/simple1#2" qsCatId="simple" csTypeId="urn:microsoft.com/office/officeart/2005/8/colors/accent1_2#1" csCatId="accent1" phldr="1"/>
      <dgm:spPr/>
      <dgm:t>
        <a:bodyPr/>
        <a:lstStyle/>
        <a:p>
          <a:endParaRPr lang="en-US"/>
        </a:p>
      </dgm:t>
    </dgm:pt>
    <dgm:pt modelId="{4BABDFFF-509C-4B4D-BACD-2F1BD55C46A4}">
      <dgm:prSet phldrT="[Text]" phldr="0"/>
      <dgm:spPr/>
      <dgm:t>
        <a:bodyPr/>
        <a:lstStyle/>
        <a:p>
          <a:r>
            <a:rPr lang="en-US" b="1"/>
            <a:t>Define Problem, Purpose, Audience</a:t>
          </a:r>
        </a:p>
      </dgm:t>
    </dgm:pt>
    <dgm:pt modelId="{845AB9EE-1BD7-4535-ABCE-F61974151F1A}" type="parTrans" cxnId="{DE6A5EF8-AE28-4EFC-92EC-96B0F6698D0A}">
      <dgm:prSet/>
      <dgm:spPr/>
      <dgm:t>
        <a:bodyPr/>
        <a:lstStyle/>
        <a:p>
          <a:endParaRPr lang="en-US"/>
        </a:p>
      </dgm:t>
    </dgm:pt>
    <dgm:pt modelId="{800AA776-D0A3-402E-BDC0-50E34A2FFF13}" type="sibTrans" cxnId="{DE6A5EF8-AE28-4EFC-92EC-96B0F6698D0A}">
      <dgm:prSet phldrT="1" phldr="0"/>
      <dgm:spPr/>
      <dgm:t>
        <a:bodyPr/>
        <a:lstStyle/>
        <a:p>
          <a:endParaRPr lang="en-US"/>
        </a:p>
      </dgm:t>
    </dgm:pt>
    <dgm:pt modelId="{D784F7E6-D343-473D-9CB4-338D39EAF1CA}">
      <dgm:prSet phldrT="[Text]" phldr="0"/>
      <dgm:spPr/>
      <dgm:t>
        <a:bodyPr/>
        <a:lstStyle/>
        <a:p>
          <a:pPr>
            <a:buNone/>
          </a:pPr>
          <a:r>
            <a:rPr lang="en-US" i="1"/>
            <a:t>What specific question are we trying to answer? What level of information do we share? What steps do we take to follow ethics and legal guidelines?</a:t>
          </a:r>
        </a:p>
      </dgm:t>
    </dgm:pt>
    <dgm:pt modelId="{E8E27623-BB9D-42A0-83B5-2946BCAB25BA}" type="parTrans" cxnId="{D5FB8FC5-3FFA-414C-8D00-FE0756013EC0}">
      <dgm:prSet/>
      <dgm:spPr/>
      <dgm:t>
        <a:bodyPr/>
        <a:lstStyle/>
        <a:p>
          <a:endParaRPr lang="en-US"/>
        </a:p>
      </dgm:t>
    </dgm:pt>
    <dgm:pt modelId="{F249975B-1D13-4F88-A563-620CF9169895}" type="sibTrans" cxnId="{D5FB8FC5-3FFA-414C-8D00-FE0756013EC0}">
      <dgm:prSet/>
      <dgm:spPr/>
      <dgm:t>
        <a:bodyPr/>
        <a:lstStyle/>
        <a:p>
          <a:endParaRPr lang="en-US"/>
        </a:p>
      </dgm:t>
    </dgm:pt>
    <dgm:pt modelId="{19A29A29-DB0A-4444-9DC8-841A5D426E80}">
      <dgm:prSet phldrT="[Text]" phldr="0"/>
      <dgm:spPr/>
      <dgm:t>
        <a:bodyPr/>
        <a:lstStyle/>
        <a:p>
          <a:r>
            <a:rPr lang="en-US"/>
            <a:t>Ex., boundaries of output (</a:t>
          </a:r>
          <a:r>
            <a:rPr lang="en-US" err="1"/>
            <a:t>indiv</a:t>
          </a:r>
          <a:r>
            <a:rPr lang="en-US"/>
            <a:t> vs. group level / skill type)</a:t>
          </a:r>
        </a:p>
      </dgm:t>
    </dgm:pt>
    <dgm:pt modelId="{0AE70622-46B5-495D-9EC2-88F87B3D391C}" type="parTrans" cxnId="{5C7561E9-EBF5-4346-A1EF-AB6EEB9146E9}">
      <dgm:prSet/>
      <dgm:spPr/>
      <dgm:t>
        <a:bodyPr/>
        <a:lstStyle/>
        <a:p>
          <a:endParaRPr lang="en-US"/>
        </a:p>
      </dgm:t>
    </dgm:pt>
    <dgm:pt modelId="{3C6ABE53-41B8-4E7E-9902-F4BE1A13A512}" type="sibTrans" cxnId="{5C7561E9-EBF5-4346-A1EF-AB6EEB9146E9}">
      <dgm:prSet/>
      <dgm:spPr/>
      <dgm:t>
        <a:bodyPr/>
        <a:lstStyle/>
        <a:p>
          <a:endParaRPr lang="en-US"/>
        </a:p>
      </dgm:t>
    </dgm:pt>
    <dgm:pt modelId="{8FD842FF-8572-4406-A6EB-86154251AAE8}">
      <dgm:prSet phldrT="[Text]" phldr="0"/>
      <dgm:spPr/>
      <dgm:t>
        <a:bodyPr/>
        <a:lstStyle/>
        <a:p>
          <a:r>
            <a:rPr lang="en-US"/>
            <a:t>Ex., Identify probability of voluntary attrition within 6-month window</a:t>
          </a:r>
        </a:p>
      </dgm:t>
    </dgm:pt>
    <dgm:pt modelId="{F072EC12-6629-4087-ABD8-F1C5180C40C2}" type="parTrans" cxnId="{EBC63929-26BF-489D-9F0E-1B81A40E8D63}">
      <dgm:prSet/>
      <dgm:spPr/>
      <dgm:t>
        <a:bodyPr/>
        <a:lstStyle/>
        <a:p>
          <a:endParaRPr lang="en-US"/>
        </a:p>
      </dgm:t>
    </dgm:pt>
    <dgm:pt modelId="{03494824-6C75-4343-8DB6-1B82B9D05BAD}" type="sibTrans" cxnId="{EBC63929-26BF-489D-9F0E-1B81A40E8D63}">
      <dgm:prSet/>
      <dgm:spPr/>
      <dgm:t>
        <a:bodyPr/>
        <a:lstStyle/>
        <a:p>
          <a:endParaRPr lang="en-US"/>
        </a:p>
      </dgm:t>
    </dgm:pt>
    <dgm:pt modelId="{7923705D-10BE-4E28-BCD0-CACB6D807F9F}">
      <dgm:prSet phldrT="[Text]" phldr="0"/>
      <dgm:spPr/>
      <dgm:t>
        <a:bodyPr/>
        <a:lstStyle/>
        <a:p>
          <a:pPr>
            <a:buNone/>
          </a:pPr>
          <a:endParaRPr lang="en-US" i="1"/>
        </a:p>
      </dgm:t>
    </dgm:pt>
    <dgm:pt modelId="{E9720A56-1FAF-4558-9171-6EA9B574C9FF}" type="parTrans" cxnId="{40A492DA-5178-4062-A4F5-B2CB56251697}">
      <dgm:prSet/>
      <dgm:spPr/>
      <dgm:t>
        <a:bodyPr/>
        <a:lstStyle/>
        <a:p>
          <a:endParaRPr lang="en-US"/>
        </a:p>
      </dgm:t>
    </dgm:pt>
    <dgm:pt modelId="{D9D098CE-4C87-4AC5-8605-57CB6F667156}" type="sibTrans" cxnId="{40A492DA-5178-4062-A4F5-B2CB56251697}">
      <dgm:prSet/>
      <dgm:spPr/>
      <dgm:t>
        <a:bodyPr/>
        <a:lstStyle/>
        <a:p>
          <a:endParaRPr lang="en-US"/>
        </a:p>
      </dgm:t>
    </dgm:pt>
    <dgm:pt modelId="{FF0AFC54-9723-4241-ABA2-54764D6F55EC}" type="pres">
      <dgm:prSet presAssocID="{063805FD-1343-4517-BEDA-7EF58AA4B5F5}" presName="Name0" presStyleCnt="0">
        <dgm:presLayoutVars>
          <dgm:dir/>
          <dgm:animLvl val="lvl"/>
          <dgm:resizeHandles val="exact"/>
        </dgm:presLayoutVars>
      </dgm:prSet>
      <dgm:spPr/>
    </dgm:pt>
    <dgm:pt modelId="{1D7C81CC-122D-48E6-ABA2-0800637E1ED6}" type="pres">
      <dgm:prSet presAssocID="{4BABDFFF-509C-4B4D-BACD-2F1BD55C46A4}" presName="composite" presStyleCnt="0"/>
      <dgm:spPr/>
    </dgm:pt>
    <dgm:pt modelId="{F801FD7C-378C-4636-A824-3EC548C9AF68}" type="pres">
      <dgm:prSet presAssocID="{4BABDFFF-509C-4B4D-BACD-2F1BD55C46A4}" presName="parTx" presStyleLbl="alignNode1" presStyleIdx="0" presStyleCnt="1">
        <dgm:presLayoutVars>
          <dgm:chMax val="0"/>
          <dgm:chPref val="0"/>
          <dgm:bulletEnabled val="1"/>
        </dgm:presLayoutVars>
      </dgm:prSet>
      <dgm:spPr/>
    </dgm:pt>
    <dgm:pt modelId="{C3742E6A-BBE0-45A5-B6EF-C3C942DD9057}" type="pres">
      <dgm:prSet presAssocID="{4BABDFFF-509C-4B4D-BACD-2F1BD55C46A4}" presName="desTx" presStyleLbl="alignAccFollowNode1" presStyleIdx="0" presStyleCnt="1">
        <dgm:presLayoutVars>
          <dgm:bulletEnabled val="1"/>
        </dgm:presLayoutVars>
      </dgm:prSet>
      <dgm:spPr/>
    </dgm:pt>
  </dgm:ptLst>
  <dgm:cxnLst>
    <dgm:cxn modelId="{0635330A-32A1-4678-AB49-0BCB0A762C8C}" type="presOf" srcId="{7923705D-10BE-4E28-BCD0-CACB6D807F9F}" destId="{C3742E6A-BBE0-45A5-B6EF-C3C942DD9057}" srcOrd="0" destOrd="1" presId="urn:microsoft.com/office/officeart/2005/8/layout/hList1"/>
    <dgm:cxn modelId="{EBC63929-26BF-489D-9F0E-1B81A40E8D63}" srcId="{4BABDFFF-509C-4B4D-BACD-2F1BD55C46A4}" destId="{8FD842FF-8572-4406-A6EB-86154251AAE8}" srcOrd="2" destOrd="0" parTransId="{F072EC12-6629-4087-ABD8-F1C5180C40C2}" sibTransId="{03494824-6C75-4343-8DB6-1B82B9D05BAD}"/>
    <dgm:cxn modelId="{06FEBD49-9406-4BD6-898B-46D2E2B18669}" type="presOf" srcId="{19A29A29-DB0A-4444-9DC8-841A5D426E80}" destId="{C3742E6A-BBE0-45A5-B6EF-C3C942DD9057}" srcOrd="0" destOrd="3" presId="urn:microsoft.com/office/officeart/2005/8/layout/hList1"/>
    <dgm:cxn modelId="{973DC049-FF2E-4048-9352-419319C052B4}" type="presOf" srcId="{4BABDFFF-509C-4B4D-BACD-2F1BD55C46A4}" destId="{F801FD7C-378C-4636-A824-3EC548C9AF68}" srcOrd="0" destOrd="0" presId="urn:microsoft.com/office/officeart/2005/8/layout/hList1"/>
    <dgm:cxn modelId="{6221CCB1-370C-4D65-8E53-E576BAC8ADF3}" type="presOf" srcId="{8FD842FF-8572-4406-A6EB-86154251AAE8}" destId="{C3742E6A-BBE0-45A5-B6EF-C3C942DD9057}" srcOrd="0" destOrd="2" presId="urn:microsoft.com/office/officeart/2005/8/layout/hList1"/>
    <dgm:cxn modelId="{D5FB8FC5-3FFA-414C-8D00-FE0756013EC0}" srcId="{4BABDFFF-509C-4B4D-BACD-2F1BD55C46A4}" destId="{D784F7E6-D343-473D-9CB4-338D39EAF1CA}" srcOrd="0" destOrd="0" parTransId="{E8E27623-BB9D-42A0-83B5-2946BCAB25BA}" sibTransId="{F249975B-1D13-4F88-A563-620CF9169895}"/>
    <dgm:cxn modelId="{40A492DA-5178-4062-A4F5-B2CB56251697}" srcId="{4BABDFFF-509C-4B4D-BACD-2F1BD55C46A4}" destId="{7923705D-10BE-4E28-BCD0-CACB6D807F9F}" srcOrd="1" destOrd="0" parTransId="{E9720A56-1FAF-4558-9171-6EA9B574C9FF}" sibTransId="{D9D098CE-4C87-4AC5-8605-57CB6F667156}"/>
    <dgm:cxn modelId="{5C7561E9-EBF5-4346-A1EF-AB6EEB9146E9}" srcId="{4BABDFFF-509C-4B4D-BACD-2F1BD55C46A4}" destId="{19A29A29-DB0A-4444-9DC8-841A5D426E80}" srcOrd="3" destOrd="0" parTransId="{0AE70622-46B5-495D-9EC2-88F87B3D391C}" sibTransId="{3C6ABE53-41B8-4E7E-9902-F4BE1A13A512}"/>
    <dgm:cxn modelId="{10B7DCF2-D939-4755-B45D-C4C9911DAF25}" type="presOf" srcId="{063805FD-1343-4517-BEDA-7EF58AA4B5F5}" destId="{FF0AFC54-9723-4241-ABA2-54764D6F55EC}" srcOrd="0" destOrd="0" presId="urn:microsoft.com/office/officeart/2005/8/layout/hList1"/>
    <dgm:cxn modelId="{DE6A5EF8-AE28-4EFC-92EC-96B0F6698D0A}" srcId="{063805FD-1343-4517-BEDA-7EF58AA4B5F5}" destId="{4BABDFFF-509C-4B4D-BACD-2F1BD55C46A4}" srcOrd="0" destOrd="0" parTransId="{845AB9EE-1BD7-4535-ABCE-F61974151F1A}" sibTransId="{800AA776-D0A3-402E-BDC0-50E34A2FFF13}"/>
    <dgm:cxn modelId="{86734EFB-590E-4B12-9E7E-B75401823988}" type="presOf" srcId="{D784F7E6-D343-473D-9CB4-338D39EAF1CA}" destId="{C3742E6A-BBE0-45A5-B6EF-C3C942DD9057}" srcOrd="0" destOrd="0" presId="urn:microsoft.com/office/officeart/2005/8/layout/hList1"/>
    <dgm:cxn modelId="{E88EFCF7-9674-4C8B-8E44-D7818283B298}" type="presParOf" srcId="{FF0AFC54-9723-4241-ABA2-54764D6F55EC}" destId="{1D7C81CC-122D-48E6-ABA2-0800637E1ED6}" srcOrd="0" destOrd="0" presId="urn:microsoft.com/office/officeart/2005/8/layout/hList1"/>
    <dgm:cxn modelId="{41AAEEAB-A644-4C8A-A100-2938D0CF35F3}" type="presParOf" srcId="{1D7C81CC-122D-48E6-ABA2-0800637E1ED6}" destId="{F801FD7C-378C-4636-A824-3EC548C9AF68}" srcOrd="0" destOrd="0" presId="urn:microsoft.com/office/officeart/2005/8/layout/hList1"/>
    <dgm:cxn modelId="{2A058E9F-BA0F-4395-892E-8AFE51C30CBE}" type="presParOf" srcId="{1D7C81CC-122D-48E6-ABA2-0800637E1ED6}" destId="{C3742E6A-BBE0-45A5-B6EF-C3C942DD9057}" srcOrd="1" destOrd="0" presId="urn:microsoft.com/office/officeart/2005/8/layout/h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63805FD-1343-4517-BEDA-7EF58AA4B5F5}" type="doc">
      <dgm:prSet loTypeId="urn:microsoft.com/office/officeart/2005/8/layout/hList1" loCatId="list" qsTypeId="urn:microsoft.com/office/officeart/2005/8/quickstyle/simple1#3" qsCatId="simple" csTypeId="urn:microsoft.com/office/officeart/2005/8/colors/accent5_3#1" csCatId="accent5" phldr="1"/>
      <dgm:spPr/>
      <dgm:t>
        <a:bodyPr/>
        <a:lstStyle/>
        <a:p>
          <a:endParaRPr lang="en-US"/>
        </a:p>
      </dgm:t>
    </dgm:pt>
    <dgm:pt modelId="{42B4045D-AB21-4BF6-8166-DB2EF6F71D40}">
      <dgm:prSet phldrT="[Text]" phldr="0" custT="1"/>
      <dgm:spPr/>
      <dgm:t>
        <a:bodyPr/>
        <a:lstStyle/>
        <a:p>
          <a:pPr>
            <a:buNone/>
          </a:pPr>
          <a:r>
            <a:rPr lang="en-US" sz="900" i="1"/>
            <a:t>What does our output / deliverable look like? Who has access to this information and when / how frequently?</a:t>
          </a:r>
        </a:p>
      </dgm:t>
    </dgm:pt>
    <dgm:pt modelId="{DF71C2C9-5362-4DBA-A56F-020ADB5FCEC3}" type="sibTrans" cxnId="{FA3221A2-33F3-48B4-BF4D-AEF61E25F548}">
      <dgm:prSet phldrT="9" phldr="0"/>
      <dgm:spPr/>
      <dgm:t>
        <a:bodyPr/>
        <a:lstStyle/>
        <a:p>
          <a:endParaRPr lang="en-US" sz="900"/>
        </a:p>
      </dgm:t>
    </dgm:pt>
    <dgm:pt modelId="{2A7D3BA0-8256-492E-8EEC-D61F45D9EAC1}" type="parTrans" cxnId="{FA3221A2-33F3-48B4-BF4D-AEF61E25F548}">
      <dgm:prSet/>
      <dgm:spPr/>
      <dgm:t>
        <a:bodyPr/>
        <a:lstStyle/>
        <a:p>
          <a:endParaRPr lang="en-US" sz="900"/>
        </a:p>
      </dgm:t>
    </dgm:pt>
    <dgm:pt modelId="{E146EF1D-80F3-4E48-8000-EEA53CC50C54}">
      <dgm:prSet phldrT="[Text]" phldr="0" custT="1"/>
      <dgm:spPr/>
      <dgm:t>
        <a:bodyPr/>
        <a:lstStyle/>
        <a:p>
          <a:pPr>
            <a:buNone/>
          </a:pPr>
          <a:r>
            <a:rPr lang="en-US" sz="900" b="1">
              <a:solidFill>
                <a:schemeClr val="tx1"/>
              </a:solidFill>
            </a:rPr>
            <a:t>Deployment</a:t>
          </a:r>
        </a:p>
      </dgm:t>
    </dgm:pt>
    <dgm:pt modelId="{36EC2234-4D78-4DBA-81F8-000103C4A77F}" type="parTrans" cxnId="{971CF17C-A16B-4070-9E39-78042FF622AA}">
      <dgm:prSet/>
      <dgm:spPr/>
      <dgm:t>
        <a:bodyPr/>
        <a:lstStyle/>
        <a:p>
          <a:endParaRPr lang="en-US" sz="900"/>
        </a:p>
      </dgm:t>
    </dgm:pt>
    <dgm:pt modelId="{473975F1-721C-411A-9503-864FD8E08845}" type="sibTrans" cxnId="{971CF17C-A16B-4070-9E39-78042FF622AA}">
      <dgm:prSet phldrT="5" phldr="0"/>
      <dgm:spPr/>
      <dgm:t>
        <a:bodyPr/>
        <a:lstStyle/>
        <a:p>
          <a:endParaRPr lang="en-US" sz="900"/>
        </a:p>
      </dgm:t>
    </dgm:pt>
    <dgm:pt modelId="{C5F9F48F-A212-4E3E-9E9C-96F8861AF43C}">
      <dgm:prSet phldrT="[Text]" phldr="0" custT="1"/>
      <dgm:spPr/>
      <dgm:t>
        <a:bodyPr/>
        <a:lstStyle/>
        <a:p>
          <a:pPr>
            <a:buFont typeface="Arial" panose="020B0604020202020204" pitchFamily="34" charset="0"/>
            <a:buChar char="•"/>
          </a:pPr>
          <a:r>
            <a:rPr lang="en-US" sz="900" i="0"/>
            <a:t>Calibrate expectations, clarify governance, ethics, and workload expectations for revisions ahead of time</a:t>
          </a:r>
        </a:p>
      </dgm:t>
    </dgm:pt>
    <dgm:pt modelId="{6D720152-18E8-4C17-8946-C2F876B43167}" type="parTrans" cxnId="{4CB73C57-5EDC-44C9-9DB1-F240150454EF}">
      <dgm:prSet/>
      <dgm:spPr/>
      <dgm:t>
        <a:bodyPr/>
        <a:lstStyle/>
        <a:p>
          <a:endParaRPr lang="en-US" sz="900"/>
        </a:p>
      </dgm:t>
    </dgm:pt>
    <dgm:pt modelId="{5B3C6A9E-683D-42CF-ABC6-A34E2E161C93}" type="sibTrans" cxnId="{4CB73C57-5EDC-44C9-9DB1-F240150454EF}">
      <dgm:prSet/>
      <dgm:spPr/>
      <dgm:t>
        <a:bodyPr/>
        <a:lstStyle/>
        <a:p>
          <a:endParaRPr lang="en-US" sz="900"/>
        </a:p>
      </dgm:t>
    </dgm:pt>
    <dgm:pt modelId="{56301283-A1C4-4B05-A8F9-8F8AB68645B7}">
      <dgm:prSet phldrT="[Text]" phldr="0" custT="1"/>
      <dgm:spPr/>
      <dgm:t>
        <a:bodyPr/>
        <a:lstStyle/>
        <a:p>
          <a:pPr>
            <a:buFont typeface="Arial" panose="020B0604020202020204" pitchFamily="34" charset="0"/>
            <a:buChar char="•"/>
          </a:pPr>
          <a:r>
            <a:rPr lang="en-US" sz="900" i="0"/>
            <a:t>Ex., risk score (0 – 100%)</a:t>
          </a:r>
        </a:p>
      </dgm:t>
    </dgm:pt>
    <dgm:pt modelId="{FC8B5D9C-B08A-4648-AC59-757C0D33EA9D}" type="parTrans" cxnId="{4EB289FB-EBDA-4941-84AD-D6DA5AE9FAEE}">
      <dgm:prSet/>
      <dgm:spPr/>
      <dgm:t>
        <a:bodyPr/>
        <a:lstStyle/>
        <a:p>
          <a:endParaRPr lang="en-US" sz="900"/>
        </a:p>
      </dgm:t>
    </dgm:pt>
    <dgm:pt modelId="{DA0A720F-D726-4055-B042-A2A9A9B15875}" type="sibTrans" cxnId="{4EB289FB-EBDA-4941-84AD-D6DA5AE9FAEE}">
      <dgm:prSet/>
      <dgm:spPr/>
      <dgm:t>
        <a:bodyPr/>
        <a:lstStyle/>
        <a:p>
          <a:endParaRPr lang="en-US" sz="900"/>
        </a:p>
      </dgm:t>
    </dgm:pt>
    <dgm:pt modelId="{0D14BEBF-6FC2-42BB-8672-165ABA9CCD64}">
      <dgm:prSet phldrT="[Text]" phldr="0" custT="1"/>
      <dgm:spPr/>
      <dgm:t>
        <a:bodyPr/>
        <a:lstStyle/>
        <a:p>
          <a:pPr>
            <a:buFont typeface="Arial" panose="020B0604020202020204" pitchFamily="34" charset="0"/>
            <a:buChar char="•"/>
          </a:pPr>
          <a:r>
            <a:rPr lang="en-US" sz="900" i="0"/>
            <a:t>Ex., suggested action</a:t>
          </a:r>
        </a:p>
      </dgm:t>
    </dgm:pt>
    <dgm:pt modelId="{5E9932BB-167E-46B0-A688-191B7FE8C047}" type="parTrans" cxnId="{0AFD0DF1-E57A-4B79-8441-FF405C8B66D7}">
      <dgm:prSet/>
      <dgm:spPr/>
      <dgm:t>
        <a:bodyPr/>
        <a:lstStyle/>
        <a:p>
          <a:endParaRPr lang="en-US" sz="900"/>
        </a:p>
      </dgm:t>
    </dgm:pt>
    <dgm:pt modelId="{145C4C09-17CB-4814-828D-617F7B430D2C}" type="sibTrans" cxnId="{0AFD0DF1-E57A-4B79-8441-FF405C8B66D7}">
      <dgm:prSet/>
      <dgm:spPr/>
      <dgm:t>
        <a:bodyPr/>
        <a:lstStyle/>
        <a:p>
          <a:endParaRPr lang="en-US" sz="900"/>
        </a:p>
      </dgm:t>
    </dgm:pt>
    <dgm:pt modelId="{9D9DDE22-EFB2-4714-BB03-0AC9D0ADA033}">
      <dgm:prSet phldrT="[Text]" phldr="0" custT="1"/>
      <dgm:spPr/>
      <dgm:t>
        <a:bodyPr/>
        <a:lstStyle/>
        <a:p>
          <a:pPr>
            <a:buNone/>
          </a:pPr>
          <a:endParaRPr lang="en-US" sz="900" i="1"/>
        </a:p>
      </dgm:t>
    </dgm:pt>
    <dgm:pt modelId="{743D887E-C925-4C84-8343-9F00CB4AD6C8}" type="parTrans" cxnId="{1FC33D47-ACE9-4762-B343-5FD77D1896A1}">
      <dgm:prSet/>
      <dgm:spPr/>
      <dgm:t>
        <a:bodyPr/>
        <a:lstStyle/>
        <a:p>
          <a:endParaRPr lang="en-US" sz="900"/>
        </a:p>
      </dgm:t>
    </dgm:pt>
    <dgm:pt modelId="{D4EC5EEE-100C-4AE2-995F-012277969E86}" type="sibTrans" cxnId="{1FC33D47-ACE9-4762-B343-5FD77D1896A1}">
      <dgm:prSet/>
      <dgm:spPr/>
      <dgm:t>
        <a:bodyPr/>
        <a:lstStyle/>
        <a:p>
          <a:endParaRPr lang="en-US" sz="900"/>
        </a:p>
      </dgm:t>
    </dgm:pt>
    <dgm:pt modelId="{9ED083F1-A520-487E-957C-B38E585D6424}">
      <dgm:prSet phldrT="[Text]" phldr="0" custT="1"/>
      <dgm:spPr/>
      <dgm:t>
        <a:bodyPr/>
        <a:lstStyle/>
        <a:p>
          <a:pPr>
            <a:buFont typeface="Arial" panose="020B0604020202020204" pitchFamily="34" charset="0"/>
            <a:buChar char="•"/>
          </a:pPr>
          <a:r>
            <a:rPr lang="en-US" sz="900" i="0"/>
            <a:t>Specific outputs</a:t>
          </a:r>
        </a:p>
      </dgm:t>
    </dgm:pt>
    <dgm:pt modelId="{FBD0F337-57D6-4343-89F8-6D3671856964}" type="parTrans" cxnId="{F0898A26-B23C-47AE-88C9-764CA7939A31}">
      <dgm:prSet/>
      <dgm:spPr/>
      <dgm:t>
        <a:bodyPr/>
        <a:lstStyle/>
        <a:p>
          <a:endParaRPr lang="en-US" sz="900"/>
        </a:p>
      </dgm:t>
    </dgm:pt>
    <dgm:pt modelId="{B49A6DA2-024E-4CB3-AFDD-480AE43844E4}" type="sibTrans" cxnId="{F0898A26-B23C-47AE-88C9-764CA7939A31}">
      <dgm:prSet/>
      <dgm:spPr/>
      <dgm:t>
        <a:bodyPr/>
        <a:lstStyle/>
        <a:p>
          <a:endParaRPr lang="en-US" sz="900"/>
        </a:p>
      </dgm:t>
    </dgm:pt>
    <dgm:pt modelId="{FF4DB498-FC4D-4921-A2DA-D8B254B94EB8}">
      <dgm:prSet phldrT="[Text]" phldr="0" custT="1"/>
      <dgm:spPr/>
      <dgm:t>
        <a:bodyPr/>
        <a:lstStyle/>
        <a:p>
          <a:pPr>
            <a:buFont typeface="Arial" panose="020B0604020202020204" pitchFamily="34" charset="0"/>
            <a:buChar char="•"/>
          </a:pPr>
          <a:r>
            <a:rPr lang="en-US" sz="900" b="1" i="0"/>
            <a:t>MVP: Just </a:t>
          </a:r>
          <a:r>
            <a:rPr lang="en-US" sz="900" b="1" i="0" err="1"/>
            <a:t>Innov</a:t>
          </a:r>
          <a:r>
            <a:rPr lang="en-US" sz="900" b="1" i="0"/>
            <a:t> Arch team</a:t>
          </a:r>
        </a:p>
      </dgm:t>
    </dgm:pt>
    <dgm:pt modelId="{15BAD552-0C65-45C9-86A2-7C55280E4D94}" type="parTrans" cxnId="{E7A223FD-4841-44C4-B97F-622CC562317E}">
      <dgm:prSet/>
      <dgm:spPr/>
      <dgm:t>
        <a:bodyPr/>
        <a:lstStyle/>
        <a:p>
          <a:endParaRPr lang="en-US" sz="900"/>
        </a:p>
      </dgm:t>
    </dgm:pt>
    <dgm:pt modelId="{DD0E1B26-4293-4E2E-B477-4F2D3273E7C0}" type="sibTrans" cxnId="{E7A223FD-4841-44C4-B97F-622CC562317E}">
      <dgm:prSet/>
      <dgm:spPr/>
      <dgm:t>
        <a:bodyPr/>
        <a:lstStyle/>
        <a:p>
          <a:endParaRPr lang="en-US" sz="900"/>
        </a:p>
      </dgm:t>
    </dgm:pt>
    <dgm:pt modelId="{506F1E0A-0E44-4392-AFA0-7CFE96891554}" type="pres">
      <dgm:prSet presAssocID="{063805FD-1343-4517-BEDA-7EF58AA4B5F5}" presName="Name0" presStyleCnt="0">
        <dgm:presLayoutVars>
          <dgm:dir/>
          <dgm:animLvl val="lvl"/>
          <dgm:resizeHandles val="exact"/>
        </dgm:presLayoutVars>
      </dgm:prSet>
      <dgm:spPr/>
    </dgm:pt>
    <dgm:pt modelId="{E114C3C6-27E7-41DF-BBA4-877A3F16CB80}" type="pres">
      <dgm:prSet presAssocID="{E146EF1D-80F3-4E48-8000-EEA53CC50C54}" presName="composite" presStyleCnt="0"/>
      <dgm:spPr/>
    </dgm:pt>
    <dgm:pt modelId="{3F4275CB-9258-4970-8137-68A470012EC6}" type="pres">
      <dgm:prSet presAssocID="{E146EF1D-80F3-4E48-8000-EEA53CC50C54}" presName="parTx" presStyleLbl="alignNode1" presStyleIdx="0" presStyleCnt="1">
        <dgm:presLayoutVars>
          <dgm:chMax val="0"/>
          <dgm:chPref val="0"/>
          <dgm:bulletEnabled val="1"/>
        </dgm:presLayoutVars>
      </dgm:prSet>
      <dgm:spPr/>
    </dgm:pt>
    <dgm:pt modelId="{02E5088B-ABF5-4F93-BF6A-6C430855936F}" type="pres">
      <dgm:prSet presAssocID="{E146EF1D-80F3-4E48-8000-EEA53CC50C54}" presName="desTx" presStyleLbl="alignAccFollowNode1" presStyleIdx="0" presStyleCnt="1">
        <dgm:presLayoutVars>
          <dgm:bulletEnabled val="1"/>
        </dgm:presLayoutVars>
      </dgm:prSet>
      <dgm:spPr/>
    </dgm:pt>
  </dgm:ptLst>
  <dgm:cxnLst>
    <dgm:cxn modelId="{F0898A26-B23C-47AE-88C9-764CA7939A31}" srcId="{E146EF1D-80F3-4E48-8000-EEA53CC50C54}" destId="{9ED083F1-A520-487E-957C-B38E585D6424}" srcOrd="3" destOrd="0" parTransId="{FBD0F337-57D6-4343-89F8-6D3671856964}" sibTransId="{B49A6DA2-024E-4CB3-AFDD-480AE43844E4}"/>
    <dgm:cxn modelId="{E092873C-BA47-4E98-88BA-741154B61748}" type="presOf" srcId="{9D9DDE22-EFB2-4714-BB03-0AC9D0ADA033}" destId="{02E5088B-ABF5-4F93-BF6A-6C430855936F}" srcOrd="0" destOrd="1" presId="urn:microsoft.com/office/officeart/2005/8/layout/hList1"/>
    <dgm:cxn modelId="{1FC33D47-ACE9-4762-B343-5FD77D1896A1}" srcId="{E146EF1D-80F3-4E48-8000-EEA53CC50C54}" destId="{9D9DDE22-EFB2-4714-BB03-0AC9D0ADA033}" srcOrd="1" destOrd="0" parTransId="{743D887E-C925-4C84-8343-9F00CB4AD6C8}" sibTransId="{D4EC5EEE-100C-4AE2-995F-012277969E86}"/>
    <dgm:cxn modelId="{72EA666D-88CA-497E-AAA6-CD99201296FE}" type="presOf" srcId="{0D14BEBF-6FC2-42BB-8672-165ABA9CCD64}" destId="{02E5088B-ABF5-4F93-BF6A-6C430855936F}" srcOrd="0" destOrd="5" presId="urn:microsoft.com/office/officeart/2005/8/layout/hList1"/>
    <dgm:cxn modelId="{661AE370-686A-4DF3-BD8E-FCD47146C7CF}" type="presOf" srcId="{E146EF1D-80F3-4E48-8000-EEA53CC50C54}" destId="{3F4275CB-9258-4970-8137-68A470012EC6}" srcOrd="0" destOrd="0" presId="urn:microsoft.com/office/officeart/2005/8/layout/hList1"/>
    <dgm:cxn modelId="{A7A5E256-32B8-4521-AD58-6A0F2B2C6959}" type="presOf" srcId="{063805FD-1343-4517-BEDA-7EF58AA4B5F5}" destId="{506F1E0A-0E44-4392-AFA0-7CFE96891554}" srcOrd="0" destOrd="0" presId="urn:microsoft.com/office/officeart/2005/8/layout/hList1"/>
    <dgm:cxn modelId="{4CB73C57-5EDC-44C9-9DB1-F240150454EF}" srcId="{E146EF1D-80F3-4E48-8000-EEA53CC50C54}" destId="{C5F9F48F-A212-4E3E-9E9C-96F8861AF43C}" srcOrd="2" destOrd="0" parTransId="{6D720152-18E8-4C17-8946-C2F876B43167}" sibTransId="{5B3C6A9E-683D-42CF-ABC6-A34E2E161C93}"/>
    <dgm:cxn modelId="{971CF17C-A16B-4070-9E39-78042FF622AA}" srcId="{063805FD-1343-4517-BEDA-7EF58AA4B5F5}" destId="{E146EF1D-80F3-4E48-8000-EEA53CC50C54}" srcOrd="0" destOrd="0" parTransId="{36EC2234-4D78-4DBA-81F8-000103C4A77F}" sibTransId="{473975F1-721C-411A-9503-864FD8E08845}"/>
    <dgm:cxn modelId="{FBEE169D-3B2D-4644-B497-9F4658BEEACC}" type="presOf" srcId="{42B4045D-AB21-4BF6-8166-DB2EF6F71D40}" destId="{02E5088B-ABF5-4F93-BF6A-6C430855936F}" srcOrd="0" destOrd="0" presId="urn:microsoft.com/office/officeart/2005/8/layout/hList1"/>
    <dgm:cxn modelId="{FA3221A2-33F3-48B4-BF4D-AEF61E25F548}" srcId="{E146EF1D-80F3-4E48-8000-EEA53CC50C54}" destId="{42B4045D-AB21-4BF6-8166-DB2EF6F71D40}" srcOrd="0" destOrd="0" parTransId="{2A7D3BA0-8256-492E-8EEC-D61F45D9EAC1}" sibTransId="{DF71C2C9-5362-4DBA-A56F-020ADB5FCEC3}"/>
    <dgm:cxn modelId="{322F37AE-663A-4219-841A-0863671B1221}" type="presOf" srcId="{9ED083F1-A520-487E-957C-B38E585D6424}" destId="{02E5088B-ABF5-4F93-BF6A-6C430855936F}" srcOrd="0" destOrd="3" presId="urn:microsoft.com/office/officeart/2005/8/layout/hList1"/>
    <dgm:cxn modelId="{FCA071B7-C70D-4E3C-8793-4E31C77DE49A}" type="presOf" srcId="{56301283-A1C4-4B05-A8F9-8F8AB68645B7}" destId="{02E5088B-ABF5-4F93-BF6A-6C430855936F}" srcOrd="0" destOrd="4" presId="urn:microsoft.com/office/officeart/2005/8/layout/hList1"/>
    <dgm:cxn modelId="{F9F9F1DD-8115-42AB-80FD-9719BE411BBC}" type="presOf" srcId="{C5F9F48F-A212-4E3E-9E9C-96F8861AF43C}" destId="{02E5088B-ABF5-4F93-BF6A-6C430855936F}" srcOrd="0" destOrd="2" presId="urn:microsoft.com/office/officeart/2005/8/layout/hList1"/>
    <dgm:cxn modelId="{0C2D5CE2-79EE-45FF-964D-4B76BBFDE6C2}" type="presOf" srcId="{FF4DB498-FC4D-4921-A2DA-D8B254B94EB8}" destId="{02E5088B-ABF5-4F93-BF6A-6C430855936F}" srcOrd="0" destOrd="6" presId="urn:microsoft.com/office/officeart/2005/8/layout/hList1"/>
    <dgm:cxn modelId="{0AFD0DF1-E57A-4B79-8441-FF405C8B66D7}" srcId="{E146EF1D-80F3-4E48-8000-EEA53CC50C54}" destId="{0D14BEBF-6FC2-42BB-8672-165ABA9CCD64}" srcOrd="5" destOrd="0" parTransId="{5E9932BB-167E-46B0-A688-191B7FE8C047}" sibTransId="{145C4C09-17CB-4814-828D-617F7B430D2C}"/>
    <dgm:cxn modelId="{4EB289FB-EBDA-4941-84AD-D6DA5AE9FAEE}" srcId="{E146EF1D-80F3-4E48-8000-EEA53CC50C54}" destId="{56301283-A1C4-4B05-A8F9-8F8AB68645B7}" srcOrd="4" destOrd="0" parTransId="{FC8B5D9C-B08A-4648-AC59-757C0D33EA9D}" sibTransId="{DA0A720F-D726-4055-B042-A2A9A9B15875}"/>
    <dgm:cxn modelId="{E7A223FD-4841-44C4-B97F-622CC562317E}" srcId="{E146EF1D-80F3-4E48-8000-EEA53CC50C54}" destId="{FF4DB498-FC4D-4921-A2DA-D8B254B94EB8}" srcOrd="6" destOrd="0" parTransId="{15BAD552-0C65-45C9-86A2-7C55280E4D94}" sibTransId="{DD0E1B26-4293-4E2E-B477-4F2D3273E7C0}"/>
    <dgm:cxn modelId="{FB7B0285-7E23-4AAE-A63D-FE0EF54E5C59}" type="presParOf" srcId="{506F1E0A-0E44-4392-AFA0-7CFE96891554}" destId="{E114C3C6-27E7-41DF-BBA4-877A3F16CB80}" srcOrd="0" destOrd="0" presId="urn:microsoft.com/office/officeart/2005/8/layout/hList1"/>
    <dgm:cxn modelId="{61082F48-35DC-40AB-86DF-C3FF48430362}" type="presParOf" srcId="{E114C3C6-27E7-41DF-BBA4-877A3F16CB80}" destId="{3F4275CB-9258-4970-8137-68A470012EC6}" srcOrd="0" destOrd="0" presId="urn:microsoft.com/office/officeart/2005/8/layout/hList1"/>
    <dgm:cxn modelId="{BF11C679-F330-4FAB-A1B0-29CC1D5ECAA2}" type="presParOf" srcId="{E114C3C6-27E7-41DF-BBA4-877A3F16CB80}" destId="{02E5088B-ABF5-4F93-BF6A-6C430855936F}" srcOrd="1" destOrd="0" presId="urn:microsoft.com/office/officeart/2005/8/layout/hList1"/>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4DDEC2-913F-4875-B9D3-CCDFA8DB2079}">
      <dsp:nvSpPr>
        <dsp:cNvPr id="0" name=""/>
        <dsp:cNvSpPr/>
      </dsp:nvSpPr>
      <dsp:spPr>
        <a:xfrm>
          <a:off x="1847" y="895265"/>
          <a:ext cx="2068257" cy="798347"/>
        </a:xfrm>
        <a:prstGeom prst="chevron">
          <a:avLst>
            <a:gd name="adj" fmla="val 40000"/>
          </a:avLst>
        </a:prstGeom>
        <a:solidFill>
          <a:schemeClr val="accent1"/>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7CD0A2F-929E-46BB-BFE5-72057EB4BA6C}">
      <dsp:nvSpPr>
        <dsp:cNvPr id="0" name=""/>
        <dsp:cNvSpPr/>
      </dsp:nvSpPr>
      <dsp:spPr>
        <a:xfrm>
          <a:off x="553382" y="1094852"/>
          <a:ext cx="1746528" cy="798347"/>
        </a:xfrm>
        <a:prstGeom prst="roundRect">
          <a:avLst>
            <a:gd name="adj" fmla="val 10000"/>
          </a:avLst>
        </a:prstGeom>
        <a:solidFill>
          <a:schemeClr val="lt1">
            <a:alpha val="90000"/>
            <a:hueOff val="0"/>
            <a:satOff val="0"/>
            <a:lumOff val="0"/>
            <a:alphaOff val="0"/>
          </a:schemeClr>
        </a:solidFill>
        <a:ln w="1079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b="1" kern="1200"/>
            <a:t>Phase 1</a:t>
          </a:r>
          <a:br>
            <a:rPr lang="en-US" sz="1300" b="0" kern="1200"/>
          </a:br>
          <a:r>
            <a:rPr lang="en-US" sz="1300" b="0" kern="1200"/>
            <a:t>Define Project</a:t>
          </a:r>
          <a:endParaRPr lang="en-US" sz="1300" b="1" kern="1200"/>
        </a:p>
      </dsp:txBody>
      <dsp:txXfrm>
        <a:off x="576765" y="1118235"/>
        <a:ext cx="1699762" cy="751581"/>
      </dsp:txXfrm>
    </dsp:sp>
    <dsp:sp modelId="{9D0485AB-2A34-4D89-9AF4-909F022FCE53}">
      <dsp:nvSpPr>
        <dsp:cNvPr id="0" name=""/>
        <dsp:cNvSpPr/>
      </dsp:nvSpPr>
      <dsp:spPr>
        <a:xfrm>
          <a:off x="2364257" y="895265"/>
          <a:ext cx="2068257" cy="798347"/>
        </a:xfrm>
        <a:prstGeom prst="chevron">
          <a:avLst>
            <a:gd name="adj" fmla="val 40000"/>
          </a:avLst>
        </a:prstGeom>
        <a:solidFill>
          <a:schemeClr val="accent3">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A2D154D-2D23-4C3B-8836-AE8C2198F494}">
      <dsp:nvSpPr>
        <dsp:cNvPr id="0" name=""/>
        <dsp:cNvSpPr/>
      </dsp:nvSpPr>
      <dsp:spPr>
        <a:xfrm>
          <a:off x="2915792" y="1094852"/>
          <a:ext cx="1746528" cy="798347"/>
        </a:xfrm>
        <a:prstGeom prst="roundRect">
          <a:avLst>
            <a:gd name="adj" fmla="val 10000"/>
          </a:avLst>
        </a:prstGeom>
        <a:solidFill>
          <a:schemeClr val="lt1">
            <a:alpha val="90000"/>
            <a:hueOff val="0"/>
            <a:satOff val="0"/>
            <a:lumOff val="0"/>
            <a:alphaOff val="0"/>
          </a:schemeClr>
        </a:solidFill>
        <a:ln w="1079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b="1" kern="1200"/>
            <a:t>Phase 2</a:t>
          </a:r>
          <a:br>
            <a:rPr lang="en-US" sz="1300" b="0" kern="1200"/>
          </a:br>
          <a:r>
            <a:rPr lang="en-US" sz="1300" b="0" kern="1200"/>
            <a:t>Prepare Data</a:t>
          </a:r>
          <a:endParaRPr lang="en-US" sz="1300" b="1" kern="1200"/>
        </a:p>
      </dsp:txBody>
      <dsp:txXfrm>
        <a:off x="2939175" y="1118235"/>
        <a:ext cx="1699762" cy="751581"/>
      </dsp:txXfrm>
    </dsp:sp>
    <dsp:sp modelId="{5B275D87-7210-4878-B09B-163081DD8661}">
      <dsp:nvSpPr>
        <dsp:cNvPr id="0" name=""/>
        <dsp:cNvSpPr/>
      </dsp:nvSpPr>
      <dsp:spPr>
        <a:xfrm>
          <a:off x="4726667" y="895265"/>
          <a:ext cx="2068257" cy="798347"/>
        </a:xfrm>
        <a:prstGeom prst="chevron">
          <a:avLst>
            <a:gd name="adj" fmla="val 40000"/>
          </a:avLst>
        </a:prstGeom>
        <a:solidFill>
          <a:schemeClr val="accent4">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E1107A2-E8EA-43E1-915D-43A5A2EDD3F7}">
      <dsp:nvSpPr>
        <dsp:cNvPr id="0" name=""/>
        <dsp:cNvSpPr/>
      </dsp:nvSpPr>
      <dsp:spPr>
        <a:xfrm>
          <a:off x="5278202" y="1094852"/>
          <a:ext cx="1746528" cy="798347"/>
        </a:xfrm>
        <a:prstGeom prst="roundRect">
          <a:avLst>
            <a:gd name="adj" fmla="val 10000"/>
          </a:avLst>
        </a:prstGeom>
        <a:solidFill>
          <a:schemeClr val="lt1">
            <a:alpha val="90000"/>
            <a:hueOff val="0"/>
            <a:satOff val="0"/>
            <a:lumOff val="0"/>
            <a:alphaOff val="0"/>
          </a:schemeClr>
        </a:solidFill>
        <a:ln w="1079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b="1" kern="1200"/>
            <a:t>Phase 3</a:t>
          </a:r>
          <a:br>
            <a:rPr lang="en-US" sz="1300" b="0" kern="1200"/>
          </a:br>
          <a:r>
            <a:rPr lang="en-US" sz="1300" b="0" kern="1200"/>
            <a:t>Develop &amp; Select Model</a:t>
          </a:r>
          <a:endParaRPr lang="en-US" sz="1300" b="1" kern="1200"/>
        </a:p>
      </dsp:txBody>
      <dsp:txXfrm>
        <a:off x="5301585" y="1118235"/>
        <a:ext cx="1699762" cy="751581"/>
      </dsp:txXfrm>
    </dsp:sp>
    <dsp:sp modelId="{72BD18D2-054D-4ED6-B552-5B94C39D14AC}">
      <dsp:nvSpPr>
        <dsp:cNvPr id="0" name=""/>
        <dsp:cNvSpPr/>
      </dsp:nvSpPr>
      <dsp:spPr>
        <a:xfrm>
          <a:off x="7089076" y="895265"/>
          <a:ext cx="2068257" cy="798347"/>
        </a:xfrm>
        <a:prstGeom prst="chevron">
          <a:avLst>
            <a:gd name="adj" fmla="val 40000"/>
          </a:avLst>
        </a:prstGeom>
        <a:solidFill>
          <a:schemeClr val="accent5">
            <a:lumMod val="7500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53B16DA-19A3-4635-A41C-F615F6FE84AC}">
      <dsp:nvSpPr>
        <dsp:cNvPr id="0" name=""/>
        <dsp:cNvSpPr/>
      </dsp:nvSpPr>
      <dsp:spPr>
        <a:xfrm>
          <a:off x="7640612" y="1094852"/>
          <a:ext cx="1746528" cy="798347"/>
        </a:xfrm>
        <a:prstGeom prst="roundRect">
          <a:avLst>
            <a:gd name="adj" fmla="val 10000"/>
          </a:avLst>
        </a:prstGeom>
        <a:solidFill>
          <a:schemeClr val="lt1">
            <a:alpha val="90000"/>
            <a:hueOff val="0"/>
            <a:satOff val="0"/>
            <a:lumOff val="0"/>
            <a:alphaOff val="0"/>
          </a:schemeClr>
        </a:solidFill>
        <a:ln w="1079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b="1" kern="1200"/>
            <a:t>Phase 4</a:t>
          </a:r>
          <a:br>
            <a:rPr lang="en-US" sz="1300" b="0" kern="1200"/>
          </a:br>
          <a:r>
            <a:rPr lang="en-US" sz="1300" b="0" kern="1200"/>
            <a:t>Deploy</a:t>
          </a:r>
          <a:endParaRPr lang="en-US" sz="1300" b="1" kern="1200"/>
        </a:p>
      </dsp:txBody>
      <dsp:txXfrm>
        <a:off x="7663995" y="1118235"/>
        <a:ext cx="1699762" cy="751581"/>
      </dsp:txXfrm>
    </dsp:sp>
    <dsp:sp modelId="{A68C4623-4690-4A4D-A6AA-0C36A464C9C0}">
      <dsp:nvSpPr>
        <dsp:cNvPr id="0" name=""/>
        <dsp:cNvSpPr/>
      </dsp:nvSpPr>
      <dsp:spPr>
        <a:xfrm>
          <a:off x="9451486" y="895265"/>
          <a:ext cx="2068257" cy="798347"/>
        </a:xfrm>
        <a:prstGeom prst="chevron">
          <a:avLst>
            <a:gd name="adj" fmla="val 40000"/>
          </a:avLst>
        </a:prstGeom>
        <a:solidFill>
          <a:schemeClr val="accent6">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29B2056-5E6A-46CB-9D5A-C46EB4DDA854}">
      <dsp:nvSpPr>
        <dsp:cNvPr id="0" name=""/>
        <dsp:cNvSpPr/>
      </dsp:nvSpPr>
      <dsp:spPr>
        <a:xfrm>
          <a:off x="10003021" y="1094852"/>
          <a:ext cx="1746528" cy="798347"/>
        </a:xfrm>
        <a:prstGeom prst="roundRect">
          <a:avLst>
            <a:gd name="adj" fmla="val 10000"/>
          </a:avLst>
        </a:prstGeom>
        <a:solidFill>
          <a:schemeClr val="lt1">
            <a:alpha val="90000"/>
            <a:hueOff val="0"/>
            <a:satOff val="0"/>
            <a:lumOff val="0"/>
            <a:alphaOff val="0"/>
          </a:schemeClr>
        </a:solidFill>
        <a:ln w="10795"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b="1" kern="1200"/>
            <a:t>Phase 5</a:t>
          </a:r>
          <a:br>
            <a:rPr lang="en-US" sz="1300" b="0" kern="1200"/>
          </a:br>
          <a:r>
            <a:rPr lang="en-US" sz="1300" b="0" kern="1200"/>
            <a:t>Enhance and Improve</a:t>
          </a:r>
          <a:endParaRPr lang="en-US" sz="1300" b="1" kern="1200"/>
        </a:p>
      </dsp:txBody>
      <dsp:txXfrm>
        <a:off x="10026404" y="1118235"/>
        <a:ext cx="1699762" cy="75158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01FD7C-378C-4636-A824-3EC548C9AF68}">
      <dsp:nvSpPr>
        <dsp:cNvPr id="0" name=""/>
        <dsp:cNvSpPr/>
      </dsp:nvSpPr>
      <dsp:spPr>
        <a:xfrm>
          <a:off x="0" y="189418"/>
          <a:ext cx="1906772" cy="230400"/>
        </a:xfrm>
        <a:prstGeom prst="rect">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32512" rIns="56896" bIns="32512" numCol="1" spcCol="1270" anchor="ctr" anchorCtr="0">
          <a:noAutofit/>
        </a:bodyPr>
        <a:lstStyle/>
        <a:p>
          <a:pPr marL="0" lvl="0" indent="0" algn="ctr" defTabSz="355600">
            <a:lnSpc>
              <a:spcPct val="90000"/>
            </a:lnSpc>
            <a:spcBef>
              <a:spcPct val="0"/>
            </a:spcBef>
            <a:spcAft>
              <a:spcPct val="35000"/>
            </a:spcAft>
            <a:buNone/>
          </a:pPr>
          <a:r>
            <a:rPr lang="en-US" sz="800" b="1" kern="1200"/>
            <a:t>Define Problem, Purpose, Audience</a:t>
          </a:r>
        </a:p>
      </dsp:txBody>
      <dsp:txXfrm>
        <a:off x="0" y="189418"/>
        <a:ext cx="1906772" cy="230400"/>
      </dsp:txXfrm>
    </dsp:sp>
    <dsp:sp modelId="{C3742E6A-BBE0-45A5-B6EF-C3C942DD9057}">
      <dsp:nvSpPr>
        <dsp:cNvPr id="0" name=""/>
        <dsp:cNvSpPr/>
      </dsp:nvSpPr>
      <dsp:spPr>
        <a:xfrm>
          <a:off x="0" y="419818"/>
          <a:ext cx="1906772" cy="1185840"/>
        </a:xfrm>
        <a:prstGeom prst="rect">
          <a:avLst/>
        </a:prstGeom>
        <a:solidFill>
          <a:schemeClr val="accent1">
            <a:alpha val="90000"/>
            <a:tint val="40000"/>
            <a:hueOff val="0"/>
            <a:satOff val="0"/>
            <a:lumOff val="0"/>
            <a:alphaOff val="0"/>
          </a:schemeClr>
        </a:solidFill>
        <a:ln w="1079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2672" tIns="42672" rIns="56896" bIns="64008" numCol="1" spcCol="1270" anchor="t" anchorCtr="0">
          <a:noAutofit/>
        </a:bodyPr>
        <a:lstStyle/>
        <a:p>
          <a:pPr marL="57150" lvl="1" indent="-57150" algn="l" defTabSz="355600">
            <a:lnSpc>
              <a:spcPct val="90000"/>
            </a:lnSpc>
            <a:spcBef>
              <a:spcPct val="0"/>
            </a:spcBef>
            <a:spcAft>
              <a:spcPct val="15000"/>
            </a:spcAft>
            <a:buNone/>
          </a:pPr>
          <a:r>
            <a:rPr lang="en-US" sz="800" i="1" kern="1200"/>
            <a:t>What specific question are we trying to answer? What level of information do we share? What steps do we take to follow ethics and legal guidelines?</a:t>
          </a:r>
        </a:p>
        <a:p>
          <a:pPr marL="57150" lvl="1" indent="-57150" algn="l" defTabSz="355600">
            <a:lnSpc>
              <a:spcPct val="90000"/>
            </a:lnSpc>
            <a:spcBef>
              <a:spcPct val="0"/>
            </a:spcBef>
            <a:spcAft>
              <a:spcPct val="15000"/>
            </a:spcAft>
            <a:buNone/>
          </a:pPr>
          <a:endParaRPr lang="en-US" sz="800" i="1" kern="1200"/>
        </a:p>
        <a:p>
          <a:pPr marL="57150" lvl="1" indent="-57150" algn="l" defTabSz="355600">
            <a:lnSpc>
              <a:spcPct val="90000"/>
            </a:lnSpc>
            <a:spcBef>
              <a:spcPct val="0"/>
            </a:spcBef>
            <a:spcAft>
              <a:spcPct val="15000"/>
            </a:spcAft>
            <a:buChar char="•"/>
          </a:pPr>
          <a:r>
            <a:rPr lang="en-US" sz="800" kern="1200"/>
            <a:t>Ex., Identify probability of voluntary attrition within 6-month window</a:t>
          </a:r>
        </a:p>
        <a:p>
          <a:pPr marL="57150" lvl="1" indent="-57150" algn="l" defTabSz="355600">
            <a:lnSpc>
              <a:spcPct val="90000"/>
            </a:lnSpc>
            <a:spcBef>
              <a:spcPct val="0"/>
            </a:spcBef>
            <a:spcAft>
              <a:spcPct val="15000"/>
            </a:spcAft>
            <a:buChar char="•"/>
          </a:pPr>
          <a:r>
            <a:rPr lang="en-US" sz="800" kern="1200"/>
            <a:t>Ex., boundaries of output (</a:t>
          </a:r>
          <a:r>
            <a:rPr lang="en-US" sz="800" kern="1200" err="1"/>
            <a:t>indiv</a:t>
          </a:r>
          <a:r>
            <a:rPr lang="en-US" sz="800" kern="1200"/>
            <a:t> vs. group level / skill type)</a:t>
          </a:r>
        </a:p>
      </dsp:txBody>
      <dsp:txXfrm>
        <a:off x="0" y="419818"/>
        <a:ext cx="1906772" cy="118584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4275CB-9258-4970-8137-68A470012EC6}">
      <dsp:nvSpPr>
        <dsp:cNvPr id="0" name=""/>
        <dsp:cNvSpPr/>
      </dsp:nvSpPr>
      <dsp:spPr>
        <a:xfrm>
          <a:off x="0" y="7418"/>
          <a:ext cx="2819915" cy="403200"/>
        </a:xfrm>
        <a:prstGeom prst="rect">
          <a:avLst/>
        </a:prstGeom>
        <a:solidFill>
          <a:schemeClr val="accent5">
            <a:shade val="80000"/>
            <a:hueOff val="0"/>
            <a:satOff val="0"/>
            <a:lumOff val="0"/>
            <a:alphaOff val="0"/>
          </a:schemeClr>
        </a:solidFill>
        <a:ln w="10795" cap="flat" cmpd="sng" algn="ctr">
          <a:solidFill>
            <a:schemeClr val="accent5">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36576" rIns="64008" bIns="36576" numCol="1" spcCol="1270" anchor="ctr" anchorCtr="0">
          <a:noAutofit/>
        </a:bodyPr>
        <a:lstStyle/>
        <a:p>
          <a:pPr marL="0" lvl="0" indent="0" algn="ctr" defTabSz="400050">
            <a:lnSpc>
              <a:spcPct val="90000"/>
            </a:lnSpc>
            <a:spcBef>
              <a:spcPct val="0"/>
            </a:spcBef>
            <a:spcAft>
              <a:spcPct val="35000"/>
            </a:spcAft>
            <a:buNone/>
          </a:pPr>
          <a:r>
            <a:rPr lang="en-US" sz="900" b="1" kern="1200">
              <a:solidFill>
                <a:schemeClr val="tx1"/>
              </a:solidFill>
            </a:rPr>
            <a:t>Deployment</a:t>
          </a:r>
        </a:p>
      </dsp:txBody>
      <dsp:txXfrm>
        <a:off x="0" y="7418"/>
        <a:ext cx="2819915" cy="403200"/>
      </dsp:txXfrm>
    </dsp:sp>
    <dsp:sp modelId="{02E5088B-ABF5-4F93-BF6A-6C430855936F}">
      <dsp:nvSpPr>
        <dsp:cNvPr id="0" name=""/>
        <dsp:cNvSpPr/>
      </dsp:nvSpPr>
      <dsp:spPr>
        <a:xfrm>
          <a:off x="0" y="410618"/>
          <a:ext cx="2819915" cy="1537199"/>
        </a:xfrm>
        <a:prstGeom prst="rect">
          <a:avLst/>
        </a:prstGeom>
        <a:solidFill>
          <a:schemeClr val="accent5">
            <a:alpha val="90000"/>
            <a:tint val="40000"/>
            <a:hueOff val="0"/>
            <a:satOff val="0"/>
            <a:lumOff val="0"/>
            <a:alphaOff val="0"/>
          </a:schemeClr>
        </a:solidFill>
        <a:ln w="10795"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8006" tIns="48006" rIns="64008" bIns="72009" numCol="1" spcCol="1270" anchor="t" anchorCtr="0">
          <a:noAutofit/>
        </a:bodyPr>
        <a:lstStyle/>
        <a:p>
          <a:pPr marL="57150" lvl="1" indent="-57150" algn="l" defTabSz="400050">
            <a:lnSpc>
              <a:spcPct val="90000"/>
            </a:lnSpc>
            <a:spcBef>
              <a:spcPct val="0"/>
            </a:spcBef>
            <a:spcAft>
              <a:spcPct val="15000"/>
            </a:spcAft>
            <a:buNone/>
          </a:pPr>
          <a:r>
            <a:rPr lang="en-US" sz="900" i="1" kern="1200"/>
            <a:t>What does our output / deliverable look like? Who has access to this information and when / how frequently?</a:t>
          </a:r>
        </a:p>
        <a:p>
          <a:pPr marL="57150" lvl="1" indent="-57150" algn="l" defTabSz="400050">
            <a:lnSpc>
              <a:spcPct val="90000"/>
            </a:lnSpc>
            <a:spcBef>
              <a:spcPct val="0"/>
            </a:spcBef>
            <a:spcAft>
              <a:spcPct val="15000"/>
            </a:spcAft>
            <a:buNone/>
          </a:pPr>
          <a:endParaRPr lang="en-US" sz="900" i="1" kern="1200"/>
        </a:p>
        <a:p>
          <a:pPr marL="57150" lvl="1" indent="-57150" algn="l" defTabSz="400050">
            <a:lnSpc>
              <a:spcPct val="90000"/>
            </a:lnSpc>
            <a:spcBef>
              <a:spcPct val="0"/>
            </a:spcBef>
            <a:spcAft>
              <a:spcPct val="15000"/>
            </a:spcAft>
            <a:buFont typeface="Arial" panose="020B0604020202020204" pitchFamily="34" charset="0"/>
            <a:buChar char="•"/>
          </a:pPr>
          <a:r>
            <a:rPr lang="en-US" sz="900" i="0" kern="1200"/>
            <a:t>Calibrate expectations, clarify governance, ethics, and workload expectations for revisions ahead of time</a:t>
          </a:r>
        </a:p>
        <a:p>
          <a:pPr marL="57150" lvl="1" indent="-57150" algn="l" defTabSz="400050">
            <a:lnSpc>
              <a:spcPct val="90000"/>
            </a:lnSpc>
            <a:spcBef>
              <a:spcPct val="0"/>
            </a:spcBef>
            <a:spcAft>
              <a:spcPct val="15000"/>
            </a:spcAft>
            <a:buFont typeface="Arial" panose="020B0604020202020204" pitchFamily="34" charset="0"/>
            <a:buChar char="•"/>
          </a:pPr>
          <a:r>
            <a:rPr lang="en-US" sz="900" i="0" kern="1200"/>
            <a:t>Specific outputs</a:t>
          </a:r>
        </a:p>
        <a:p>
          <a:pPr marL="57150" lvl="1" indent="-57150" algn="l" defTabSz="400050">
            <a:lnSpc>
              <a:spcPct val="90000"/>
            </a:lnSpc>
            <a:spcBef>
              <a:spcPct val="0"/>
            </a:spcBef>
            <a:spcAft>
              <a:spcPct val="15000"/>
            </a:spcAft>
            <a:buFont typeface="Arial" panose="020B0604020202020204" pitchFamily="34" charset="0"/>
            <a:buChar char="•"/>
          </a:pPr>
          <a:r>
            <a:rPr lang="en-US" sz="900" i="0" kern="1200"/>
            <a:t>Ex., risk score (0 – 100%)</a:t>
          </a:r>
        </a:p>
        <a:p>
          <a:pPr marL="57150" lvl="1" indent="-57150" algn="l" defTabSz="400050">
            <a:lnSpc>
              <a:spcPct val="90000"/>
            </a:lnSpc>
            <a:spcBef>
              <a:spcPct val="0"/>
            </a:spcBef>
            <a:spcAft>
              <a:spcPct val="15000"/>
            </a:spcAft>
            <a:buFont typeface="Arial" panose="020B0604020202020204" pitchFamily="34" charset="0"/>
            <a:buChar char="•"/>
          </a:pPr>
          <a:r>
            <a:rPr lang="en-US" sz="900" i="0" kern="1200"/>
            <a:t>Ex., suggested action</a:t>
          </a:r>
        </a:p>
        <a:p>
          <a:pPr marL="57150" lvl="1" indent="-57150" algn="l" defTabSz="400050">
            <a:lnSpc>
              <a:spcPct val="90000"/>
            </a:lnSpc>
            <a:spcBef>
              <a:spcPct val="0"/>
            </a:spcBef>
            <a:spcAft>
              <a:spcPct val="15000"/>
            </a:spcAft>
            <a:buFont typeface="Arial" panose="020B0604020202020204" pitchFamily="34" charset="0"/>
            <a:buChar char="•"/>
          </a:pPr>
          <a:r>
            <a:rPr lang="en-US" sz="900" b="1" i="0" kern="1200"/>
            <a:t>MVP: Just </a:t>
          </a:r>
          <a:r>
            <a:rPr lang="en-US" sz="900" b="1" i="0" kern="1200" err="1"/>
            <a:t>Innov</a:t>
          </a:r>
          <a:r>
            <a:rPr lang="en-US" sz="900" b="1" i="0" kern="1200"/>
            <a:t> Arch team</a:t>
          </a:r>
        </a:p>
      </dsp:txBody>
      <dsp:txXfrm>
        <a:off x="0" y="410618"/>
        <a:ext cx="2819915" cy="1537199"/>
      </dsp:txXfrm>
    </dsp:sp>
  </dsp:spTree>
</dsp:drawing>
</file>

<file path=ppt/diagrams/layout1.xml><?xml version="1.0" encoding="utf-8"?>
<dgm:layoutDef xmlns:dgm="http://schemas.openxmlformats.org/drawingml/2006/diagram" xmlns:a="http://schemas.openxmlformats.org/drawingml/2006/main" uniqueId="urn:microsoft.com/office/officeart/2005/8/layout/chevronAccent+Icon">
  <dgm:title val="Chevron Accent Process"/>
  <dgm:desc val="Use to show sequential steps in a task, process, or workflow, or to emphasize movement or direction. Works best with minimal Level 1 and Level 2 text."/>
  <dgm:catLst>
    <dgm:cat type="process" pri="9500"/>
    <dgm:cat type="officeonline" pri="2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primFontSz" for="des" forName="txNode" op="equ" val="65"/>
      <dgm:constr type="w" for="ch" forName="compositeSpace" refType="w" refFor="ch" refForName="composite" fact="0.02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bgChev"/>
              <dgm:constr type="w" for="ch" forName="bgChev" refType="w" fact="0.9"/>
              <dgm:constr type="t" for="ch" forName="bgChev"/>
              <dgm:constr type="h" for="ch" forName="bgChev" refType="w" refFor="ch" refForName="bgChev" fact="0.386"/>
              <dgm:constr type="l" for="ch" forName="txNode" refType="w" fact="0.24"/>
              <dgm:constr type="w" for="ch" forName="txNode" refType="w" fact="0.76"/>
              <dgm:constr type="t" for="ch" forName="txNode" refType="h" refFor="ch" refForName="bgChev" fact="0.25"/>
              <dgm:constr type="h" for="ch" forName="txNode" refType="h" refFor="ch" refForName="bgChev"/>
            </dgm:constrLst>
          </dgm:if>
          <dgm:else name="Name7">
            <dgm:constrLst>
              <dgm:constr type="l" for="ch" forName="bgChev" refType="w" fact="0.1"/>
              <dgm:constr type="w" for="ch" forName="bgChev" refType="w" fact="0.9"/>
              <dgm:constr type="t" for="ch" forName="bgChev"/>
              <dgm:constr type="h" for="ch" forName="bgChev" refType="w" refFor="ch" refForName="bgChev" fact="0.386"/>
              <dgm:constr type="l" for="ch" forName="txNode"/>
              <dgm:constr type="w" for="ch" forName="txNode" refType="w" fact="0.76"/>
              <dgm:constr type="t" for="ch" forName="txNode" refType="h" refFor="ch" refForName="bgChev" fact="0.25"/>
              <dgm:constr type="h" for="ch" forName="txNode" refType="h" refFor="ch" refForName="bgChev"/>
            </dgm:constrLst>
          </dgm:else>
        </dgm:choose>
        <dgm:ruleLst/>
        <dgm:layoutNode name="bgChev" styleLbl="node1">
          <dgm:alg type="sp"/>
          <dgm:choose name="Name8">
            <dgm:if name="Name9" func="var" arg="dir" op="equ" val="norm">
              <dgm:shape xmlns:r="http://schemas.openxmlformats.org/officeDocument/2006/relationships" type="chevron" r:blip="">
                <dgm:adjLst>
                  <dgm:adj idx="1" val="0.4"/>
                </dgm:adjLst>
              </dgm:shape>
            </dgm:if>
            <dgm:else name="Name10">
              <dgm:shape xmlns:r="http://schemas.openxmlformats.org/officeDocument/2006/relationships" rot="180" type="chevron" r:blip="">
                <dgm:adjLst>
                  <dgm:adj idx="1" val="0.4"/>
                </dgm:adjLst>
              </dgm:shape>
            </dgm:else>
          </dgm:choose>
          <dgm:presOf/>
          <dgm:constrLst/>
        </dgm:layoutNode>
        <dgm:layoutNode name="txNode" styleLbl="fgAcc1">
          <dgm:varLst>
            <dgm:bulletEnabled val="1"/>
          </dgm:varLst>
          <dgm:alg type="tx"/>
          <dgm:shape xmlns:r="http://schemas.openxmlformats.org/officeDocument/2006/relationships" type="roundRect" r:blip="">
            <dgm:adjLst>
              <dgm:adj idx="1" val="0.1"/>
            </dgm:adjLst>
          </dgm:shape>
          <dgm:presOf axis="desOrSelf" ptType="node"/>
          <dgm:ruleLst>
            <dgm:rule type="primFontSz" val="5" fact="NaN" max="NaN"/>
          </dgm:ruleLst>
        </dgm:layoutNode>
      </dgm:layoutNode>
      <dgm:forEach name="Name11" axis="followSib" ptType="sibTrans" cnt="1">
        <dgm:layoutNode name="compositeSpace">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57161BF-B23B-4394-A96E-F4360C62819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Aptos" panose="020B0004020202020204" pitchFamily="34" charset="0"/>
            </a:endParaRPr>
          </a:p>
        </p:txBody>
      </p:sp>
      <p:sp>
        <p:nvSpPr>
          <p:cNvPr id="3" name="Date Placeholder 2">
            <a:extLst>
              <a:ext uri="{FF2B5EF4-FFF2-40B4-BE49-F238E27FC236}">
                <a16:creationId xmlns:a16="http://schemas.microsoft.com/office/drawing/2014/main" id="{32EFA4A7-9429-4DF7-ABF5-D9E5B2540EA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BAD32F0-874C-4AAC-9514-AAD3E6FF80D6}" type="datetimeFigureOut">
              <a:rPr lang="en-US" smtClean="0">
                <a:latin typeface="Aptos" panose="020B0004020202020204" pitchFamily="34" charset="0"/>
              </a:rPr>
              <a:t>8/18/2026</a:t>
            </a:fld>
            <a:endParaRPr lang="en-US">
              <a:latin typeface="Aptos" panose="020B0004020202020204" pitchFamily="34" charset="0"/>
            </a:endParaRPr>
          </a:p>
        </p:txBody>
      </p:sp>
      <p:sp>
        <p:nvSpPr>
          <p:cNvPr id="4" name="Footer Placeholder 3">
            <a:extLst>
              <a:ext uri="{FF2B5EF4-FFF2-40B4-BE49-F238E27FC236}">
                <a16:creationId xmlns:a16="http://schemas.microsoft.com/office/drawing/2014/main" id="{7FFAA4EB-3327-4214-8C66-D022262D928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Aptos" panose="020B0004020202020204" pitchFamily="34" charset="0"/>
            </a:endParaRPr>
          </a:p>
        </p:txBody>
      </p:sp>
      <p:sp>
        <p:nvSpPr>
          <p:cNvPr id="5" name="Slide Number Placeholder 4">
            <a:extLst>
              <a:ext uri="{FF2B5EF4-FFF2-40B4-BE49-F238E27FC236}">
                <a16:creationId xmlns:a16="http://schemas.microsoft.com/office/drawing/2014/main" id="{C59F6045-FEC1-483F-916F-4A70D359C00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F42476-7A7B-40F5-8A25-2A09BD3C8867}" type="slidenum">
              <a:rPr lang="en-US" smtClean="0">
                <a:latin typeface="Aptos" panose="020B0004020202020204" pitchFamily="34" charset="0"/>
              </a:rPr>
              <a:t>‹#›</a:t>
            </a:fld>
            <a:endParaRPr lang="en-US">
              <a:latin typeface="Aptos" panose="020B0004020202020204" pitchFamily="34" charset="0"/>
            </a:endParaRPr>
          </a:p>
        </p:txBody>
      </p:sp>
    </p:spTree>
    <p:extLst>
      <p:ext uri="{BB962C8B-B14F-4D97-AF65-F5344CB8AC3E}">
        <p14:creationId xmlns:p14="http://schemas.microsoft.com/office/powerpoint/2010/main" val="2503967356"/>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ptos" panose="020B0004020202020204" pitchFamily="34" charset="0"/>
              </a:defRPr>
            </a:lvl1pPr>
          </a:lstStyle>
          <a:p>
            <a:endParaRPr lang="de-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ptos" panose="020B0004020202020204" pitchFamily="34" charset="0"/>
              </a:defRPr>
            </a:lvl1pPr>
          </a:lstStyle>
          <a:p>
            <a:fld id="{626D1935-2548-4788-81DD-641A298E824F}" type="datetimeFigureOut">
              <a:rPr lang="de-DE" smtClean="0"/>
              <a:pPr/>
              <a:t>18.08.2026</a:t>
            </a:fld>
            <a:endParaRPr lang="de-D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ptos" panose="020B0004020202020204" pitchFamily="34" charset="0"/>
              </a:defRPr>
            </a:lvl1pPr>
          </a:lstStyle>
          <a:p>
            <a:endParaRPr lang="de-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ptos" panose="020B0004020202020204" pitchFamily="34" charset="0"/>
              </a:defRPr>
            </a:lvl1pPr>
          </a:lstStyle>
          <a:p>
            <a:fld id="{BC75E7E4-6857-4F03-A780-9887AA86825E}" type="slidenum">
              <a:rPr lang="de-DE" smtClean="0"/>
              <a:pPr/>
              <a:t>‹#›</a:t>
            </a:fld>
            <a:endParaRPr lang="de-DE"/>
          </a:p>
        </p:txBody>
      </p:sp>
    </p:spTree>
    <p:extLst>
      <p:ext uri="{BB962C8B-B14F-4D97-AF65-F5344CB8AC3E}">
        <p14:creationId xmlns:p14="http://schemas.microsoft.com/office/powerpoint/2010/main" val="1576483620"/>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ptos" panose="020B0004020202020204" pitchFamily="34" charset="0"/>
        <a:ea typeface="+mn-ea"/>
        <a:cs typeface="+mn-cs"/>
      </a:defRPr>
    </a:lvl1pPr>
    <a:lvl2pPr marL="457200" algn="l" defTabSz="914400" rtl="0" eaLnBrk="1" latinLnBrk="0" hangingPunct="1">
      <a:defRPr sz="1200" b="0" i="0" kern="1200">
        <a:solidFill>
          <a:schemeClr val="tx1"/>
        </a:solidFill>
        <a:latin typeface="Aptos" panose="020B0004020202020204" pitchFamily="34" charset="0"/>
        <a:ea typeface="+mn-ea"/>
        <a:cs typeface="+mn-cs"/>
      </a:defRPr>
    </a:lvl2pPr>
    <a:lvl3pPr marL="914400" algn="l" defTabSz="914400" rtl="0" eaLnBrk="1" latinLnBrk="0" hangingPunct="1">
      <a:defRPr sz="1200" b="0" i="0" kern="1200">
        <a:solidFill>
          <a:schemeClr val="tx1"/>
        </a:solidFill>
        <a:latin typeface="Aptos" panose="020B0004020202020204" pitchFamily="34" charset="0"/>
        <a:ea typeface="+mn-ea"/>
        <a:cs typeface="+mn-cs"/>
      </a:defRPr>
    </a:lvl3pPr>
    <a:lvl4pPr marL="1371600" algn="l" defTabSz="914400" rtl="0" eaLnBrk="1" latinLnBrk="0" hangingPunct="1">
      <a:defRPr sz="1200" b="0" i="0" kern="1200">
        <a:solidFill>
          <a:schemeClr val="tx1"/>
        </a:solidFill>
        <a:latin typeface="Aptos" panose="020B0004020202020204" pitchFamily="34" charset="0"/>
        <a:ea typeface="+mn-ea"/>
        <a:cs typeface="+mn-cs"/>
      </a:defRPr>
    </a:lvl4pPr>
    <a:lvl5pPr marL="1828800" algn="l" defTabSz="914400" rtl="0" eaLnBrk="1" latinLnBrk="0" hangingPunct="1">
      <a:defRPr sz="1200" b="0" i="0" kern="1200">
        <a:solidFill>
          <a:schemeClr val="tx1"/>
        </a:solidFill>
        <a:latin typeface="Aptos" panose="020B00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sv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sv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5.svg"/><Relationship Id="rId7" Type="http://schemas.microsoft.com/office/2007/relationships/hdphoto" Target="../media/hdphoto2.wdp"/><Relationship Id="rId2" Type="http://schemas.openxmlformats.org/officeDocument/2006/relationships/image" Target="../media/image14.sv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7.svg"/><Relationship Id="rId4" Type="http://schemas.openxmlformats.org/officeDocument/2006/relationships/image" Target="../media/image16.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5.svg"/><Relationship Id="rId7" Type="http://schemas.microsoft.com/office/2007/relationships/hdphoto" Target="../media/hdphoto2.wdp"/><Relationship Id="rId2" Type="http://schemas.openxmlformats.org/officeDocument/2006/relationships/image" Target="../media/image14.sv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3.svg"/><Relationship Id="rId4" Type="http://schemas.openxmlformats.org/officeDocument/2006/relationships/image" Target="../media/image16.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_Dark Blue">
    <p:bg>
      <p:bgPr>
        <a:solidFill>
          <a:schemeClr val="accent2"/>
        </a:solidFill>
        <a:effectLst/>
      </p:bgPr>
    </p:bg>
    <p:spTree>
      <p:nvGrpSpPr>
        <p:cNvPr id="1" name=""/>
        <p:cNvGrpSpPr/>
        <p:nvPr/>
      </p:nvGrpSpPr>
      <p:grpSpPr>
        <a:xfrm>
          <a:off x="0" y="0"/>
          <a:ext cx="0" cy="0"/>
          <a:chOff x="0" y="0"/>
          <a:chExt cx="0" cy="0"/>
        </a:xfrm>
      </p:grpSpPr>
      <p:sp>
        <p:nvSpPr>
          <p:cNvPr id="2" name="Freeform 5">
            <a:extLst>
              <a:ext uri="{FF2B5EF4-FFF2-40B4-BE49-F238E27FC236}">
                <a16:creationId xmlns:a16="http://schemas.microsoft.com/office/drawing/2014/main" id="{F85A682B-163D-4AA4-9385-052F4D99BE2E}"/>
              </a:ext>
            </a:extLst>
          </p:cNvPr>
          <p:cNvSpPr>
            <a:spLocks noChangeAspect="1" noEditPoints="1"/>
          </p:cNvSpPr>
          <p:nvPr userDrawn="1"/>
        </p:nvSpPr>
        <p:spPr bwMode="black">
          <a:xfrm>
            <a:off x="515937" y="460180"/>
            <a:ext cx="1817861" cy="333196"/>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16" name="Title 2">
            <a:extLst>
              <a:ext uri="{FF2B5EF4-FFF2-40B4-BE49-F238E27FC236}">
                <a16:creationId xmlns:a16="http://schemas.microsoft.com/office/drawing/2014/main" id="{62C0E76A-32B9-4D4D-B734-7A849718BDEC}"/>
              </a:ext>
            </a:extLst>
          </p:cNvPr>
          <p:cNvSpPr>
            <a:spLocks noGrp="1"/>
          </p:cNvSpPr>
          <p:nvPr>
            <p:ph type="title" hasCustomPrompt="1"/>
          </p:nvPr>
        </p:nvSpPr>
        <p:spPr bwMode="gray">
          <a:xfrm>
            <a:off x="515938" y="1586753"/>
            <a:ext cx="5185615" cy="2202610"/>
          </a:xfrm>
        </p:spPr>
        <p:txBody>
          <a:bodyPr wrap="square" anchor="b">
            <a:noAutofit/>
          </a:bodyPr>
          <a:lstStyle>
            <a:lvl1pPr marL="0" algn="l" defTabSz="914400" rtl="0" eaLnBrk="1" latinLnBrk="0" hangingPunct="1">
              <a:lnSpc>
                <a:spcPct val="80000"/>
              </a:lnSpc>
              <a:defRPr lang="en-US" sz="48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4800" spc="-110">
                <a:solidFill>
                  <a:srgbClr val="FFFFFE"/>
                </a:solidFill>
                <a:ea typeface="Alfabet" pitchFamily="2" charset="0"/>
                <a:cs typeface="Microsoft Sans Serif" panose="020B0604020202020204" pitchFamily="34" charset="0"/>
              </a:rPr>
              <a:t>Presentation </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title goes here</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4 lines</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maximum</a:t>
            </a:r>
            <a:endParaRPr lang="en-US"/>
          </a:p>
        </p:txBody>
      </p:sp>
      <p:sp>
        <p:nvSpPr>
          <p:cNvPr id="12" name="Text Placeholder 22">
            <a:extLst>
              <a:ext uri="{FF2B5EF4-FFF2-40B4-BE49-F238E27FC236}">
                <a16:creationId xmlns:a16="http://schemas.microsoft.com/office/drawing/2014/main" id="{44604CD0-227D-BEAE-79E8-1BAFEC1EA9E4}"/>
              </a:ext>
            </a:extLst>
          </p:cNvPr>
          <p:cNvSpPr>
            <a:spLocks noGrp="1"/>
          </p:cNvSpPr>
          <p:nvPr>
            <p:ph type="body" sz="quarter" idx="13" hasCustomPrompt="1"/>
          </p:nvPr>
        </p:nvSpPr>
        <p:spPr>
          <a:xfrm>
            <a:off x="515939" y="4539039"/>
            <a:ext cx="5185614" cy="263149"/>
          </a:xfrm>
        </p:spPr>
        <p:txBody>
          <a:bodyPr wrap="square" anchor="t">
            <a:noAutofit/>
          </a:bodyPr>
          <a:lstStyle>
            <a:lvl1pPr marL="0" indent="0">
              <a:buNone/>
              <a:defRPr sz="1800" spc="0">
                <a:solidFill>
                  <a:schemeClr val="tx1"/>
                </a:solidFill>
              </a:defRPr>
            </a:lvl1pPr>
          </a:lstStyle>
          <a:p>
            <a:pPr lvl="0"/>
            <a:r>
              <a:rPr lang="en-US"/>
              <a:t>Speaker title, Employing entity</a:t>
            </a:r>
          </a:p>
        </p:txBody>
      </p:sp>
      <p:pic>
        <p:nvPicPr>
          <p:cNvPr id="8" name="Picture 2">
            <a:extLst>
              <a:ext uri="{FF2B5EF4-FFF2-40B4-BE49-F238E27FC236}">
                <a16:creationId xmlns:a16="http://schemas.microsoft.com/office/drawing/2014/main" id="{6601EB22-A8D1-0743-7BB0-822BDDB5C9C7}"/>
              </a:ext>
            </a:extLst>
          </p:cNvPr>
          <p:cNvPicPr>
            <a:picLocks noChangeAspect="1" noChangeArrowheads="1"/>
          </p:cNvPicPr>
          <p:nvPr userDrawn="1"/>
        </p:nvPicPr>
        <p:blipFill rotWithShape="1">
          <a:blip r:embed="rId2" cstate="screen">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rcRect r="83264"/>
          <a:stretch/>
        </p:blipFill>
        <p:spPr bwMode="auto">
          <a:xfrm>
            <a:off x="10296108" y="4802188"/>
            <a:ext cx="938292" cy="1029289"/>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7">
            <a:extLst>
              <a:ext uri="{FF2B5EF4-FFF2-40B4-BE49-F238E27FC236}">
                <a16:creationId xmlns:a16="http://schemas.microsoft.com/office/drawing/2014/main" id="{A0B80601-89FF-5E35-853D-D75C06D14573}"/>
              </a:ext>
            </a:extLst>
          </p:cNvPr>
          <p:cNvSpPr>
            <a:spLocks noGrp="1"/>
          </p:cNvSpPr>
          <p:nvPr>
            <p:ph type="body" sz="quarter" idx="10" hasCustomPrompt="1"/>
          </p:nvPr>
        </p:nvSpPr>
        <p:spPr bwMode="gray">
          <a:xfrm>
            <a:off x="515937" y="4080516"/>
            <a:ext cx="5186783" cy="450485"/>
          </a:xfrm>
          <a:prstGeom prst="rect">
            <a:avLst/>
          </a:prstGeom>
        </p:spPr>
        <p:txBody>
          <a:bodyPr>
            <a:noAutofit/>
          </a:bodyPr>
          <a:lstStyle>
            <a:lvl1pPr marL="0" indent="0" algn="l" defTabSz="914400" rtl="0" eaLnBrk="1" latinLnBrk="0" hangingPunct="1">
              <a:lnSpc>
                <a:spcPct val="96000"/>
              </a:lnSpc>
              <a:spcBef>
                <a:spcPts val="0"/>
              </a:spcBef>
              <a:spcAft>
                <a:spcPts val="600"/>
              </a:spcAft>
              <a:buFont typeface="Microsoft Sans Serif" panose="020B0604020202020204" pitchFamily="34" charset="0"/>
              <a:buChar char="​"/>
              <a:defRPr lang="en-US" sz="2800" kern="1200" spc="-50" baseline="0" dirty="0">
                <a:solidFill>
                  <a:schemeClr val="tx1"/>
                </a:solidFill>
                <a:latin typeface="+mj-lt"/>
                <a:ea typeface="Alfabet" pitchFamily="2" charset="0"/>
                <a:cs typeface="Microsoft Sans Serif" panose="020B0604020202020204" pitchFamily="34" charset="0"/>
              </a:defRPr>
            </a:lvl1pPr>
            <a:lvl2pPr marL="0" indent="0" algn="l" defTabSz="914400" rtl="0" eaLnBrk="1" latinLnBrk="0" hangingPunct="1">
              <a:lnSpc>
                <a:spcPct val="96000"/>
              </a:lnSpc>
              <a:spcBef>
                <a:spcPts val="0"/>
              </a:spcBef>
              <a:buFont typeface="Microsoft Sans Serif" panose="020B0604020202020204" pitchFamily="34" charset="0"/>
              <a:buNone/>
              <a:defRPr lang="en-US" sz="2000" kern="1200" dirty="0">
                <a:solidFill>
                  <a:schemeClr val="tx1"/>
                </a:solidFill>
                <a:latin typeface="Aptos" panose="020B0004020202020204" pitchFamily="34" charset="0"/>
                <a:ea typeface="Alfabet" pitchFamily="2" charset="0"/>
                <a:cs typeface="Microsoft Sans Serif" panose="020B0604020202020204" pitchFamily="34" charset="0"/>
              </a:defRPr>
            </a:lvl2pPr>
            <a:lvl3pPr marL="0" indent="0">
              <a:lnSpc>
                <a:spcPct val="98000"/>
              </a:lnSpc>
              <a:spcBef>
                <a:spcPts val="0"/>
              </a:spcBef>
              <a:buFont typeface="Microsoft Sans Serif" panose="020B0604020202020204" pitchFamily="34" charset="0"/>
              <a:buChar char="​"/>
              <a:defRPr sz="1800">
                <a:solidFill>
                  <a:schemeClr val="bg1"/>
                </a:solidFill>
              </a:defRPr>
            </a:lvl3pPr>
            <a:lvl4pPr marL="0" indent="0">
              <a:lnSpc>
                <a:spcPct val="98000"/>
              </a:lnSpc>
              <a:spcBef>
                <a:spcPts val="0"/>
              </a:spcBef>
              <a:buFont typeface="Microsoft Sans Serif" panose="020B0604020202020204" pitchFamily="34" charset="0"/>
              <a:buChar char="​"/>
              <a:defRPr sz="1800" baseline="0">
                <a:solidFill>
                  <a:schemeClr val="bg1"/>
                </a:solidFill>
              </a:defRPr>
            </a:lvl4pPr>
            <a:lvl5pPr>
              <a:lnSpc>
                <a:spcPct val="98000"/>
              </a:lnSpc>
              <a:spcBef>
                <a:spcPts val="0"/>
              </a:spcBef>
              <a:defRPr sz="1800">
                <a:solidFill>
                  <a:schemeClr val="bg1"/>
                </a:solidFill>
              </a:defRPr>
            </a:lvl5pPr>
            <a:lvl6pPr>
              <a:lnSpc>
                <a:spcPct val="98000"/>
              </a:lnSpc>
              <a:spcBef>
                <a:spcPts val="0"/>
              </a:spcBef>
              <a:defRPr sz="1800">
                <a:solidFill>
                  <a:schemeClr val="bg1"/>
                </a:solidFill>
              </a:defRPr>
            </a:lvl6pPr>
            <a:lvl7pPr>
              <a:lnSpc>
                <a:spcPct val="98000"/>
              </a:lnSpc>
              <a:spcBef>
                <a:spcPts val="0"/>
              </a:spcBef>
              <a:defRPr sz="1800" baseline="0">
                <a:solidFill>
                  <a:schemeClr val="bg1"/>
                </a:solidFill>
              </a:defRPr>
            </a:lvl7pPr>
            <a:lvl8pPr>
              <a:lnSpc>
                <a:spcPct val="98000"/>
              </a:lnSpc>
              <a:spcBef>
                <a:spcPts val="0"/>
              </a:spcBef>
              <a:defRPr sz="1800" baseline="0">
                <a:solidFill>
                  <a:schemeClr val="bg1"/>
                </a:solidFill>
              </a:defRPr>
            </a:lvl8pPr>
            <a:lvl9pPr>
              <a:lnSpc>
                <a:spcPct val="98000"/>
              </a:lnSpc>
              <a:spcBef>
                <a:spcPts val="0"/>
              </a:spcBef>
              <a:defRPr sz="1800" baseline="0">
                <a:solidFill>
                  <a:schemeClr val="bg1"/>
                </a:solidFill>
              </a:defRPr>
            </a:lvl9pPr>
          </a:lstStyle>
          <a:p>
            <a:pPr lvl="0"/>
            <a:r>
              <a:rPr lang="en-US"/>
              <a:t>Speaker name</a:t>
            </a:r>
          </a:p>
        </p:txBody>
      </p:sp>
      <p:sp>
        <p:nvSpPr>
          <p:cNvPr id="4" name="TextBox 3">
            <a:extLst>
              <a:ext uri="{FF2B5EF4-FFF2-40B4-BE49-F238E27FC236}">
                <a16:creationId xmlns:a16="http://schemas.microsoft.com/office/drawing/2014/main" id="{762F7825-67D8-BEB0-EF71-6CA04CEAC158}"/>
              </a:ext>
            </a:extLst>
          </p:cNvPr>
          <p:cNvSpPr txBox="1"/>
          <p:nvPr userDrawn="1"/>
        </p:nvSpPr>
        <p:spPr>
          <a:xfrm>
            <a:off x="515938"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a:solidFill>
                  <a:schemeClr val="accent6">
                    <a:lumMod val="90000"/>
                  </a:schemeClr>
                </a:solidFill>
              </a:rPr>
              <a:t>Confidential – Qualcomm Technologies, Inc. and/or its affiliated companies – May Contain Trade Secrets</a:t>
            </a:r>
          </a:p>
        </p:txBody>
      </p:sp>
      <p:sp>
        <p:nvSpPr>
          <p:cNvPr id="5" name="TextBox 4">
            <a:extLst>
              <a:ext uri="{FF2B5EF4-FFF2-40B4-BE49-F238E27FC236}">
                <a16:creationId xmlns:a16="http://schemas.microsoft.com/office/drawing/2014/main" id="{14D08477-758A-76A7-39C3-518BAEFAD224}"/>
              </a:ext>
            </a:extLst>
          </p:cNvPr>
          <p:cNvSpPr txBox="1"/>
          <p:nvPr userDrawn="1"/>
        </p:nvSpPr>
        <p:spPr>
          <a:xfrm>
            <a:off x="515938" y="6096960"/>
            <a:ext cx="5247709" cy="233910"/>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marL="0" lvl="0" indent="0" algn="l" defTabSz="685800" rtl="0" eaLnBrk="1" latinLnBrk="0" hangingPunct="1">
              <a:lnSpc>
                <a:spcPct val="95000"/>
              </a:lnSpc>
              <a:spcBef>
                <a:spcPts val="1200"/>
              </a:spcBef>
              <a:buClr>
                <a:srgbClr val="3253DC"/>
              </a:buClr>
              <a:buFont typeface="Arial" panose="020B0604020202020204" pitchFamily="34" charset="0"/>
              <a:buNone/>
              <a:tabLst/>
            </a:pPr>
            <a:r>
              <a:rPr lang="en-CA" sz="800" kern="1200" baseline="0">
                <a:solidFill>
                  <a:schemeClr val="accent6">
                    <a:lumMod val="90000"/>
                  </a:schemeClr>
                </a:solidFill>
                <a:latin typeface="+mn-lt"/>
                <a:ea typeface="+mn-ea"/>
                <a:cs typeface="+mn-cs"/>
              </a:rPr>
              <a:t>Snapdragon and Qualcomm branded products are products of Qualcomm Technologies, Inc. and/or its subsidiaries. Qualcomm patented technologies are licensed by Qualcomm Incorporated.</a:t>
            </a:r>
            <a:endParaRPr lang="en-US" sz="800" kern="1200" baseline="0">
              <a:solidFill>
                <a:schemeClr val="accent6">
                  <a:lumMod val="90000"/>
                </a:schemeClr>
              </a:solidFill>
              <a:latin typeface="+mn-lt"/>
              <a:ea typeface="+mn-ea"/>
              <a:cs typeface="+mn-cs"/>
            </a:endParaRPr>
          </a:p>
        </p:txBody>
      </p:sp>
      <p:pic>
        <p:nvPicPr>
          <p:cNvPr id="6" name="Graphic 5">
            <a:extLst>
              <a:ext uri="{FF2B5EF4-FFF2-40B4-BE49-F238E27FC236}">
                <a16:creationId xmlns:a16="http://schemas.microsoft.com/office/drawing/2014/main" id="{D8063254-F261-DFD9-4AB5-B77C4B3645CF}"/>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l="-1" t="32310" r="22445" b="38"/>
          <a:stretch/>
        </p:blipFill>
        <p:spPr>
          <a:xfrm rot="9900000" flipH="1">
            <a:off x="4889643" y="240133"/>
            <a:ext cx="8392749" cy="7320983"/>
          </a:xfrm>
          <a:custGeom>
            <a:avLst/>
            <a:gdLst>
              <a:gd name="connsiteX0" fmla="*/ 8392749 w 8392749"/>
              <a:gd name="connsiteY0" fmla="*/ 7320983 h 7320983"/>
              <a:gd name="connsiteX1" fmla="*/ 6431098 w 8392749"/>
              <a:gd name="connsiteY1" fmla="*/ 0 h 7320983"/>
              <a:gd name="connsiteX2" fmla="*/ 0 w 8392749"/>
              <a:gd name="connsiteY2" fmla="*/ 1723207 h 7320983"/>
              <a:gd name="connsiteX3" fmla="*/ 0 w 8392749"/>
              <a:gd name="connsiteY3" fmla="*/ 7320983 h 7320983"/>
            </a:gdLst>
            <a:ahLst/>
            <a:cxnLst>
              <a:cxn ang="0">
                <a:pos x="connsiteX0" y="connsiteY0"/>
              </a:cxn>
              <a:cxn ang="0">
                <a:pos x="connsiteX1" y="connsiteY1"/>
              </a:cxn>
              <a:cxn ang="0">
                <a:pos x="connsiteX2" y="connsiteY2"/>
              </a:cxn>
              <a:cxn ang="0">
                <a:pos x="connsiteX3" y="connsiteY3"/>
              </a:cxn>
            </a:cxnLst>
            <a:rect l="l" t="t" r="r" b="b"/>
            <a:pathLst>
              <a:path w="8392749" h="7320983">
                <a:moveTo>
                  <a:pt x="8392749" y="7320983"/>
                </a:moveTo>
                <a:lnTo>
                  <a:pt x="6431098" y="0"/>
                </a:lnTo>
                <a:lnTo>
                  <a:pt x="0" y="1723207"/>
                </a:lnTo>
                <a:lnTo>
                  <a:pt x="0" y="7320983"/>
                </a:lnTo>
                <a:close/>
              </a:path>
            </a:pathLst>
          </a:custGeom>
        </p:spPr>
      </p:pic>
      <p:sp>
        <p:nvSpPr>
          <p:cNvPr id="7" name="Text Placeholder 22">
            <a:extLst>
              <a:ext uri="{FF2B5EF4-FFF2-40B4-BE49-F238E27FC236}">
                <a16:creationId xmlns:a16="http://schemas.microsoft.com/office/drawing/2014/main" id="{EA2F875C-812A-1F4A-9FFE-FB9951540F7D}"/>
              </a:ext>
            </a:extLst>
          </p:cNvPr>
          <p:cNvSpPr>
            <a:spLocks noGrp="1"/>
          </p:cNvSpPr>
          <p:nvPr>
            <p:ph type="body" sz="quarter" idx="14" hasCustomPrompt="1"/>
          </p:nvPr>
        </p:nvSpPr>
        <p:spPr>
          <a:xfrm>
            <a:off x="515939" y="5763332"/>
            <a:ext cx="5185614" cy="263149"/>
          </a:xfrm>
        </p:spPr>
        <p:txBody>
          <a:bodyPr wrap="square" anchor="t">
            <a:noAutofit/>
          </a:bodyPr>
          <a:lstStyle>
            <a:lvl1pPr marL="0" indent="0">
              <a:buNone/>
              <a:defRPr sz="1600" spc="0">
                <a:solidFill>
                  <a:schemeClr val="tx1"/>
                </a:solidFill>
              </a:defRPr>
            </a:lvl1pPr>
          </a:lstStyle>
          <a:p>
            <a:pPr lvl="0"/>
            <a:r>
              <a:rPr lang="en-US"/>
              <a:t>@</a:t>
            </a:r>
            <a:r>
              <a:rPr lang="en-US" err="1"/>
              <a:t>qualcomm</a:t>
            </a:r>
            <a:endParaRPr lang="en-US"/>
          </a:p>
        </p:txBody>
      </p:sp>
    </p:spTree>
    <p:extLst>
      <p:ext uri="{BB962C8B-B14F-4D97-AF65-F5344CB8AC3E}">
        <p14:creationId xmlns:p14="http://schemas.microsoft.com/office/powerpoint/2010/main" val="2452633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36" userDrawn="1">
          <p15:clr>
            <a:srgbClr val="FBAE40"/>
          </p15:clr>
        </p15:guide>
        <p15:guide id="3" orient="horz" pos="2387" userDrawn="1">
          <p15:clr>
            <a:srgbClr val="FBAE40"/>
          </p15:clr>
        </p15:guide>
        <p15:guide id="4" orient="horz" pos="2568" userDrawn="1">
          <p15:clr>
            <a:srgbClr val="FBAE40"/>
          </p15:clr>
        </p15:guide>
        <p15:guide id="5" orient="horz" pos="3022" userDrawn="1">
          <p15:clr>
            <a:srgbClr val="FBAE40"/>
          </p15:clr>
        </p15:guide>
        <p15:guide id="6" pos="3591" userDrawn="1">
          <p15:clr>
            <a:srgbClr val="FBAE40"/>
          </p15:clr>
        </p15:guide>
        <p15:guide id="7" orient="horz" pos="379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_Qualcomm Blue">
    <p:bg>
      <p:bgPr>
        <a:solidFill>
          <a:schemeClr val="accent1"/>
        </a:solidFill>
        <a:effectLst/>
      </p:bgPr>
    </p:bg>
    <p:spTree>
      <p:nvGrpSpPr>
        <p:cNvPr id="1" name=""/>
        <p:cNvGrpSpPr/>
        <p:nvPr/>
      </p:nvGrpSpPr>
      <p:grpSpPr>
        <a:xfrm>
          <a:off x="0" y="0"/>
          <a:ext cx="0" cy="0"/>
          <a:chOff x="0" y="0"/>
          <a:chExt cx="0" cy="0"/>
        </a:xfrm>
      </p:grpSpPr>
      <p:sp>
        <p:nvSpPr>
          <p:cNvPr id="4" name="Freeform 5">
            <a:extLst>
              <a:ext uri="{FF2B5EF4-FFF2-40B4-BE49-F238E27FC236}">
                <a16:creationId xmlns:a16="http://schemas.microsoft.com/office/drawing/2014/main" id="{A4F0D70E-53E2-162C-22F7-51348A82B292}"/>
              </a:ext>
            </a:extLst>
          </p:cNvPr>
          <p:cNvSpPr>
            <a:spLocks noChangeAspect="1" noEditPoints="1"/>
          </p:cNvSpPr>
          <p:nvPr userDrawn="1"/>
        </p:nvSpPr>
        <p:spPr bwMode="black">
          <a:xfrm>
            <a:off x="515937" y="460180"/>
            <a:ext cx="1817861" cy="333196"/>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2" name="Title 2">
            <a:extLst>
              <a:ext uri="{FF2B5EF4-FFF2-40B4-BE49-F238E27FC236}">
                <a16:creationId xmlns:a16="http://schemas.microsoft.com/office/drawing/2014/main" id="{A71DD4A2-F6F8-2FEF-E6ED-67E872488C9B}"/>
              </a:ext>
            </a:extLst>
          </p:cNvPr>
          <p:cNvSpPr>
            <a:spLocks noGrp="1"/>
          </p:cNvSpPr>
          <p:nvPr>
            <p:ph type="title" hasCustomPrompt="1"/>
          </p:nvPr>
        </p:nvSpPr>
        <p:spPr bwMode="gray">
          <a:xfrm>
            <a:off x="515938" y="1586753"/>
            <a:ext cx="5185615" cy="2202610"/>
          </a:xfrm>
        </p:spPr>
        <p:txBody>
          <a:bodyPr wrap="square" anchor="b">
            <a:noAutofit/>
          </a:bodyPr>
          <a:lstStyle>
            <a:lvl1pPr marL="0" algn="l" defTabSz="914400" rtl="0" eaLnBrk="1" latinLnBrk="0" hangingPunct="1">
              <a:lnSpc>
                <a:spcPct val="80000"/>
              </a:lnSpc>
              <a:defRPr lang="en-US" sz="48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4800" spc="-110">
                <a:solidFill>
                  <a:srgbClr val="FFFFFE"/>
                </a:solidFill>
                <a:ea typeface="Alfabet" pitchFamily="2" charset="0"/>
                <a:cs typeface="Microsoft Sans Serif" panose="020B0604020202020204" pitchFamily="34" charset="0"/>
              </a:rPr>
              <a:t>Presentation </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title goes here</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4 lines</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maximum</a:t>
            </a:r>
            <a:endParaRPr lang="en-US"/>
          </a:p>
        </p:txBody>
      </p:sp>
      <p:sp>
        <p:nvSpPr>
          <p:cNvPr id="7" name="Text Placeholder 7">
            <a:extLst>
              <a:ext uri="{FF2B5EF4-FFF2-40B4-BE49-F238E27FC236}">
                <a16:creationId xmlns:a16="http://schemas.microsoft.com/office/drawing/2014/main" id="{CDFA959F-8485-8388-01E9-586AFF83F76F}"/>
              </a:ext>
            </a:extLst>
          </p:cNvPr>
          <p:cNvSpPr>
            <a:spLocks noGrp="1"/>
          </p:cNvSpPr>
          <p:nvPr>
            <p:ph type="body" sz="quarter" idx="10" hasCustomPrompt="1"/>
          </p:nvPr>
        </p:nvSpPr>
        <p:spPr bwMode="gray">
          <a:xfrm>
            <a:off x="515937" y="4080516"/>
            <a:ext cx="5186783" cy="450485"/>
          </a:xfrm>
          <a:prstGeom prst="rect">
            <a:avLst/>
          </a:prstGeom>
        </p:spPr>
        <p:txBody>
          <a:bodyPr>
            <a:noAutofit/>
          </a:bodyPr>
          <a:lstStyle>
            <a:lvl1pPr marL="457200" indent="-457200" algn="l" defTabSz="914400" rtl="0" eaLnBrk="1" latinLnBrk="0" hangingPunct="1">
              <a:lnSpc>
                <a:spcPct val="96000"/>
              </a:lnSpc>
              <a:spcBef>
                <a:spcPts val="0"/>
              </a:spcBef>
              <a:spcAft>
                <a:spcPts val="600"/>
              </a:spcAft>
              <a:buFontTx/>
              <a:buNone/>
              <a:defRPr lang="en-US" sz="2800" kern="1200" spc="-50" baseline="0" dirty="0">
                <a:solidFill>
                  <a:schemeClr val="tx1"/>
                </a:solidFill>
                <a:latin typeface="+mj-lt"/>
                <a:ea typeface="Alfabet" pitchFamily="2" charset="0"/>
                <a:cs typeface="Microsoft Sans Serif" panose="020B0604020202020204" pitchFamily="34" charset="0"/>
              </a:defRPr>
            </a:lvl1pPr>
            <a:lvl2pPr marL="0" indent="0" algn="l" defTabSz="914400" rtl="0" eaLnBrk="1" latinLnBrk="0" hangingPunct="1">
              <a:lnSpc>
                <a:spcPct val="96000"/>
              </a:lnSpc>
              <a:spcBef>
                <a:spcPts val="0"/>
              </a:spcBef>
              <a:buFont typeface="Microsoft Sans Serif" panose="020B0604020202020204" pitchFamily="34" charset="0"/>
              <a:buNone/>
              <a:defRPr lang="en-US" sz="2000" kern="1200" dirty="0">
                <a:solidFill>
                  <a:schemeClr val="tx1"/>
                </a:solidFill>
                <a:latin typeface="Aptos" panose="020B0004020202020204" pitchFamily="34" charset="0"/>
                <a:ea typeface="Alfabet" pitchFamily="2" charset="0"/>
                <a:cs typeface="Microsoft Sans Serif" panose="020B0604020202020204" pitchFamily="34" charset="0"/>
              </a:defRPr>
            </a:lvl2pPr>
            <a:lvl3pPr marL="0" indent="0">
              <a:lnSpc>
                <a:spcPct val="98000"/>
              </a:lnSpc>
              <a:spcBef>
                <a:spcPts val="0"/>
              </a:spcBef>
              <a:buFont typeface="Microsoft Sans Serif" panose="020B0604020202020204" pitchFamily="34" charset="0"/>
              <a:buChar char="​"/>
              <a:defRPr sz="1800">
                <a:solidFill>
                  <a:schemeClr val="bg1"/>
                </a:solidFill>
              </a:defRPr>
            </a:lvl3pPr>
            <a:lvl4pPr marL="0" indent="0">
              <a:lnSpc>
                <a:spcPct val="98000"/>
              </a:lnSpc>
              <a:spcBef>
                <a:spcPts val="0"/>
              </a:spcBef>
              <a:buFont typeface="Microsoft Sans Serif" panose="020B0604020202020204" pitchFamily="34" charset="0"/>
              <a:buChar char="​"/>
              <a:defRPr sz="1800" baseline="0">
                <a:solidFill>
                  <a:schemeClr val="bg1"/>
                </a:solidFill>
              </a:defRPr>
            </a:lvl4pPr>
            <a:lvl5pPr>
              <a:lnSpc>
                <a:spcPct val="98000"/>
              </a:lnSpc>
              <a:spcBef>
                <a:spcPts val="0"/>
              </a:spcBef>
              <a:defRPr sz="1800">
                <a:solidFill>
                  <a:schemeClr val="bg1"/>
                </a:solidFill>
              </a:defRPr>
            </a:lvl5pPr>
            <a:lvl6pPr>
              <a:lnSpc>
                <a:spcPct val="98000"/>
              </a:lnSpc>
              <a:spcBef>
                <a:spcPts val="0"/>
              </a:spcBef>
              <a:defRPr sz="1800">
                <a:solidFill>
                  <a:schemeClr val="bg1"/>
                </a:solidFill>
              </a:defRPr>
            </a:lvl6pPr>
            <a:lvl7pPr>
              <a:lnSpc>
                <a:spcPct val="98000"/>
              </a:lnSpc>
              <a:spcBef>
                <a:spcPts val="0"/>
              </a:spcBef>
              <a:defRPr sz="1800" baseline="0">
                <a:solidFill>
                  <a:schemeClr val="bg1"/>
                </a:solidFill>
              </a:defRPr>
            </a:lvl7pPr>
            <a:lvl8pPr>
              <a:lnSpc>
                <a:spcPct val="98000"/>
              </a:lnSpc>
              <a:spcBef>
                <a:spcPts val="0"/>
              </a:spcBef>
              <a:defRPr sz="1800" baseline="0">
                <a:solidFill>
                  <a:schemeClr val="bg1"/>
                </a:solidFill>
              </a:defRPr>
            </a:lvl8pPr>
            <a:lvl9pPr>
              <a:lnSpc>
                <a:spcPct val="98000"/>
              </a:lnSpc>
              <a:spcBef>
                <a:spcPts val="0"/>
              </a:spcBef>
              <a:defRPr sz="1800" baseline="0">
                <a:solidFill>
                  <a:schemeClr val="bg1"/>
                </a:solidFill>
              </a:defRPr>
            </a:lvl9pPr>
          </a:lstStyle>
          <a:p>
            <a:pPr marL="0" lvl="0" indent="0" algn="l" defTabSz="914400" rtl="0" eaLnBrk="1" latinLnBrk="0" hangingPunct="1">
              <a:lnSpc>
                <a:spcPct val="96000"/>
              </a:lnSpc>
              <a:spcBef>
                <a:spcPts val="0"/>
              </a:spcBef>
              <a:spcAft>
                <a:spcPts val="600"/>
              </a:spcAft>
              <a:buClrTx/>
              <a:buFont typeface="Microsoft Sans Serif" panose="020B0604020202020204" pitchFamily="34" charset="0"/>
              <a:buChar char="​"/>
            </a:pPr>
            <a:r>
              <a:rPr lang="en-US"/>
              <a:t>Speaker name</a:t>
            </a:r>
          </a:p>
        </p:txBody>
      </p:sp>
      <p:sp>
        <p:nvSpPr>
          <p:cNvPr id="5" name="TextBox 4">
            <a:extLst>
              <a:ext uri="{FF2B5EF4-FFF2-40B4-BE49-F238E27FC236}">
                <a16:creationId xmlns:a16="http://schemas.microsoft.com/office/drawing/2014/main" id="{6D5A080B-0C7D-C848-F3E0-B20E3AAC1F86}"/>
              </a:ext>
            </a:extLst>
          </p:cNvPr>
          <p:cNvSpPr txBox="1"/>
          <p:nvPr userDrawn="1"/>
        </p:nvSpPr>
        <p:spPr>
          <a:xfrm>
            <a:off x="515938"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a:solidFill>
                  <a:schemeClr val="accent6">
                    <a:lumMod val="90000"/>
                  </a:schemeClr>
                </a:solidFill>
              </a:rPr>
              <a:t>Confidential – Qualcomm Technologies, Inc. and/or its affiliated companies – May Contain Trade Secrets</a:t>
            </a:r>
          </a:p>
        </p:txBody>
      </p:sp>
      <p:pic>
        <p:nvPicPr>
          <p:cNvPr id="16" name="Picture 2">
            <a:extLst>
              <a:ext uri="{FF2B5EF4-FFF2-40B4-BE49-F238E27FC236}">
                <a16:creationId xmlns:a16="http://schemas.microsoft.com/office/drawing/2014/main" id="{AE4EB415-5005-5B4F-C288-00A807B8346C}"/>
              </a:ext>
            </a:extLst>
          </p:cNvPr>
          <p:cNvPicPr>
            <a:picLocks noChangeAspect="1" noChangeArrowheads="1"/>
          </p:cNvPicPr>
          <p:nvPr userDrawn="1"/>
        </p:nvPicPr>
        <p:blipFill rotWithShape="1">
          <a:blip r:embed="rId2" cstate="screen">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rcRect r="83264"/>
          <a:stretch/>
        </p:blipFill>
        <p:spPr bwMode="auto">
          <a:xfrm>
            <a:off x="10296108" y="4802188"/>
            <a:ext cx="938292" cy="1029289"/>
          </a:xfrm>
          <a:prstGeom prst="rect">
            <a:avLst/>
          </a:prstGeom>
          <a:noFill/>
          <a:extLst>
            <a:ext uri="{909E8E84-426E-40DD-AFC4-6F175D3DCCD1}">
              <a14:hiddenFill xmlns:a14="http://schemas.microsoft.com/office/drawing/2010/main">
                <a:solidFill>
                  <a:srgbClr val="FFFFFF"/>
                </a:solidFill>
              </a14:hiddenFill>
            </a:ext>
          </a:extLst>
        </p:spPr>
      </p:pic>
      <p:pic>
        <p:nvPicPr>
          <p:cNvPr id="3" name="Graphic 2">
            <a:extLst>
              <a:ext uri="{FF2B5EF4-FFF2-40B4-BE49-F238E27FC236}">
                <a16:creationId xmlns:a16="http://schemas.microsoft.com/office/drawing/2014/main" id="{741D3CFE-57F5-AE08-0359-943F438E5D36}"/>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l="-1" t="32310" r="22445" b="38"/>
          <a:stretch/>
        </p:blipFill>
        <p:spPr>
          <a:xfrm rot="9900000" flipH="1">
            <a:off x="4889643" y="240133"/>
            <a:ext cx="8392749" cy="7320983"/>
          </a:xfrm>
          <a:custGeom>
            <a:avLst/>
            <a:gdLst>
              <a:gd name="connsiteX0" fmla="*/ 8392749 w 8392749"/>
              <a:gd name="connsiteY0" fmla="*/ 7320983 h 7320983"/>
              <a:gd name="connsiteX1" fmla="*/ 6431098 w 8392749"/>
              <a:gd name="connsiteY1" fmla="*/ 0 h 7320983"/>
              <a:gd name="connsiteX2" fmla="*/ 0 w 8392749"/>
              <a:gd name="connsiteY2" fmla="*/ 1723207 h 7320983"/>
              <a:gd name="connsiteX3" fmla="*/ 0 w 8392749"/>
              <a:gd name="connsiteY3" fmla="*/ 7320983 h 7320983"/>
            </a:gdLst>
            <a:ahLst/>
            <a:cxnLst>
              <a:cxn ang="0">
                <a:pos x="connsiteX0" y="connsiteY0"/>
              </a:cxn>
              <a:cxn ang="0">
                <a:pos x="connsiteX1" y="connsiteY1"/>
              </a:cxn>
              <a:cxn ang="0">
                <a:pos x="connsiteX2" y="connsiteY2"/>
              </a:cxn>
              <a:cxn ang="0">
                <a:pos x="connsiteX3" y="connsiteY3"/>
              </a:cxn>
            </a:cxnLst>
            <a:rect l="l" t="t" r="r" b="b"/>
            <a:pathLst>
              <a:path w="8392749" h="7320983">
                <a:moveTo>
                  <a:pt x="8392749" y="7320983"/>
                </a:moveTo>
                <a:lnTo>
                  <a:pt x="6431098" y="0"/>
                </a:lnTo>
                <a:lnTo>
                  <a:pt x="0" y="1723207"/>
                </a:lnTo>
                <a:lnTo>
                  <a:pt x="0" y="7320983"/>
                </a:lnTo>
                <a:close/>
              </a:path>
            </a:pathLst>
          </a:custGeom>
        </p:spPr>
      </p:pic>
      <p:sp>
        <p:nvSpPr>
          <p:cNvPr id="8" name="Text Placeholder 22">
            <a:extLst>
              <a:ext uri="{FF2B5EF4-FFF2-40B4-BE49-F238E27FC236}">
                <a16:creationId xmlns:a16="http://schemas.microsoft.com/office/drawing/2014/main" id="{25414CB8-C47B-D54A-5A19-D047C814EB2F}"/>
              </a:ext>
            </a:extLst>
          </p:cNvPr>
          <p:cNvSpPr>
            <a:spLocks noGrp="1"/>
          </p:cNvSpPr>
          <p:nvPr>
            <p:ph type="body" sz="quarter" idx="13" hasCustomPrompt="1"/>
          </p:nvPr>
        </p:nvSpPr>
        <p:spPr>
          <a:xfrm>
            <a:off x="515939" y="4539039"/>
            <a:ext cx="5185614" cy="263149"/>
          </a:xfrm>
        </p:spPr>
        <p:txBody>
          <a:bodyPr wrap="square" anchor="t">
            <a:noAutofit/>
          </a:bodyPr>
          <a:lstStyle>
            <a:lvl1pPr marL="0" indent="0">
              <a:buNone/>
              <a:defRPr sz="1800" spc="0">
                <a:solidFill>
                  <a:schemeClr val="tx1"/>
                </a:solidFill>
              </a:defRPr>
            </a:lvl1pPr>
          </a:lstStyle>
          <a:p>
            <a:pPr lvl="0"/>
            <a:r>
              <a:rPr lang="en-US"/>
              <a:t>Speaker title, Employing entity</a:t>
            </a:r>
          </a:p>
          <a:p>
            <a:pPr lvl="0"/>
            <a:endParaRPr lang="en-US"/>
          </a:p>
        </p:txBody>
      </p:sp>
      <p:sp>
        <p:nvSpPr>
          <p:cNvPr id="9" name="TextBox 8">
            <a:extLst>
              <a:ext uri="{FF2B5EF4-FFF2-40B4-BE49-F238E27FC236}">
                <a16:creationId xmlns:a16="http://schemas.microsoft.com/office/drawing/2014/main" id="{B7FAD67F-93ED-314D-D1AA-1DB2C697FECD}"/>
              </a:ext>
            </a:extLst>
          </p:cNvPr>
          <p:cNvSpPr txBox="1"/>
          <p:nvPr userDrawn="1"/>
        </p:nvSpPr>
        <p:spPr>
          <a:xfrm>
            <a:off x="515938" y="6096960"/>
            <a:ext cx="5247709" cy="233910"/>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marL="0" lvl="0" indent="0" algn="l" defTabSz="685800" rtl="0" eaLnBrk="1" latinLnBrk="0" hangingPunct="1">
              <a:lnSpc>
                <a:spcPct val="95000"/>
              </a:lnSpc>
              <a:spcBef>
                <a:spcPts val="1200"/>
              </a:spcBef>
              <a:buClr>
                <a:srgbClr val="3253DC"/>
              </a:buClr>
              <a:buFont typeface="Arial" panose="020B0604020202020204" pitchFamily="34" charset="0"/>
              <a:buNone/>
              <a:tabLst/>
            </a:pPr>
            <a:r>
              <a:rPr lang="en-CA" sz="800" kern="1200" baseline="0">
                <a:solidFill>
                  <a:schemeClr val="accent6">
                    <a:lumMod val="90000"/>
                  </a:schemeClr>
                </a:solidFill>
                <a:latin typeface="+mn-lt"/>
                <a:ea typeface="+mn-ea"/>
                <a:cs typeface="+mn-cs"/>
              </a:rPr>
              <a:t>Snapdragon and Qualcomm branded products are products of Qualcomm Technologies, Inc. and/or its subsidiaries. Qualcomm patented technologies are licensed by Qualcomm Incorporated.</a:t>
            </a:r>
            <a:endParaRPr lang="en-US" sz="800" kern="1200" baseline="0">
              <a:solidFill>
                <a:schemeClr val="accent6">
                  <a:lumMod val="90000"/>
                </a:schemeClr>
              </a:solidFill>
              <a:latin typeface="+mn-lt"/>
              <a:ea typeface="+mn-ea"/>
              <a:cs typeface="+mn-cs"/>
            </a:endParaRPr>
          </a:p>
        </p:txBody>
      </p:sp>
      <p:sp>
        <p:nvSpPr>
          <p:cNvPr id="10" name="Text Placeholder 22">
            <a:extLst>
              <a:ext uri="{FF2B5EF4-FFF2-40B4-BE49-F238E27FC236}">
                <a16:creationId xmlns:a16="http://schemas.microsoft.com/office/drawing/2014/main" id="{BB70763C-7C2B-E0D1-9972-18237DCCEDB1}"/>
              </a:ext>
            </a:extLst>
          </p:cNvPr>
          <p:cNvSpPr>
            <a:spLocks noGrp="1"/>
          </p:cNvSpPr>
          <p:nvPr>
            <p:ph type="body" sz="quarter" idx="14" hasCustomPrompt="1"/>
          </p:nvPr>
        </p:nvSpPr>
        <p:spPr>
          <a:xfrm>
            <a:off x="515939" y="5763332"/>
            <a:ext cx="5185614" cy="263149"/>
          </a:xfrm>
        </p:spPr>
        <p:txBody>
          <a:bodyPr wrap="square" anchor="t">
            <a:noAutofit/>
          </a:bodyPr>
          <a:lstStyle>
            <a:lvl1pPr marL="0" indent="0">
              <a:buNone/>
              <a:defRPr sz="1600" spc="0">
                <a:solidFill>
                  <a:schemeClr val="tx1"/>
                </a:solidFill>
              </a:defRPr>
            </a:lvl1pPr>
          </a:lstStyle>
          <a:p>
            <a:pPr lvl="0"/>
            <a:r>
              <a:rPr lang="en-US"/>
              <a:t>@</a:t>
            </a:r>
            <a:r>
              <a:rPr lang="en-US" err="1"/>
              <a:t>qualcomm</a:t>
            </a:r>
            <a:endParaRPr lang="en-US"/>
          </a:p>
        </p:txBody>
      </p:sp>
    </p:spTree>
    <p:extLst>
      <p:ext uri="{BB962C8B-B14F-4D97-AF65-F5344CB8AC3E}">
        <p14:creationId xmlns:p14="http://schemas.microsoft.com/office/powerpoint/2010/main" val="1664243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36" userDrawn="1">
          <p15:clr>
            <a:srgbClr val="FBAE40"/>
          </p15:clr>
        </p15:guide>
        <p15:guide id="3" orient="horz" pos="2387" userDrawn="1">
          <p15:clr>
            <a:srgbClr val="FBAE40"/>
          </p15:clr>
        </p15:guide>
        <p15:guide id="4" orient="horz" pos="2568" userDrawn="1">
          <p15:clr>
            <a:srgbClr val="FBAE40"/>
          </p15:clr>
        </p15:guide>
        <p15:guide id="5" orient="horz" pos="3022" userDrawn="1">
          <p15:clr>
            <a:srgbClr val="FBAE40"/>
          </p15:clr>
        </p15:guide>
        <p15:guide id="6" pos="359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_Light Grey">
    <p:bg>
      <p:bgPr>
        <a:solidFill>
          <a:srgbClr val="EFF1F5"/>
        </a:solidFill>
        <a:effectLst/>
      </p:bgPr>
    </p:bg>
    <p:spTree>
      <p:nvGrpSpPr>
        <p:cNvPr id="1" name=""/>
        <p:cNvGrpSpPr/>
        <p:nvPr/>
      </p:nvGrpSpPr>
      <p:grpSpPr>
        <a:xfrm>
          <a:off x="0" y="0"/>
          <a:ext cx="0" cy="0"/>
          <a:chOff x="0" y="0"/>
          <a:chExt cx="0" cy="0"/>
        </a:xfrm>
      </p:grpSpPr>
      <p:pic>
        <p:nvPicPr>
          <p:cNvPr id="13" name="Picture 2">
            <a:extLst>
              <a:ext uri="{FF2B5EF4-FFF2-40B4-BE49-F238E27FC236}">
                <a16:creationId xmlns:a16="http://schemas.microsoft.com/office/drawing/2014/main" id="{0C535C80-8733-FA80-BF54-35742A8FF0D6}"/>
              </a:ext>
            </a:extLst>
          </p:cNvPr>
          <p:cNvPicPr>
            <a:picLocks noChangeAspect="1" noChangeArrowheads="1"/>
          </p:cNvPicPr>
          <p:nvPr userDrawn="1"/>
        </p:nvPicPr>
        <p:blipFill rotWithShape="1">
          <a:blip>
            <a:extLst>
              <a:ext uri="{96DAC541-7B7A-43D3-8B79-37D633B846F1}">
                <asvg:svgBlip xmlns:asvg="http://schemas.microsoft.com/office/drawing/2016/SVG/main" r:embed="rId2"/>
              </a:ext>
            </a:extLst>
          </a:blip>
          <a:srcRect t="-1567" b="-1567"/>
          <a:stretch/>
        </p:blipFill>
        <p:spPr bwMode="auto">
          <a:xfrm>
            <a:off x="10295650" y="4786296"/>
            <a:ext cx="894630" cy="1062179"/>
          </a:xfrm>
          <a:prstGeom prst="rect">
            <a:avLst/>
          </a:prstGeom>
          <a:noFill/>
        </p:spPr>
      </p:pic>
      <p:sp>
        <p:nvSpPr>
          <p:cNvPr id="4" name="Freeform 5">
            <a:extLst>
              <a:ext uri="{FF2B5EF4-FFF2-40B4-BE49-F238E27FC236}">
                <a16:creationId xmlns:a16="http://schemas.microsoft.com/office/drawing/2014/main" id="{A4F0D70E-53E2-162C-22F7-51348A82B292}"/>
              </a:ext>
            </a:extLst>
          </p:cNvPr>
          <p:cNvSpPr>
            <a:spLocks noChangeAspect="1" noEditPoints="1"/>
          </p:cNvSpPr>
          <p:nvPr userDrawn="1"/>
        </p:nvSpPr>
        <p:spPr bwMode="black">
          <a:xfrm>
            <a:off x="515937" y="460180"/>
            <a:ext cx="1817861" cy="333196"/>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2" name="Title 2">
            <a:extLst>
              <a:ext uri="{FF2B5EF4-FFF2-40B4-BE49-F238E27FC236}">
                <a16:creationId xmlns:a16="http://schemas.microsoft.com/office/drawing/2014/main" id="{A71DD4A2-F6F8-2FEF-E6ED-67E872488C9B}"/>
              </a:ext>
            </a:extLst>
          </p:cNvPr>
          <p:cNvSpPr>
            <a:spLocks noGrp="1"/>
          </p:cNvSpPr>
          <p:nvPr>
            <p:ph type="title" hasCustomPrompt="1"/>
          </p:nvPr>
        </p:nvSpPr>
        <p:spPr bwMode="gray">
          <a:xfrm>
            <a:off x="515938" y="1586753"/>
            <a:ext cx="5185615" cy="2202610"/>
          </a:xfrm>
        </p:spPr>
        <p:txBody>
          <a:bodyPr wrap="square" anchor="b">
            <a:noAutofit/>
          </a:bodyPr>
          <a:lstStyle>
            <a:lvl1pPr marL="0" algn="l" defTabSz="914400" rtl="0" eaLnBrk="1" latinLnBrk="0" hangingPunct="1">
              <a:lnSpc>
                <a:spcPct val="80000"/>
              </a:lnSpc>
              <a:defRPr lang="en-US" sz="4800" kern="1200" spc="0" dirty="0">
                <a:solidFill>
                  <a:schemeClr val="accent1"/>
                </a:solidFill>
                <a:latin typeface="Aptos" panose="020B0004020202020204" pitchFamily="34" charset="0"/>
                <a:ea typeface="Alfabet" pitchFamily="2" charset="0"/>
                <a:cs typeface="Microsoft Sans Serif" panose="020B0604020202020204" pitchFamily="34" charset="0"/>
              </a:defRPr>
            </a:lvl1pPr>
          </a:lstStyle>
          <a:p>
            <a:r>
              <a:rPr lang="en-US"/>
              <a:t>Presentation </a:t>
            </a:r>
            <a:br>
              <a:rPr lang="en-US"/>
            </a:br>
            <a:r>
              <a:rPr lang="en-US"/>
              <a:t>title goes here</a:t>
            </a:r>
            <a:br>
              <a:rPr lang="en-US"/>
            </a:br>
            <a:r>
              <a:rPr lang="en-US"/>
              <a:t>four lines</a:t>
            </a:r>
            <a:br>
              <a:rPr lang="en-US"/>
            </a:br>
            <a:r>
              <a:rPr lang="en-US"/>
              <a:t>maximum</a:t>
            </a:r>
          </a:p>
        </p:txBody>
      </p:sp>
      <p:sp>
        <p:nvSpPr>
          <p:cNvPr id="7" name="Text Placeholder 7">
            <a:extLst>
              <a:ext uri="{FF2B5EF4-FFF2-40B4-BE49-F238E27FC236}">
                <a16:creationId xmlns:a16="http://schemas.microsoft.com/office/drawing/2014/main" id="{CDFA959F-8485-8388-01E9-586AFF83F76F}"/>
              </a:ext>
            </a:extLst>
          </p:cNvPr>
          <p:cNvSpPr>
            <a:spLocks noGrp="1"/>
          </p:cNvSpPr>
          <p:nvPr>
            <p:ph type="body" sz="quarter" idx="10" hasCustomPrompt="1"/>
          </p:nvPr>
        </p:nvSpPr>
        <p:spPr bwMode="gray">
          <a:xfrm>
            <a:off x="515937" y="4080516"/>
            <a:ext cx="5186783" cy="450485"/>
          </a:xfrm>
          <a:prstGeom prst="rect">
            <a:avLst/>
          </a:prstGeom>
        </p:spPr>
        <p:txBody>
          <a:bodyPr>
            <a:noAutofit/>
          </a:bodyPr>
          <a:lstStyle>
            <a:lvl1pPr marL="457200" indent="-457200" algn="l" defTabSz="914400" rtl="0" eaLnBrk="1" latinLnBrk="0" hangingPunct="1">
              <a:lnSpc>
                <a:spcPct val="96000"/>
              </a:lnSpc>
              <a:spcBef>
                <a:spcPts val="0"/>
              </a:spcBef>
              <a:spcAft>
                <a:spcPts val="600"/>
              </a:spcAft>
              <a:buFontTx/>
              <a:buNone/>
              <a:defRPr lang="en-US" sz="2800" kern="1200" spc="-50" baseline="0" dirty="0">
                <a:solidFill>
                  <a:schemeClr val="tx1"/>
                </a:solidFill>
                <a:latin typeface="+mj-lt"/>
                <a:ea typeface="Alfabet" pitchFamily="2" charset="0"/>
                <a:cs typeface="Microsoft Sans Serif" panose="020B0604020202020204" pitchFamily="34" charset="0"/>
              </a:defRPr>
            </a:lvl1pPr>
            <a:lvl2pPr marL="0" indent="0" algn="l" defTabSz="914400" rtl="0" eaLnBrk="1" latinLnBrk="0" hangingPunct="1">
              <a:lnSpc>
                <a:spcPct val="96000"/>
              </a:lnSpc>
              <a:spcBef>
                <a:spcPts val="0"/>
              </a:spcBef>
              <a:buFont typeface="Microsoft Sans Serif" panose="020B0604020202020204" pitchFamily="34" charset="0"/>
              <a:buNone/>
              <a:defRPr lang="en-US" sz="2000" kern="1200" dirty="0">
                <a:solidFill>
                  <a:schemeClr val="tx1"/>
                </a:solidFill>
                <a:latin typeface="Aptos" panose="020B0004020202020204" pitchFamily="34" charset="0"/>
                <a:ea typeface="Alfabet" pitchFamily="2" charset="0"/>
                <a:cs typeface="Microsoft Sans Serif" panose="020B0604020202020204" pitchFamily="34" charset="0"/>
              </a:defRPr>
            </a:lvl2pPr>
            <a:lvl3pPr marL="0" indent="0">
              <a:lnSpc>
                <a:spcPct val="98000"/>
              </a:lnSpc>
              <a:spcBef>
                <a:spcPts val="0"/>
              </a:spcBef>
              <a:buFont typeface="Microsoft Sans Serif" panose="020B0604020202020204" pitchFamily="34" charset="0"/>
              <a:buChar char="​"/>
              <a:defRPr sz="1800">
                <a:solidFill>
                  <a:schemeClr val="bg1"/>
                </a:solidFill>
              </a:defRPr>
            </a:lvl3pPr>
            <a:lvl4pPr marL="0" indent="0">
              <a:lnSpc>
                <a:spcPct val="98000"/>
              </a:lnSpc>
              <a:spcBef>
                <a:spcPts val="0"/>
              </a:spcBef>
              <a:buFont typeface="Microsoft Sans Serif" panose="020B0604020202020204" pitchFamily="34" charset="0"/>
              <a:buChar char="​"/>
              <a:defRPr sz="1800" baseline="0">
                <a:solidFill>
                  <a:schemeClr val="bg1"/>
                </a:solidFill>
              </a:defRPr>
            </a:lvl4pPr>
            <a:lvl5pPr>
              <a:lnSpc>
                <a:spcPct val="98000"/>
              </a:lnSpc>
              <a:spcBef>
                <a:spcPts val="0"/>
              </a:spcBef>
              <a:defRPr sz="1800">
                <a:solidFill>
                  <a:schemeClr val="bg1"/>
                </a:solidFill>
              </a:defRPr>
            </a:lvl5pPr>
            <a:lvl6pPr>
              <a:lnSpc>
                <a:spcPct val="98000"/>
              </a:lnSpc>
              <a:spcBef>
                <a:spcPts val="0"/>
              </a:spcBef>
              <a:defRPr sz="1800">
                <a:solidFill>
                  <a:schemeClr val="bg1"/>
                </a:solidFill>
              </a:defRPr>
            </a:lvl6pPr>
            <a:lvl7pPr>
              <a:lnSpc>
                <a:spcPct val="98000"/>
              </a:lnSpc>
              <a:spcBef>
                <a:spcPts val="0"/>
              </a:spcBef>
              <a:defRPr sz="1800" baseline="0">
                <a:solidFill>
                  <a:schemeClr val="bg1"/>
                </a:solidFill>
              </a:defRPr>
            </a:lvl7pPr>
            <a:lvl8pPr>
              <a:lnSpc>
                <a:spcPct val="98000"/>
              </a:lnSpc>
              <a:spcBef>
                <a:spcPts val="0"/>
              </a:spcBef>
              <a:defRPr sz="1800" baseline="0">
                <a:solidFill>
                  <a:schemeClr val="bg1"/>
                </a:solidFill>
              </a:defRPr>
            </a:lvl8pPr>
            <a:lvl9pPr>
              <a:lnSpc>
                <a:spcPct val="98000"/>
              </a:lnSpc>
              <a:spcBef>
                <a:spcPts val="0"/>
              </a:spcBef>
              <a:defRPr sz="1800" baseline="0">
                <a:solidFill>
                  <a:schemeClr val="bg1"/>
                </a:solidFill>
              </a:defRPr>
            </a:lvl9pPr>
          </a:lstStyle>
          <a:p>
            <a:pPr marL="0" lvl="0" indent="0" algn="l" defTabSz="914400" rtl="0" eaLnBrk="1" latinLnBrk="0" hangingPunct="1">
              <a:lnSpc>
                <a:spcPct val="96000"/>
              </a:lnSpc>
              <a:spcBef>
                <a:spcPts val="0"/>
              </a:spcBef>
              <a:spcAft>
                <a:spcPts val="600"/>
              </a:spcAft>
              <a:buClrTx/>
              <a:buFont typeface="Microsoft Sans Serif" panose="020B0604020202020204" pitchFamily="34" charset="0"/>
              <a:buChar char="​"/>
            </a:pPr>
            <a:r>
              <a:rPr lang="en-US"/>
              <a:t>Speaker name</a:t>
            </a:r>
          </a:p>
        </p:txBody>
      </p:sp>
      <p:sp>
        <p:nvSpPr>
          <p:cNvPr id="3" name="TextBox 2">
            <a:extLst>
              <a:ext uri="{FF2B5EF4-FFF2-40B4-BE49-F238E27FC236}">
                <a16:creationId xmlns:a16="http://schemas.microsoft.com/office/drawing/2014/main" id="{A6B47E4B-7691-E117-DE8C-D1A58AA5F413}"/>
              </a:ext>
            </a:extLst>
          </p:cNvPr>
          <p:cNvSpPr txBox="1"/>
          <p:nvPr userDrawn="1"/>
        </p:nvSpPr>
        <p:spPr>
          <a:xfrm>
            <a:off x="515938"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a:solidFill>
                  <a:schemeClr val="accent6">
                    <a:lumMod val="50000"/>
                  </a:schemeClr>
                </a:solidFill>
              </a:rPr>
              <a:t>Confidential – Qualcomm Technologies, Inc. and/or its affiliated companies – May Contain Trade Secrets</a:t>
            </a:r>
          </a:p>
        </p:txBody>
      </p:sp>
      <p:pic>
        <p:nvPicPr>
          <p:cNvPr id="5" name="Graphic 4">
            <a:extLst>
              <a:ext uri="{FF2B5EF4-FFF2-40B4-BE49-F238E27FC236}">
                <a16:creationId xmlns:a16="http://schemas.microsoft.com/office/drawing/2014/main" id="{89029DA5-D332-D33B-48CF-786959774D28}"/>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 t="32310" r="22445" b="38"/>
          <a:stretch/>
        </p:blipFill>
        <p:spPr>
          <a:xfrm rot="9900000" flipH="1">
            <a:off x="4889643" y="240133"/>
            <a:ext cx="8392749" cy="7320983"/>
          </a:xfrm>
          <a:custGeom>
            <a:avLst/>
            <a:gdLst>
              <a:gd name="connsiteX0" fmla="*/ 8392749 w 8392749"/>
              <a:gd name="connsiteY0" fmla="*/ 7320983 h 7320983"/>
              <a:gd name="connsiteX1" fmla="*/ 6431098 w 8392749"/>
              <a:gd name="connsiteY1" fmla="*/ 0 h 7320983"/>
              <a:gd name="connsiteX2" fmla="*/ 0 w 8392749"/>
              <a:gd name="connsiteY2" fmla="*/ 1723207 h 7320983"/>
              <a:gd name="connsiteX3" fmla="*/ 0 w 8392749"/>
              <a:gd name="connsiteY3" fmla="*/ 7320983 h 7320983"/>
            </a:gdLst>
            <a:ahLst/>
            <a:cxnLst>
              <a:cxn ang="0">
                <a:pos x="connsiteX0" y="connsiteY0"/>
              </a:cxn>
              <a:cxn ang="0">
                <a:pos x="connsiteX1" y="connsiteY1"/>
              </a:cxn>
              <a:cxn ang="0">
                <a:pos x="connsiteX2" y="connsiteY2"/>
              </a:cxn>
              <a:cxn ang="0">
                <a:pos x="connsiteX3" y="connsiteY3"/>
              </a:cxn>
            </a:cxnLst>
            <a:rect l="l" t="t" r="r" b="b"/>
            <a:pathLst>
              <a:path w="8392749" h="7320983">
                <a:moveTo>
                  <a:pt x="8392749" y="7320983"/>
                </a:moveTo>
                <a:lnTo>
                  <a:pt x="6431098" y="0"/>
                </a:lnTo>
                <a:lnTo>
                  <a:pt x="0" y="1723207"/>
                </a:lnTo>
                <a:lnTo>
                  <a:pt x="0" y="7320983"/>
                </a:lnTo>
                <a:close/>
              </a:path>
            </a:pathLst>
          </a:custGeom>
        </p:spPr>
      </p:pic>
      <p:sp>
        <p:nvSpPr>
          <p:cNvPr id="6" name="Text Placeholder 22">
            <a:extLst>
              <a:ext uri="{FF2B5EF4-FFF2-40B4-BE49-F238E27FC236}">
                <a16:creationId xmlns:a16="http://schemas.microsoft.com/office/drawing/2014/main" id="{5591563C-8D42-F10A-A6F2-8BFC85D9973D}"/>
              </a:ext>
            </a:extLst>
          </p:cNvPr>
          <p:cNvSpPr>
            <a:spLocks noGrp="1"/>
          </p:cNvSpPr>
          <p:nvPr>
            <p:ph type="body" sz="quarter" idx="13" hasCustomPrompt="1"/>
          </p:nvPr>
        </p:nvSpPr>
        <p:spPr>
          <a:xfrm>
            <a:off x="515939" y="4539039"/>
            <a:ext cx="5185614" cy="263149"/>
          </a:xfrm>
        </p:spPr>
        <p:txBody>
          <a:bodyPr wrap="square" anchor="t">
            <a:noAutofit/>
          </a:bodyPr>
          <a:lstStyle>
            <a:lvl1pPr marL="0" indent="0">
              <a:buNone/>
              <a:defRPr sz="1800" spc="0">
                <a:solidFill>
                  <a:schemeClr val="tx1"/>
                </a:solidFill>
              </a:defRPr>
            </a:lvl1pPr>
          </a:lstStyle>
          <a:p>
            <a:pPr lvl="0"/>
            <a:r>
              <a:rPr lang="en-US"/>
              <a:t>Speaker title, Employing entity</a:t>
            </a:r>
          </a:p>
          <a:p>
            <a:pPr lvl="0"/>
            <a:endParaRPr lang="en-US"/>
          </a:p>
        </p:txBody>
      </p:sp>
      <p:sp>
        <p:nvSpPr>
          <p:cNvPr id="9" name="TextBox 8">
            <a:extLst>
              <a:ext uri="{FF2B5EF4-FFF2-40B4-BE49-F238E27FC236}">
                <a16:creationId xmlns:a16="http://schemas.microsoft.com/office/drawing/2014/main" id="{1F810BBF-1E4D-345B-1E9A-6518F97CFA5F}"/>
              </a:ext>
            </a:extLst>
          </p:cNvPr>
          <p:cNvSpPr txBox="1"/>
          <p:nvPr userDrawn="1"/>
        </p:nvSpPr>
        <p:spPr>
          <a:xfrm>
            <a:off x="515938" y="6096960"/>
            <a:ext cx="5247709" cy="233910"/>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marL="0" lvl="0" indent="0" algn="l" defTabSz="685800" rtl="0" eaLnBrk="1" latinLnBrk="0" hangingPunct="1">
              <a:lnSpc>
                <a:spcPct val="95000"/>
              </a:lnSpc>
              <a:spcBef>
                <a:spcPts val="1200"/>
              </a:spcBef>
              <a:buClr>
                <a:srgbClr val="3253DC"/>
              </a:buClr>
              <a:buFont typeface="Arial" panose="020B0604020202020204" pitchFamily="34" charset="0"/>
              <a:buNone/>
              <a:tabLst/>
            </a:pPr>
            <a:r>
              <a:rPr lang="en-CA" sz="800" kern="1200" baseline="0">
                <a:solidFill>
                  <a:schemeClr val="accent6">
                    <a:lumMod val="50000"/>
                  </a:schemeClr>
                </a:solidFill>
                <a:latin typeface="+mn-lt"/>
                <a:ea typeface="+mn-ea"/>
                <a:cs typeface="+mn-cs"/>
              </a:rPr>
              <a:t>Snapdragon and Qualcomm branded products are products of Qualcomm Technologies, Inc. and/or its subsidiaries. Qualcomm patented technologies are licensed by Qualcomm Incorporated.</a:t>
            </a:r>
            <a:endParaRPr lang="en-US" sz="800" kern="1200" baseline="0">
              <a:solidFill>
                <a:schemeClr val="accent6">
                  <a:lumMod val="50000"/>
                </a:schemeClr>
              </a:solidFill>
              <a:latin typeface="+mn-lt"/>
              <a:ea typeface="+mn-ea"/>
              <a:cs typeface="+mn-cs"/>
            </a:endParaRPr>
          </a:p>
        </p:txBody>
      </p:sp>
      <p:sp>
        <p:nvSpPr>
          <p:cNvPr id="10" name="Text Placeholder 22">
            <a:extLst>
              <a:ext uri="{FF2B5EF4-FFF2-40B4-BE49-F238E27FC236}">
                <a16:creationId xmlns:a16="http://schemas.microsoft.com/office/drawing/2014/main" id="{72F95F94-AED3-E1F5-F8D8-3D1C31656238}"/>
              </a:ext>
            </a:extLst>
          </p:cNvPr>
          <p:cNvSpPr>
            <a:spLocks noGrp="1"/>
          </p:cNvSpPr>
          <p:nvPr>
            <p:ph type="body" sz="quarter" idx="14" hasCustomPrompt="1"/>
          </p:nvPr>
        </p:nvSpPr>
        <p:spPr>
          <a:xfrm>
            <a:off x="515939" y="5763332"/>
            <a:ext cx="5185614" cy="263149"/>
          </a:xfrm>
        </p:spPr>
        <p:txBody>
          <a:bodyPr wrap="square" anchor="t">
            <a:noAutofit/>
          </a:bodyPr>
          <a:lstStyle>
            <a:lvl1pPr marL="0" indent="0">
              <a:buNone/>
              <a:defRPr sz="1600" spc="0">
                <a:solidFill>
                  <a:schemeClr val="tx1"/>
                </a:solidFill>
              </a:defRPr>
            </a:lvl1pPr>
          </a:lstStyle>
          <a:p>
            <a:pPr lvl="0"/>
            <a:r>
              <a:rPr lang="en-US"/>
              <a:t>@</a:t>
            </a:r>
            <a:r>
              <a:rPr lang="en-US" err="1"/>
              <a:t>qualcomm</a:t>
            </a:r>
            <a:endParaRPr lang="en-US"/>
          </a:p>
        </p:txBody>
      </p:sp>
    </p:spTree>
    <p:extLst>
      <p:ext uri="{BB962C8B-B14F-4D97-AF65-F5344CB8AC3E}">
        <p14:creationId xmlns:p14="http://schemas.microsoft.com/office/powerpoint/2010/main" val="9437238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36">
          <p15:clr>
            <a:srgbClr val="FBAE40"/>
          </p15:clr>
        </p15:guide>
        <p15:guide id="3" orient="horz" pos="2387">
          <p15:clr>
            <a:srgbClr val="FBAE40"/>
          </p15:clr>
        </p15:guide>
        <p15:guide id="4" orient="horz" pos="2568">
          <p15:clr>
            <a:srgbClr val="FBAE40"/>
          </p15:clr>
        </p15:guide>
        <p15:guide id="5" orient="horz" pos="3022" userDrawn="1">
          <p15:clr>
            <a:srgbClr val="FBAE40"/>
          </p15:clr>
        </p15:guide>
        <p15:guide id="6" pos="359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Full Photo">
    <p:spTree>
      <p:nvGrpSpPr>
        <p:cNvPr id="1" name=""/>
        <p:cNvGrpSpPr/>
        <p:nvPr/>
      </p:nvGrpSpPr>
      <p:grpSpPr>
        <a:xfrm>
          <a:off x="0" y="0"/>
          <a:ext cx="0" cy="0"/>
          <a:chOff x="0" y="0"/>
          <a:chExt cx="0" cy="0"/>
        </a:xfrm>
      </p:grpSpPr>
      <p:sp>
        <p:nvSpPr>
          <p:cNvPr id="44" name="Picture Placeholder 43">
            <a:extLst>
              <a:ext uri="{FF2B5EF4-FFF2-40B4-BE49-F238E27FC236}">
                <a16:creationId xmlns:a16="http://schemas.microsoft.com/office/drawing/2014/main" id="{008FB009-1CAA-4C0D-DFFE-34480291E6D4}"/>
              </a:ext>
            </a:extLst>
          </p:cNvPr>
          <p:cNvSpPr>
            <a:spLocks noGrp="1"/>
          </p:cNvSpPr>
          <p:nvPr>
            <p:ph type="pic" sz="quarter" idx="12" hasCustomPrompt="1"/>
          </p:nvPr>
        </p:nvSpPr>
        <p:spPr>
          <a:xfrm>
            <a:off x="0" y="0"/>
            <a:ext cx="12192000" cy="6858000"/>
          </a:xfrm>
          <a:custGeom>
            <a:avLst/>
            <a:gdLst>
              <a:gd name="connsiteX0" fmla="*/ 1625898 w 12192000"/>
              <a:gd name="connsiteY0" fmla="*/ 586917 h 6858000"/>
              <a:gd name="connsiteX1" fmla="*/ 1684416 w 12192000"/>
              <a:gd name="connsiteY1" fmla="*/ 647861 h 6858000"/>
              <a:gd name="connsiteX2" fmla="*/ 1625898 w 12192000"/>
              <a:gd name="connsiteY2" fmla="*/ 708580 h 6858000"/>
              <a:gd name="connsiteX3" fmla="*/ 1567381 w 12192000"/>
              <a:gd name="connsiteY3" fmla="*/ 647861 h 6858000"/>
              <a:gd name="connsiteX4" fmla="*/ 1625898 w 12192000"/>
              <a:gd name="connsiteY4" fmla="*/ 586917 h 6858000"/>
              <a:gd name="connsiteX5" fmla="*/ 1144317 w 12192000"/>
              <a:gd name="connsiteY5" fmla="*/ 586917 h 6858000"/>
              <a:gd name="connsiteX6" fmla="*/ 1202834 w 12192000"/>
              <a:gd name="connsiteY6" fmla="*/ 647861 h 6858000"/>
              <a:gd name="connsiteX7" fmla="*/ 1144317 w 12192000"/>
              <a:gd name="connsiteY7" fmla="*/ 709029 h 6858000"/>
              <a:gd name="connsiteX8" fmla="*/ 1085799 w 12192000"/>
              <a:gd name="connsiteY8" fmla="*/ 647861 h 6858000"/>
              <a:gd name="connsiteX9" fmla="*/ 1144317 w 12192000"/>
              <a:gd name="connsiteY9" fmla="*/ 586917 h 6858000"/>
              <a:gd name="connsiteX10" fmla="*/ 1801451 w 12192000"/>
              <a:gd name="connsiteY10" fmla="*/ 554101 h 6858000"/>
              <a:gd name="connsiteX11" fmla="*/ 1790979 w 12192000"/>
              <a:gd name="connsiteY11" fmla="*/ 561469 h 6858000"/>
              <a:gd name="connsiteX12" fmla="*/ 1724489 w 12192000"/>
              <a:gd name="connsiteY12" fmla="*/ 732021 h 6858000"/>
              <a:gd name="connsiteX13" fmla="*/ 1730867 w 12192000"/>
              <a:gd name="connsiteY13" fmla="*/ 741396 h 6858000"/>
              <a:gd name="connsiteX14" fmla="*/ 1756367 w 12192000"/>
              <a:gd name="connsiteY14" fmla="*/ 741396 h 6858000"/>
              <a:gd name="connsiteX15" fmla="*/ 1766843 w 12192000"/>
              <a:gd name="connsiteY15" fmla="*/ 734477 h 6858000"/>
              <a:gd name="connsiteX16" fmla="*/ 1815798 w 12192000"/>
              <a:gd name="connsiteY16" fmla="*/ 605670 h 6858000"/>
              <a:gd name="connsiteX17" fmla="*/ 1864753 w 12192000"/>
              <a:gd name="connsiteY17" fmla="*/ 734477 h 6858000"/>
              <a:gd name="connsiteX18" fmla="*/ 1874996 w 12192000"/>
              <a:gd name="connsiteY18" fmla="*/ 741396 h 6858000"/>
              <a:gd name="connsiteX19" fmla="*/ 1898451 w 12192000"/>
              <a:gd name="connsiteY19" fmla="*/ 741396 h 6858000"/>
              <a:gd name="connsiteX20" fmla="*/ 1908924 w 12192000"/>
              <a:gd name="connsiteY20" fmla="*/ 734477 h 6858000"/>
              <a:gd name="connsiteX21" fmla="*/ 1959018 w 12192000"/>
              <a:gd name="connsiteY21" fmla="*/ 605670 h 6858000"/>
              <a:gd name="connsiteX22" fmla="*/ 2007518 w 12192000"/>
              <a:gd name="connsiteY22" fmla="*/ 734477 h 6858000"/>
              <a:gd name="connsiteX23" fmla="*/ 2017993 w 12192000"/>
              <a:gd name="connsiteY23" fmla="*/ 741396 h 6858000"/>
              <a:gd name="connsiteX24" fmla="*/ 2042584 w 12192000"/>
              <a:gd name="connsiteY24" fmla="*/ 741396 h 6858000"/>
              <a:gd name="connsiteX25" fmla="*/ 2053056 w 12192000"/>
              <a:gd name="connsiteY25" fmla="*/ 734477 h 6858000"/>
              <a:gd name="connsiteX26" fmla="*/ 2102011 w 12192000"/>
              <a:gd name="connsiteY26" fmla="*/ 605670 h 6858000"/>
              <a:gd name="connsiteX27" fmla="*/ 2151650 w 12192000"/>
              <a:gd name="connsiteY27" fmla="*/ 734477 h 6858000"/>
              <a:gd name="connsiteX28" fmla="*/ 2162126 w 12192000"/>
              <a:gd name="connsiteY28" fmla="*/ 741396 h 6858000"/>
              <a:gd name="connsiteX29" fmla="*/ 2185577 w 12192000"/>
              <a:gd name="connsiteY29" fmla="*/ 741396 h 6858000"/>
              <a:gd name="connsiteX30" fmla="*/ 2195824 w 12192000"/>
              <a:gd name="connsiteY30" fmla="*/ 734477 h 6858000"/>
              <a:gd name="connsiteX31" fmla="*/ 2245234 w 12192000"/>
              <a:gd name="connsiteY31" fmla="*/ 606340 h 6858000"/>
              <a:gd name="connsiteX32" fmla="*/ 2293734 w 12192000"/>
              <a:gd name="connsiteY32" fmla="*/ 734477 h 6858000"/>
              <a:gd name="connsiteX33" fmla="*/ 2304206 w 12192000"/>
              <a:gd name="connsiteY33" fmla="*/ 741396 h 6858000"/>
              <a:gd name="connsiteX34" fmla="*/ 2330394 w 12192000"/>
              <a:gd name="connsiteY34" fmla="*/ 741396 h 6858000"/>
              <a:gd name="connsiteX35" fmla="*/ 2336769 w 12192000"/>
              <a:gd name="connsiteY35" fmla="*/ 732021 h 6858000"/>
              <a:gd name="connsiteX36" fmla="*/ 2270279 w 12192000"/>
              <a:gd name="connsiteY36" fmla="*/ 561469 h 6858000"/>
              <a:gd name="connsiteX37" fmla="*/ 2260033 w 12192000"/>
              <a:gd name="connsiteY37" fmla="*/ 554101 h 6858000"/>
              <a:gd name="connsiteX38" fmla="*/ 2231345 w 12192000"/>
              <a:gd name="connsiteY38" fmla="*/ 554101 h 6858000"/>
              <a:gd name="connsiteX39" fmla="*/ 2220869 w 12192000"/>
              <a:gd name="connsiteY39" fmla="*/ 561469 h 6858000"/>
              <a:gd name="connsiteX40" fmla="*/ 2174421 w 12192000"/>
              <a:gd name="connsiteY40" fmla="*/ 686034 h 6858000"/>
              <a:gd name="connsiteX41" fmla="*/ 2126605 w 12192000"/>
              <a:gd name="connsiteY41" fmla="*/ 561469 h 6858000"/>
              <a:gd name="connsiteX42" fmla="*/ 2116358 w 12192000"/>
              <a:gd name="connsiteY42" fmla="*/ 554101 h 6858000"/>
              <a:gd name="connsiteX43" fmla="*/ 2087896 w 12192000"/>
              <a:gd name="connsiteY43" fmla="*/ 554101 h 6858000"/>
              <a:gd name="connsiteX44" fmla="*/ 2077650 w 12192000"/>
              <a:gd name="connsiteY44" fmla="*/ 561469 h 6858000"/>
              <a:gd name="connsiteX45" fmla="*/ 2030743 w 12192000"/>
              <a:gd name="connsiteY45" fmla="*/ 686034 h 6858000"/>
              <a:gd name="connsiteX46" fmla="*/ 1983608 w 12192000"/>
              <a:gd name="connsiteY46" fmla="*/ 561469 h 6858000"/>
              <a:gd name="connsiteX47" fmla="*/ 1973365 w 12192000"/>
              <a:gd name="connsiteY47" fmla="*/ 554101 h 6858000"/>
              <a:gd name="connsiteX48" fmla="*/ 1945128 w 12192000"/>
              <a:gd name="connsiteY48" fmla="*/ 554101 h 6858000"/>
              <a:gd name="connsiteX49" fmla="*/ 1934656 w 12192000"/>
              <a:gd name="connsiteY49" fmla="*/ 561469 h 6858000"/>
              <a:gd name="connsiteX50" fmla="*/ 1887295 w 12192000"/>
              <a:gd name="connsiteY50" fmla="*/ 686034 h 6858000"/>
              <a:gd name="connsiteX51" fmla="*/ 1840389 w 12192000"/>
              <a:gd name="connsiteY51" fmla="*/ 561469 h 6858000"/>
              <a:gd name="connsiteX52" fmla="*/ 1830142 w 12192000"/>
              <a:gd name="connsiteY52" fmla="*/ 554101 h 6858000"/>
              <a:gd name="connsiteX53" fmla="*/ 1801451 w 12192000"/>
              <a:gd name="connsiteY53" fmla="*/ 554101 h 6858000"/>
              <a:gd name="connsiteX54" fmla="*/ 841937 w 12192000"/>
              <a:gd name="connsiteY54" fmla="*/ 554101 h 6858000"/>
              <a:gd name="connsiteX55" fmla="*/ 832600 w 12192000"/>
              <a:gd name="connsiteY55" fmla="*/ 562809 h 6858000"/>
              <a:gd name="connsiteX56" fmla="*/ 832600 w 12192000"/>
              <a:gd name="connsiteY56" fmla="*/ 666168 h 6858000"/>
              <a:gd name="connsiteX57" fmla="*/ 913205 w 12192000"/>
              <a:gd name="connsiteY57" fmla="*/ 746532 h 6858000"/>
              <a:gd name="connsiteX58" fmla="*/ 975139 w 12192000"/>
              <a:gd name="connsiteY58" fmla="*/ 717513 h 6858000"/>
              <a:gd name="connsiteX59" fmla="*/ 975139 w 12192000"/>
              <a:gd name="connsiteY59" fmla="*/ 733136 h 6858000"/>
              <a:gd name="connsiteX60" fmla="*/ 984018 w 12192000"/>
              <a:gd name="connsiteY60" fmla="*/ 741396 h 6858000"/>
              <a:gd name="connsiteX61" fmla="*/ 1007473 w 12192000"/>
              <a:gd name="connsiteY61" fmla="*/ 741396 h 6858000"/>
              <a:gd name="connsiteX62" fmla="*/ 1016580 w 12192000"/>
              <a:gd name="connsiteY62" fmla="*/ 732915 h 6858000"/>
              <a:gd name="connsiteX63" fmla="*/ 1016580 w 12192000"/>
              <a:gd name="connsiteY63" fmla="*/ 563034 h 6858000"/>
              <a:gd name="connsiteX64" fmla="*/ 1007473 w 12192000"/>
              <a:gd name="connsiteY64" fmla="*/ 554101 h 6858000"/>
              <a:gd name="connsiteX65" fmla="*/ 984018 w 12192000"/>
              <a:gd name="connsiteY65" fmla="*/ 554101 h 6858000"/>
              <a:gd name="connsiteX66" fmla="*/ 975139 w 12192000"/>
              <a:gd name="connsiteY66" fmla="*/ 562809 h 6858000"/>
              <a:gd name="connsiteX67" fmla="*/ 975139 w 12192000"/>
              <a:gd name="connsiteY67" fmla="*/ 659916 h 6858000"/>
              <a:gd name="connsiteX68" fmla="*/ 923906 w 12192000"/>
              <a:gd name="connsiteY68" fmla="*/ 711261 h 6858000"/>
              <a:gd name="connsiteX69" fmla="*/ 874041 w 12192000"/>
              <a:gd name="connsiteY69" fmla="*/ 659470 h 6858000"/>
              <a:gd name="connsiteX70" fmla="*/ 874041 w 12192000"/>
              <a:gd name="connsiteY70" fmla="*/ 562809 h 6858000"/>
              <a:gd name="connsiteX71" fmla="*/ 865389 w 12192000"/>
              <a:gd name="connsiteY71" fmla="*/ 554101 h 6858000"/>
              <a:gd name="connsiteX72" fmla="*/ 841937 w 12192000"/>
              <a:gd name="connsiteY72" fmla="*/ 554101 h 6858000"/>
              <a:gd name="connsiteX73" fmla="*/ 1625898 w 12192000"/>
              <a:gd name="connsiteY73" fmla="*/ 548968 h 6858000"/>
              <a:gd name="connsiteX74" fmla="*/ 1525711 w 12192000"/>
              <a:gd name="connsiteY74" fmla="*/ 647861 h 6858000"/>
              <a:gd name="connsiteX75" fmla="*/ 1625898 w 12192000"/>
              <a:gd name="connsiteY75" fmla="*/ 746532 h 6858000"/>
              <a:gd name="connsiteX76" fmla="*/ 1726312 w 12192000"/>
              <a:gd name="connsiteY76" fmla="*/ 647861 h 6858000"/>
              <a:gd name="connsiteX77" fmla="*/ 1625898 w 12192000"/>
              <a:gd name="connsiteY77" fmla="*/ 548968 h 6858000"/>
              <a:gd name="connsiteX78" fmla="*/ 1451936 w 12192000"/>
              <a:gd name="connsiteY78" fmla="*/ 548743 h 6858000"/>
              <a:gd name="connsiteX79" fmla="*/ 1353346 w 12192000"/>
              <a:gd name="connsiteY79" fmla="*/ 647861 h 6858000"/>
              <a:gd name="connsiteX80" fmla="*/ 1451936 w 12192000"/>
              <a:gd name="connsiteY80" fmla="*/ 746532 h 6858000"/>
              <a:gd name="connsiteX81" fmla="*/ 1513415 w 12192000"/>
              <a:gd name="connsiteY81" fmla="*/ 727779 h 6858000"/>
              <a:gd name="connsiteX82" fmla="*/ 1515235 w 12192000"/>
              <a:gd name="connsiteY82" fmla="*/ 714832 h 6858000"/>
              <a:gd name="connsiteX83" fmla="*/ 1503398 w 12192000"/>
              <a:gd name="connsiteY83" fmla="*/ 700100 h 6858000"/>
              <a:gd name="connsiteX84" fmla="*/ 1489506 w 12192000"/>
              <a:gd name="connsiteY84" fmla="*/ 698090 h 6858000"/>
              <a:gd name="connsiteX85" fmla="*/ 1453304 w 12192000"/>
              <a:gd name="connsiteY85" fmla="*/ 709475 h 6858000"/>
              <a:gd name="connsiteX86" fmla="*/ 1395467 w 12192000"/>
              <a:gd name="connsiteY86" fmla="*/ 647861 h 6858000"/>
              <a:gd name="connsiteX87" fmla="*/ 1453304 w 12192000"/>
              <a:gd name="connsiteY87" fmla="*/ 585801 h 6858000"/>
              <a:gd name="connsiteX88" fmla="*/ 1490189 w 12192000"/>
              <a:gd name="connsiteY88" fmla="*/ 596965 h 6858000"/>
              <a:gd name="connsiteX89" fmla="*/ 1504078 w 12192000"/>
              <a:gd name="connsiteY89" fmla="*/ 595401 h 6858000"/>
              <a:gd name="connsiteX90" fmla="*/ 1515235 w 12192000"/>
              <a:gd name="connsiteY90" fmla="*/ 580222 h 6858000"/>
              <a:gd name="connsiteX91" fmla="*/ 1513415 w 12192000"/>
              <a:gd name="connsiteY91" fmla="*/ 567272 h 6858000"/>
              <a:gd name="connsiteX92" fmla="*/ 1451936 w 12192000"/>
              <a:gd name="connsiteY92" fmla="*/ 548743 h 6858000"/>
              <a:gd name="connsiteX93" fmla="*/ 1139990 w 12192000"/>
              <a:gd name="connsiteY93" fmla="*/ 548743 h 6858000"/>
              <a:gd name="connsiteX94" fmla="*/ 1043674 w 12192000"/>
              <a:gd name="connsiteY94" fmla="*/ 647415 h 6858000"/>
              <a:gd name="connsiteX95" fmla="*/ 1139536 w 12192000"/>
              <a:gd name="connsiteY95" fmla="*/ 746532 h 6858000"/>
              <a:gd name="connsiteX96" fmla="*/ 1202380 w 12192000"/>
              <a:gd name="connsiteY96" fmla="*/ 716394 h 6858000"/>
              <a:gd name="connsiteX97" fmla="*/ 1202380 w 12192000"/>
              <a:gd name="connsiteY97" fmla="*/ 732915 h 6858000"/>
              <a:gd name="connsiteX98" fmla="*/ 1211487 w 12192000"/>
              <a:gd name="connsiteY98" fmla="*/ 741396 h 6858000"/>
              <a:gd name="connsiteX99" fmla="*/ 1235168 w 12192000"/>
              <a:gd name="connsiteY99" fmla="*/ 741396 h 6858000"/>
              <a:gd name="connsiteX100" fmla="*/ 1243820 w 12192000"/>
              <a:gd name="connsiteY100" fmla="*/ 732915 h 6858000"/>
              <a:gd name="connsiteX101" fmla="*/ 1243820 w 12192000"/>
              <a:gd name="connsiteY101" fmla="*/ 563034 h 6858000"/>
              <a:gd name="connsiteX102" fmla="*/ 1235168 w 12192000"/>
              <a:gd name="connsiteY102" fmla="*/ 554101 h 6858000"/>
              <a:gd name="connsiteX103" fmla="*/ 1211487 w 12192000"/>
              <a:gd name="connsiteY103" fmla="*/ 554101 h 6858000"/>
              <a:gd name="connsiteX104" fmla="*/ 1202380 w 12192000"/>
              <a:gd name="connsiteY104" fmla="*/ 563034 h 6858000"/>
              <a:gd name="connsiteX105" fmla="*/ 1202380 w 12192000"/>
              <a:gd name="connsiteY105" fmla="*/ 578658 h 6858000"/>
              <a:gd name="connsiteX106" fmla="*/ 1139990 w 12192000"/>
              <a:gd name="connsiteY106" fmla="*/ 548743 h 6858000"/>
              <a:gd name="connsiteX107" fmla="*/ 661145 w 12192000"/>
              <a:gd name="connsiteY107" fmla="*/ 498739 h 6858000"/>
              <a:gd name="connsiteX108" fmla="*/ 761788 w 12192000"/>
              <a:gd name="connsiteY108" fmla="*/ 603214 h 6858000"/>
              <a:gd name="connsiteX109" fmla="*/ 724444 w 12192000"/>
              <a:gd name="connsiteY109" fmla="*/ 686259 h 6858000"/>
              <a:gd name="connsiteX110" fmla="*/ 705999 w 12192000"/>
              <a:gd name="connsiteY110" fmla="*/ 639601 h 6858000"/>
              <a:gd name="connsiteX111" fmla="*/ 694159 w 12192000"/>
              <a:gd name="connsiteY111" fmla="*/ 632234 h 6858000"/>
              <a:gd name="connsiteX112" fmla="*/ 670253 w 12192000"/>
              <a:gd name="connsiteY112" fmla="*/ 632234 h 6858000"/>
              <a:gd name="connsiteX113" fmla="*/ 662284 w 12192000"/>
              <a:gd name="connsiteY113" fmla="*/ 643397 h 6858000"/>
              <a:gd name="connsiteX114" fmla="*/ 686419 w 12192000"/>
              <a:gd name="connsiteY114" fmla="*/ 704787 h 6858000"/>
              <a:gd name="connsiteX115" fmla="*/ 661145 w 12192000"/>
              <a:gd name="connsiteY115" fmla="*/ 707913 h 6858000"/>
              <a:gd name="connsiteX116" fmla="*/ 560502 w 12192000"/>
              <a:gd name="connsiteY116" fmla="*/ 603214 h 6858000"/>
              <a:gd name="connsiteX117" fmla="*/ 661145 w 12192000"/>
              <a:gd name="connsiteY117" fmla="*/ 498739 h 6858000"/>
              <a:gd name="connsiteX118" fmla="*/ 1293915 w 12192000"/>
              <a:gd name="connsiteY118" fmla="*/ 465253 h 6858000"/>
              <a:gd name="connsiteX119" fmla="*/ 1284807 w 12192000"/>
              <a:gd name="connsiteY119" fmla="*/ 474183 h 6858000"/>
              <a:gd name="connsiteX120" fmla="*/ 1284807 w 12192000"/>
              <a:gd name="connsiteY120" fmla="*/ 732467 h 6858000"/>
              <a:gd name="connsiteX121" fmla="*/ 1293915 w 12192000"/>
              <a:gd name="connsiteY121" fmla="*/ 741396 h 6858000"/>
              <a:gd name="connsiteX122" fmla="*/ 1317366 w 12192000"/>
              <a:gd name="connsiteY122" fmla="*/ 741396 h 6858000"/>
              <a:gd name="connsiteX123" fmla="*/ 1326248 w 12192000"/>
              <a:gd name="connsiteY123" fmla="*/ 732467 h 6858000"/>
              <a:gd name="connsiteX124" fmla="*/ 1326248 w 12192000"/>
              <a:gd name="connsiteY124" fmla="*/ 474183 h 6858000"/>
              <a:gd name="connsiteX125" fmla="*/ 1317366 w 12192000"/>
              <a:gd name="connsiteY125" fmla="*/ 465253 h 6858000"/>
              <a:gd name="connsiteX126" fmla="*/ 1293915 w 12192000"/>
              <a:gd name="connsiteY126" fmla="*/ 465253 h 6858000"/>
              <a:gd name="connsiteX127" fmla="*/ 661145 w 12192000"/>
              <a:gd name="connsiteY127" fmla="*/ 460120 h 6858000"/>
              <a:gd name="connsiteX128" fmla="*/ 515874 w 12192000"/>
              <a:gd name="connsiteY128" fmla="*/ 603214 h 6858000"/>
              <a:gd name="connsiteX129" fmla="*/ 661145 w 12192000"/>
              <a:gd name="connsiteY129" fmla="*/ 746532 h 6858000"/>
              <a:gd name="connsiteX130" fmla="*/ 700763 w 12192000"/>
              <a:gd name="connsiteY130" fmla="*/ 741396 h 6858000"/>
              <a:gd name="connsiteX131" fmla="*/ 716475 w 12192000"/>
              <a:gd name="connsiteY131" fmla="*/ 781134 h 6858000"/>
              <a:gd name="connsiteX132" fmla="*/ 727176 w 12192000"/>
              <a:gd name="connsiteY132" fmla="*/ 788277 h 6858000"/>
              <a:gd name="connsiteX133" fmla="*/ 752222 w 12192000"/>
              <a:gd name="connsiteY133" fmla="*/ 788277 h 6858000"/>
              <a:gd name="connsiteX134" fmla="*/ 759736 w 12192000"/>
              <a:gd name="connsiteY134" fmla="*/ 776892 h 6858000"/>
              <a:gd name="connsiteX135" fmla="*/ 739471 w 12192000"/>
              <a:gd name="connsiteY135" fmla="*/ 724656 h 6858000"/>
              <a:gd name="connsiteX136" fmla="*/ 806416 w 12192000"/>
              <a:gd name="connsiteY136" fmla="*/ 603214 h 6858000"/>
              <a:gd name="connsiteX137" fmla="*/ 661145 w 12192000"/>
              <a:gd name="connsiteY137" fmla="*/ 460120 h 6858000"/>
              <a:gd name="connsiteX138" fmla="*/ 0 w 12192000"/>
              <a:gd name="connsiteY138" fmla="*/ 0 h 6858000"/>
              <a:gd name="connsiteX139" fmla="*/ 12192000 w 12192000"/>
              <a:gd name="connsiteY139" fmla="*/ 0 h 6858000"/>
              <a:gd name="connsiteX140" fmla="*/ 12192000 w 12192000"/>
              <a:gd name="connsiteY140" fmla="*/ 6858000 h 6858000"/>
              <a:gd name="connsiteX141" fmla="*/ 0 w 12192000"/>
              <a:gd name="connsiteY14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2192000" h="6858000">
                <a:moveTo>
                  <a:pt x="1625898" y="586917"/>
                </a:moveTo>
                <a:cubicBezTo>
                  <a:pt x="1660280" y="586917"/>
                  <a:pt x="1684416" y="613484"/>
                  <a:pt x="1684416" y="647861"/>
                </a:cubicBezTo>
                <a:cubicBezTo>
                  <a:pt x="1684416" y="681792"/>
                  <a:pt x="1660280" y="708580"/>
                  <a:pt x="1625898" y="708580"/>
                </a:cubicBezTo>
                <a:cubicBezTo>
                  <a:pt x="1591742" y="708580"/>
                  <a:pt x="1567381" y="681792"/>
                  <a:pt x="1567381" y="647861"/>
                </a:cubicBezTo>
                <a:cubicBezTo>
                  <a:pt x="1567381" y="613484"/>
                  <a:pt x="1591742" y="586917"/>
                  <a:pt x="1625898" y="586917"/>
                </a:cubicBezTo>
                <a:close/>
                <a:moveTo>
                  <a:pt x="1144317" y="586917"/>
                </a:moveTo>
                <a:cubicBezTo>
                  <a:pt x="1178244" y="586917"/>
                  <a:pt x="1202834" y="613484"/>
                  <a:pt x="1202834" y="647861"/>
                </a:cubicBezTo>
                <a:cubicBezTo>
                  <a:pt x="1202834" y="681792"/>
                  <a:pt x="1178244" y="709029"/>
                  <a:pt x="1144317" y="709029"/>
                </a:cubicBezTo>
                <a:cubicBezTo>
                  <a:pt x="1110164" y="709029"/>
                  <a:pt x="1085799" y="681792"/>
                  <a:pt x="1085799" y="647861"/>
                </a:cubicBezTo>
                <a:cubicBezTo>
                  <a:pt x="1085799" y="613484"/>
                  <a:pt x="1110164" y="586917"/>
                  <a:pt x="1144317" y="586917"/>
                </a:cubicBezTo>
                <a:close/>
                <a:moveTo>
                  <a:pt x="1801451" y="554101"/>
                </a:moveTo>
                <a:cubicBezTo>
                  <a:pt x="1796669" y="554101"/>
                  <a:pt x="1793027" y="556557"/>
                  <a:pt x="1790979" y="561469"/>
                </a:cubicBezTo>
                <a:cubicBezTo>
                  <a:pt x="1790979" y="561469"/>
                  <a:pt x="1790979" y="561469"/>
                  <a:pt x="1724489" y="732021"/>
                </a:cubicBezTo>
                <a:cubicBezTo>
                  <a:pt x="1722669" y="736708"/>
                  <a:pt x="1724943" y="741396"/>
                  <a:pt x="1730867" y="741396"/>
                </a:cubicBezTo>
                <a:cubicBezTo>
                  <a:pt x="1730867" y="741396"/>
                  <a:pt x="1730867" y="741396"/>
                  <a:pt x="1756367" y="741396"/>
                </a:cubicBezTo>
                <a:cubicBezTo>
                  <a:pt x="1761149" y="741396"/>
                  <a:pt x="1765249" y="739164"/>
                  <a:pt x="1766843" y="734477"/>
                </a:cubicBezTo>
                <a:cubicBezTo>
                  <a:pt x="1766843" y="734477"/>
                  <a:pt x="1766843" y="734477"/>
                  <a:pt x="1815798" y="605670"/>
                </a:cubicBezTo>
                <a:cubicBezTo>
                  <a:pt x="1815798" y="605670"/>
                  <a:pt x="1815798" y="605670"/>
                  <a:pt x="1864753" y="734477"/>
                </a:cubicBezTo>
                <a:cubicBezTo>
                  <a:pt x="1866573" y="739389"/>
                  <a:pt x="1870215" y="741396"/>
                  <a:pt x="1874996" y="741396"/>
                </a:cubicBezTo>
                <a:cubicBezTo>
                  <a:pt x="1874996" y="741396"/>
                  <a:pt x="1874996" y="741396"/>
                  <a:pt x="1898451" y="741396"/>
                </a:cubicBezTo>
                <a:cubicBezTo>
                  <a:pt x="1903233" y="741396"/>
                  <a:pt x="1906875" y="739389"/>
                  <a:pt x="1908924" y="734477"/>
                </a:cubicBezTo>
                <a:cubicBezTo>
                  <a:pt x="1908924" y="734477"/>
                  <a:pt x="1908924" y="734477"/>
                  <a:pt x="1959018" y="605670"/>
                </a:cubicBezTo>
                <a:cubicBezTo>
                  <a:pt x="1959018" y="605670"/>
                  <a:pt x="1959018" y="605670"/>
                  <a:pt x="2007518" y="734477"/>
                </a:cubicBezTo>
                <a:cubicBezTo>
                  <a:pt x="2009566" y="739164"/>
                  <a:pt x="2013209" y="741396"/>
                  <a:pt x="2017993" y="741396"/>
                </a:cubicBezTo>
                <a:cubicBezTo>
                  <a:pt x="2017993" y="741396"/>
                  <a:pt x="2017993" y="741396"/>
                  <a:pt x="2042584" y="741396"/>
                </a:cubicBezTo>
                <a:cubicBezTo>
                  <a:pt x="2047365" y="741396"/>
                  <a:pt x="2051007" y="739164"/>
                  <a:pt x="2053056" y="734477"/>
                </a:cubicBezTo>
                <a:cubicBezTo>
                  <a:pt x="2053056" y="734477"/>
                  <a:pt x="2053056" y="734477"/>
                  <a:pt x="2102011" y="605670"/>
                </a:cubicBezTo>
                <a:cubicBezTo>
                  <a:pt x="2102011" y="605670"/>
                  <a:pt x="2102011" y="605670"/>
                  <a:pt x="2151650" y="734477"/>
                </a:cubicBezTo>
                <a:cubicBezTo>
                  <a:pt x="2153699" y="739389"/>
                  <a:pt x="2157341" y="741396"/>
                  <a:pt x="2162126" y="741396"/>
                </a:cubicBezTo>
                <a:cubicBezTo>
                  <a:pt x="2162126" y="741396"/>
                  <a:pt x="2162126" y="741396"/>
                  <a:pt x="2185577" y="741396"/>
                </a:cubicBezTo>
                <a:cubicBezTo>
                  <a:pt x="2190359" y="741396"/>
                  <a:pt x="2193775" y="739389"/>
                  <a:pt x="2195824" y="734477"/>
                </a:cubicBezTo>
                <a:cubicBezTo>
                  <a:pt x="2195824" y="734477"/>
                  <a:pt x="2195824" y="734477"/>
                  <a:pt x="2245234" y="606340"/>
                </a:cubicBezTo>
                <a:cubicBezTo>
                  <a:pt x="2245234" y="606340"/>
                  <a:pt x="2245234" y="606340"/>
                  <a:pt x="2293734" y="734477"/>
                </a:cubicBezTo>
                <a:cubicBezTo>
                  <a:pt x="2295328" y="739164"/>
                  <a:pt x="2299425" y="741396"/>
                  <a:pt x="2304206" y="741396"/>
                </a:cubicBezTo>
                <a:cubicBezTo>
                  <a:pt x="2304206" y="741396"/>
                  <a:pt x="2304206" y="741396"/>
                  <a:pt x="2330394" y="741396"/>
                </a:cubicBezTo>
                <a:cubicBezTo>
                  <a:pt x="2336314" y="741396"/>
                  <a:pt x="2338818" y="736708"/>
                  <a:pt x="2336769" y="732021"/>
                </a:cubicBezTo>
                <a:cubicBezTo>
                  <a:pt x="2336769" y="732021"/>
                  <a:pt x="2336769" y="732021"/>
                  <a:pt x="2270279" y="561469"/>
                </a:cubicBezTo>
                <a:cubicBezTo>
                  <a:pt x="2268230" y="556557"/>
                  <a:pt x="2264817" y="554101"/>
                  <a:pt x="2260033" y="554101"/>
                </a:cubicBezTo>
                <a:cubicBezTo>
                  <a:pt x="2260033" y="554101"/>
                  <a:pt x="2260033" y="554101"/>
                  <a:pt x="2231345" y="554101"/>
                </a:cubicBezTo>
                <a:cubicBezTo>
                  <a:pt x="2226564" y="554101"/>
                  <a:pt x="2222918" y="556557"/>
                  <a:pt x="2220869" y="561469"/>
                </a:cubicBezTo>
                <a:cubicBezTo>
                  <a:pt x="2220869" y="561469"/>
                  <a:pt x="2220869" y="561469"/>
                  <a:pt x="2174421" y="686034"/>
                </a:cubicBezTo>
                <a:cubicBezTo>
                  <a:pt x="2174421" y="686034"/>
                  <a:pt x="2174421" y="686034"/>
                  <a:pt x="2126605" y="561469"/>
                </a:cubicBezTo>
                <a:cubicBezTo>
                  <a:pt x="2124553" y="556557"/>
                  <a:pt x="2120911" y="554101"/>
                  <a:pt x="2116358" y="554101"/>
                </a:cubicBezTo>
                <a:cubicBezTo>
                  <a:pt x="2116358" y="554101"/>
                  <a:pt x="2116358" y="554101"/>
                  <a:pt x="2087896" y="554101"/>
                </a:cubicBezTo>
                <a:cubicBezTo>
                  <a:pt x="2083112" y="554101"/>
                  <a:pt x="2079699" y="556557"/>
                  <a:pt x="2077650" y="561469"/>
                </a:cubicBezTo>
                <a:cubicBezTo>
                  <a:pt x="2077650" y="561469"/>
                  <a:pt x="2077650" y="561469"/>
                  <a:pt x="2030743" y="686034"/>
                </a:cubicBezTo>
                <a:cubicBezTo>
                  <a:pt x="2030743" y="686034"/>
                  <a:pt x="2030743" y="686034"/>
                  <a:pt x="1983608" y="561469"/>
                </a:cubicBezTo>
                <a:cubicBezTo>
                  <a:pt x="1981788" y="556557"/>
                  <a:pt x="1978146" y="554101"/>
                  <a:pt x="1973365" y="554101"/>
                </a:cubicBezTo>
                <a:cubicBezTo>
                  <a:pt x="1973365" y="554101"/>
                  <a:pt x="1973365" y="554101"/>
                  <a:pt x="1945128" y="554101"/>
                </a:cubicBezTo>
                <a:cubicBezTo>
                  <a:pt x="1940347" y="554101"/>
                  <a:pt x="1936705" y="556557"/>
                  <a:pt x="1934656" y="561469"/>
                </a:cubicBezTo>
                <a:cubicBezTo>
                  <a:pt x="1934656" y="561469"/>
                  <a:pt x="1934656" y="561469"/>
                  <a:pt x="1887295" y="686034"/>
                </a:cubicBezTo>
                <a:cubicBezTo>
                  <a:pt x="1887295" y="686034"/>
                  <a:pt x="1887295" y="686034"/>
                  <a:pt x="1840389" y="561469"/>
                </a:cubicBezTo>
                <a:cubicBezTo>
                  <a:pt x="1838340" y="556557"/>
                  <a:pt x="1834923" y="554101"/>
                  <a:pt x="1830142" y="554101"/>
                </a:cubicBezTo>
                <a:cubicBezTo>
                  <a:pt x="1830142" y="554101"/>
                  <a:pt x="1830142" y="554101"/>
                  <a:pt x="1801451" y="554101"/>
                </a:cubicBezTo>
                <a:close/>
                <a:moveTo>
                  <a:pt x="841937" y="554101"/>
                </a:moveTo>
                <a:cubicBezTo>
                  <a:pt x="837152" y="554101"/>
                  <a:pt x="832600" y="557897"/>
                  <a:pt x="832600" y="562809"/>
                </a:cubicBezTo>
                <a:cubicBezTo>
                  <a:pt x="832600" y="562809"/>
                  <a:pt x="832600" y="562809"/>
                  <a:pt x="832600" y="666168"/>
                </a:cubicBezTo>
                <a:cubicBezTo>
                  <a:pt x="832600" y="714162"/>
                  <a:pt x="863340" y="746532"/>
                  <a:pt x="913205" y="746532"/>
                </a:cubicBezTo>
                <a:cubicBezTo>
                  <a:pt x="943035" y="746532"/>
                  <a:pt x="963299" y="734701"/>
                  <a:pt x="975139" y="717513"/>
                </a:cubicBezTo>
                <a:cubicBezTo>
                  <a:pt x="975139" y="717513"/>
                  <a:pt x="975139" y="717513"/>
                  <a:pt x="975139" y="733136"/>
                </a:cubicBezTo>
                <a:cubicBezTo>
                  <a:pt x="975139" y="737824"/>
                  <a:pt x="979466" y="741396"/>
                  <a:pt x="984018" y="741396"/>
                </a:cubicBezTo>
                <a:cubicBezTo>
                  <a:pt x="984018" y="741396"/>
                  <a:pt x="984018" y="741396"/>
                  <a:pt x="1007473" y="741396"/>
                </a:cubicBezTo>
                <a:cubicBezTo>
                  <a:pt x="1012254" y="741396"/>
                  <a:pt x="1016580" y="737603"/>
                  <a:pt x="1016580" y="732915"/>
                </a:cubicBezTo>
                <a:cubicBezTo>
                  <a:pt x="1016580" y="732915"/>
                  <a:pt x="1016580" y="732915"/>
                  <a:pt x="1016580" y="563034"/>
                </a:cubicBezTo>
                <a:cubicBezTo>
                  <a:pt x="1016580" y="557897"/>
                  <a:pt x="1012254" y="554101"/>
                  <a:pt x="1007473" y="554101"/>
                </a:cubicBezTo>
                <a:cubicBezTo>
                  <a:pt x="1007473" y="554101"/>
                  <a:pt x="1007473" y="554101"/>
                  <a:pt x="984018" y="554101"/>
                </a:cubicBezTo>
                <a:cubicBezTo>
                  <a:pt x="979466" y="554101"/>
                  <a:pt x="975139" y="557897"/>
                  <a:pt x="975139" y="562809"/>
                </a:cubicBezTo>
                <a:cubicBezTo>
                  <a:pt x="975139" y="562809"/>
                  <a:pt x="975139" y="562809"/>
                  <a:pt x="975139" y="659916"/>
                </a:cubicBezTo>
                <a:cubicBezTo>
                  <a:pt x="975139" y="689830"/>
                  <a:pt x="956011" y="711261"/>
                  <a:pt x="923906" y="711261"/>
                </a:cubicBezTo>
                <a:cubicBezTo>
                  <a:pt x="890892" y="711261"/>
                  <a:pt x="874041" y="690721"/>
                  <a:pt x="874041" y="659470"/>
                </a:cubicBezTo>
                <a:cubicBezTo>
                  <a:pt x="874041" y="659470"/>
                  <a:pt x="874041" y="659470"/>
                  <a:pt x="874041" y="562809"/>
                </a:cubicBezTo>
                <a:cubicBezTo>
                  <a:pt x="874041" y="557897"/>
                  <a:pt x="870170" y="554101"/>
                  <a:pt x="865389" y="554101"/>
                </a:cubicBezTo>
                <a:cubicBezTo>
                  <a:pt x="865389" y="554101"/>
                  <a:pt x="865389" y="554101"/>
                  <a:pt x="841937" y="554101"/>
                </a:cubicBezTo>
                <a:close/>
                <a:moveTo>
                  <a:pt x="1625898" y="548968"/>
                </a:moveTo>
                <a:cubicBezTo>
                  <a:pt x="1570110" y="548968"/>
                  <a:pt x="1525711" y="592053"/>
                  <a:pt x="1525711" y="647861"/>
                </a:cubicBezTo>
                <a:cubicBezTo>
                  <a:pt x="1525711" y="703893"/>
                  <a:pt x="1570110" y="746532"/>
                  <a:pt x="1625898" y="746532"/>
                </a:cubicBezTo>
                <a:cubicBezTo>
                  <a:pt x="1681683" y="746532"/>
                  <a:pt x="1726312" y="703893"/>
                  <a:pt x="1726312" y="647861"/>
                </a:cubicBezTo>
                <a:cubicBezTo>
                  <a:pt x="1726312" y="592053"/>
                  <a:pt x="1681683" y="548968"/>
                  <a:pt x="1625898" y="548968"/>
                </a:cubicBezTo>
                <a:close/>
                <a:moveTo>
                  <a:pt x="1451936" y="548743"/>
                </a:moveTo>
                <a:cubicBezTo>
                  <a:pt x="1392734" y="548743"/>
                  <a:pt x="1353346" y="591608"/>
                  <a:pt x="1353346" y="647861"/>
                </a:cubicBezTo>
                <a:cubicBezTo>
                  <a:pt x="1353346" y="703893"/>
                  <a:pt x="1392734" y="746532"/>
                  <a:pt x="1451936" y="746532"/>
                </a:cubicBezTo>
                <a:cubicBezTo>
                  <a:pt x="1475391" y="746532"/>
                  <a:pt x="1497019" y="739834"/>
                  <a:pt x="1513415" y="727779"/>
                </a:cubicBezTo>
                <a:cubicBezTo>
                  <a:pt x="1516148" y="725772"/>
                  <a:pt x="1520474" y="721085"/>
                  <a:pt x="1515235" y="714832"/>
                </a:cubicBezTo>
                <a:lnTo>
                  <a:pt x="1503398" y="700100"/>
                </a:lnTo>
                <a:cubicBezTo>
                  <a:pt x="1498613" y="693848"/>
                  <a:pt x="1493832" y="695858"/>
                  <a:pt x="1489506" y="698090"/>
                </a:cubicBezTo>
                <a:cubicBezTo>
                  <a:pt x="1479033" y="703893"/>
                  <a:pt x="1467418" y="709475"/>
                  <a:pt x="1453304" y="709475"/>
                </a:cubicBezTo>
                <a:cubicBezTo>
                  <a:pt x="1418463" y="709475"/>
                  <a:pt x="1395467" y="682462"/>
                  <a:pt x="1395467" y="647861"/>
                </a:cubicBezTo>
                <a:cubicBezTo>
                  <a:pt x="1395467" y="613038"/>
                  <a:pt x="1418463" y="585801"/>
                  <a:pt x="1453304" y="585801"/>
                </a:cubicBezTo>
                <a:cubicBezTo>
                  <a:pt x="1467418" y="585801"/>
                  <a:pt x="1479943" y="590713"/>
                  <a:pt x="1490189" y="596965"/>
                </a:cubicBezTo>
                <a:cubicBezTo>
                  <a:pt x="1494516" y="599867"/>
                  <a:pt x="1499752" y="601428"/>
                  <a:pt x="1504078" y="595401"/>
                </a:cubicBezTo>
                <a:cubicBezTo>
                  <a:pt x="1504078" y="595401"/>
                  <a:pt x="1504078" y="595401"/>
                  <a:pt x="1515235" y="580222"/>
                </a:cubicBezTo>
                <a:cubicBezTo>
                  <a:pt x="1520019" y="573525"/>
                  <a:pt x="1516148" y="569283"/>
                  <a:pt x="1513415" y="567272"/>
                </a:cubicBezTo>
                <a:cubicBezTo>
                  <a:pt x="1497019" y="555220"/>
                  <a:pt x="1475391" y="548743"/>
                  <a:pt x="1451936" y="548743"/>
                </a:cubicBezTo>
                <a:close/>
                <a:moveTo>
                  <a:pt x="1139990" y="548743"/>
                </a:moveTo>
                <a:cubicBezTo>
                  <a:pt x="1088303" y="548743"/>
                  <a:pt x="1043674" y="588927"/>
                  <a:pt x="1043674" y="647415"/>
                </a:cubicBezTo>
                <a:cubicBezTo>
                  <a:pt x="1043674" y="706794"/>
                  <a:pt x="1088303" y="746532"/>
                  <a:pt x="1139536" y="746532"/>
                </a:cubicBezTo>
                <a:cubicBezTo>
                  <a:pt x="1167317" y="746532"/>
                  <a:pt x="1190084" y="734031"/>
                  <a:pt x="1202380" y="716394"/>
                </a:cubicBezTo>
                <a:cubicBezTo>
                  <a:pt x="1202380" y="732915"/>
                  <a:pt x="1202380" y="732915"/>
                  <a:pt x="1202380" y="732915"/>
                </a:cubicBezTo>
                <a:cubicBezTo>
                  <a:pt x="1202380" y="737603"/>
                  <a:pt x="1206935" y="741396"/>
                  <a:pt x="1211487" y="741396"/>
                </a:cubicBezTo>
                <a:cubicBezTo>
                  <a:pt x="1235168" y="741396"/>
                  <a:pt x="1235168" y="741396"/>
                  <a:pt x="1235168" y="741396"/>
                </a:cubicBezTo>
                <a:cubicBezTo>
                  <a:pt x="1239949" y="741396"/>
                  <a:pt x="1243820" y="737603"/>
                  <a:pt x="1243820" y="732915"/>
                </a:cubicBezTo>
                <a:cubicBezTo>
                  <a:pt x="1243820" y="563034"/>
                  <a:pt x="1243820" y="563034"/>
                  <a:pt x="1243820" y="563034"/>
                </a:cubicBezTo>
                <a:cubicBezTo>
                  <a:pt x="1243820" y="557897"/>
                  <a:pt x="1239949" y="554101"/>
                  <a:pt x="1235168" y="554101"/>
                </a:cubicBezTo>
                <a:cubicBezTo>
                  <a:pt x="1211487" y="554101"/>
                  <a:pt x="1211487" y="554101"/>
                  <a:pt x="1211487" y="554101"/>
                </a:cubicBezTo>
                <a:cubicBezTo>
                  <a:pt x="1206935" y="554101"/>
                  <a:pt x="1202380" y="557897"/>
                  <a:pt x="1202380" y="563034"/>
                </a:cubicBezTo>
                <a:cubicBezTo>
                  <a:pt x="1202380" y="578658"/>
                  <a:pt x="1202380" y="578658"/>
                  <a:pt x="1202380" y="578658"/>
                </a:cubicBezTo>
                <a:cubicBezTo>
                  <a:pt x="1190539" y="561023"/>
                  <a:pt x="1167317" y="548743"/>
                  <a:pt x="1139990" y="548743"/>
                </a:cubicBezTo>
                <a:close/>
                <a:moveTo>
                  <a:pt x="661145" y="498739"/>
                </a:moveTo>
                <a:cubicBezTo>
                  <a:pt x="720117" y="498739"/>
                  <a:pt x="761788" y="544056"/>
                  <a:pt x="761788" y="603214"/>
                </a:cubicBezTo>
                <a:cubicBezTo>
                  <a:pt x="761788" y="637816"/>
                  <a:pt x="747670" y="667505"/>
                  <a:pt x="724444" y="686259"/>
                </a:cubicBezTo>
                <a:cubicBezTo>
                  <a:pt x="705999" y="639601"/>
                  <a:pt x="705999" y="639601"/>
                  <a:pt x="705999" y="639601"/>
                </a:cubicBezTo>
                <a:cubicBezTo>
                  <a:pt x="704406" y="635584"/>
                  <a:pt x="701218" y="632234"/>
                  <a:pt x="694159" y="632234"/>
                </a:cubicBezTo>
                <a:cubicBezTo>
                  <a:pt x="670253" y="632234"/>
                  <a:pt x="670253" y="632234"/>
                  <a:pt x="670253" y="632234"/>
                </a:cubicBezTo>
                <a:cubicBezTo>
                  <a:pt x="664332" y="632234"/>
                  <a:pt x="659551" y="636030"/>
                  <a:pt x="662284" y="643397"/>
                </a:cubicBezTo>
                <a:cubicBezTo>
                  <a:pt x="686419" y="704787"/>
                  <a:pt x="686419" y="704787"/>
                  <a:pt x="686419" y="704787"/>
                </a:cubicBezTo>
                <a:cubicBezTo>
                  <a:pt x="678451" y="706794"/>
                  <a:pt x="670024" y="707913"/>
                  <a:pt x="661145" y="707913"/>
                </a:cubicBezTo>
                <a:cubicBezTo>
                  <a:pt x="602169" y="707913"/>
                  <a:pt x="560502" y="662597"/>
                  <a:pt x="560502" y="603214"/>
                </a:cubicBezTo>
                <a:cubicBezTo>
                  <a:pt x="560502" y="544056"/>
                  <a:pt x="602169" y="498739"/>
                  <a:pt x="661145" y="498739"/>
                </a:cubicBezTo>
                <a:close/>
                <a:moveTo>
                  <a:pt x="1293915" y="465253"/>
                </a:moveTo>
                <a:cubicBezTo>
                  <a:pt x="1289133" y="465253"/>
                  <a:pt x="1284807" y="469495"/>
                  <a:pt x="1284807" y="474183"/>
                </a:cubicBezTo>
                <a:cubicBezTo>
                  <a:pt x="1284807" y="474183"/>
                  <a:pt x="1284807" y="474183"/>
                  <a:pt x="1284807" y="732467"/>
                </a:cubicBezTo>
                <a:cubicBezTo>
                  <a:pt x="1284807" y="737157"/>
                  <a:pt x="1289133" y="741396"/>
                  <a:pt x="1293915" y="741396"/>
                </a:cubicBezTo>
                <a:cubicBezTo>
                  <a:pt x="1293915" y="741396"/>
                  <a:pt x="1293915" y="741396"/>
                  <a:pt x="1317366" y="741396"/>
                </a:cubicBezTo>
                <a:cubicBezTo>
                  <a:pt x="1322606" y="741396"/>
                  <a:pt x="1326248" y="737157"/>
                  <a:pt x="1326248" y="732467"/>
                </a:cubicBezTo>
                <a:cubicBezTo>
                  <a:pt x="1326248" y="732467"/>
                  <a:pt x="1326248" y="732467"/>
                  <a:pt x="1326248" y="474183"/>
                </a:cubicBezTo>
                <a:cubicBezTo>
                  <a:pt x="1326248" y="469495"/>
                  <a:pt x="1322606" y="465253"/>
                  <a:pt x="1317366" y="465253"/>
                </a:cubicBezTo>
                <a:cubicBezTo>
                  <a:pt x="1317366" y="465253"/>
                  <a:pt x="1317366" y="465253"/>
                  <a:pt x="1293915" y="465253"/>
                </a:cubicBezTo>
                <a:close/>
                <a:moveTo>
                  <a:pt x="661145" y="460120"/>
                </a:moveTo>
                <a:cubicBezTo>
                  <a:pt x="580766" y="460120"/>
                  <a:pt x="515874" y="521285"/>
                  <a:pt x="515874" y="603214"/>
                </a:cubicBezTo>
                <a:cubicBezTo>
                  <a:pt x="515874" y="685143"/>
                  <a:pt x="580766" y="746532"/>
                  <a:pt x="661145" y="746532"/>
                </a:cubicBezTo>
                <a:cubicBezTo>
                  <a:pt x="674805" y="746532"/>
                  <a:pt x="688239" y="744746"/>
                  <a:pt x="700763" y="741396"/>
                </a:cubicBezTo>
                <a:cubicBezTo>
                  <a:pt x="716475" y="781134"/>
                  <a:pt x="716475" y="781134"/>
                  <a:pt x="716475" y="781134"/>
                </a:cubicBezTo>
                <a:cubicBezTo>
                  <a:pt x="718069" y="785597"/>
                  <a:pt x="721256" y="788277"/>
                  <a:pt x="727176" y="788277"/>
                </a:cubicBezTo>
                <a:cubicBezTo>
                  <a:pt x="752222" y="788277"/>
                  <a:pt x="752222" y="788277"/>
                  <a:pt x="752222" y="788277"/>
                </a:cubicBezTo>
                <a:cubicBezTo>
                  <a:pt x="758142" y="788277"/>
                  <a:pt x="762697" y="784260"/>
                  <a:pt x="759736" y="776892"/>
                </a:cubicBezTo>
                <a:cubicBezTo>
                  <a:pt x="739471" y="724656"/>
                  <a:pt x="739471" y="724656"/>
                  <a:pt x="739471" y="724656"/>
                </a:cubicBezTo>
                <a:cubicBezTo>
                  <a:pt x="779774" y="699875"/>
                  <a:pt x="806416" y="655899"/>
                  <a:pt x="806416" y="603214"/>
                </a:cubicBezTo>
                <a:cubicBezTo>
                  <a:pt x="806416" y="521285"/>
                  <a:pt x="741520" y="460120"/>
                  <a:pt x="661145" y="460120"/>
                </a:cubicBezTo>
                <a:close/>
                <a:moveTo>
                  <a:pt x="0" y="0"/>
                </a:moveTo>
                <a:lnTo>
                  <a:pt x="12192000" y="0"/>
                </a:lnTo>
                <a:lnTo>
                  <a:pt x="12192000" y="6858000"/>
                </a:lnTo>
                <a:lnTo>
                  <a:pt x="0" y="6858000"/>
                </a:lnTo>
                <a:close/>
              </a:path>
            </a:pathLst>
          </a:custGeom>
          <a:noFill/>
        </p:spPr>
        <p:txBody>
          <a:bodyPr wrap="square" lIns="503998" tIns="5040000" rIns="0" anchor="t">
            <a:noAutofit/>
          </a:bodyPr>
          <a:lstStyle>
            <a:lvl1pPr marL="0" indent="0">
              <a:buNone/>
              <a:defRPr sz="3000"/>
            </a:lvl1pPr>
          </a:lstStyle>
          <a:p>
            <a:r>
              <a:rPr lang="en-US"/>
              <a:t>Drag and drop an image onto the slide to insert photo</a:t>
            </a:r>
          </a:p>
        </p:txBody>
      </p:sp>
      <p:sp>
        <p:nvSpPr>
          <p:cNvPr id="46" name="Text Placeholder 45">
            <a:extLst>
              <a:ext uri="{FF2B5EF4-FFF2-40B4-BE49-F238E27FC236}">
                <a16:creationId xmlns:a16="http://schemas.microsoft.com/office/drawing/2014/main" id="{02D7560F-611C-07BA-46B4-6DC5FA90447C}"/>
              </a:ext>
            </a:extLst>
          </p:cNvPr>
          <p:cNvSpPr>
            <a:spLocks noGrp="1"/>
          </p:cNvSpPr>
          <p:nvPr>
            <p:ph type="body" sz="quarter" idx="14"/>
          </p:nvPr>
        </p:nvSpPr>
        <p:spPr>
          <a:xfrm>
            <a:off x="0" y="0"/>
            <a:ext cx="12192000" cy="6858000"/>
          </a:xfrm>
          <a:custGeom>
            <a:avLst/>
            <a:gdLst>
              <a:gd name="connsiteX0" fmla="*/ 1625898 w 12192000"/>
              <a:gd name="connsiteY0" fmla="*/ 586917 h 6858000"/>
              <a:gd name="connsiteX1" fmla="*/ 1684416 w 12192000"/>
              <a:gd name="connsiteY1" fmla="*/ 647861 h 6858000"/>
              <a:gd name="connsiteX2" fmla="*/ 1625898 w 12192000"/>
              <a:gd name="connsiteY2" fmla="*/ 708580 h 6858000"/>
              <a:gd name="connsiteX3" fmla="*/ 1567381 w 12192000"/>
              <a:gd name="connsiteY3" fmla="*/ 647861 h 6858000"/>
              <a:gd name="connsiteX4" fmla="*/ 1625898 w 12192000"/>
              <a:gd name="connsiteY4" fmla="*/ 586917 h 6858000"/>
              <a:gd name="connsiteX5" fmla="*/ 1144317 w 12192000"/>
              <a:gd name="connsiteY5" fmla="*/ 586917 h 6858000"/>
              <a:gd name="connsiteX6" fmla="*/ 1202834 w 12192000"/>
              <a:gd name="connsiteY6" fmla="*/ 647861 h 6858000"/>
              <a:gd name="connsiteX7" fmla="*/ 1144317 w 12192000"/>
              <a:gd name="connsiteY7" fmla="*/ 709029 h 6858000"/>
              <a:gd name="connsiteX8" fmla="*/ 1085799 w 12192000"/>
              <a:gd name="connsiteY8" fmla="*/ 647861 h 6858000"/>
              <a:gd name="connsiteX9" fmla="*/ 1144317 w 12192000"/>
              <a:gd name="connsiteY9" fmla="*/ 586917 h 6858000"/>
              <a:gd name="connsiteX10" fmla="*/ 1801451 w 12192000"/>
              <a:gd name="connsiteY10" fmla="*/ 554101 h 6858000"/>
              <a:gd name="connsiteX11" fmla="*/ 1790979 w 12192000"/>
              <a:gd name="connsiteY11" fmla="*/ 561469 h 6858000"/>
              <a:gd name="connsiteX12" fmla="*/ 1724489 w 12192000"/>
              <a:gd name="connsiteY12" fmla="*/ 732021 h 6858000"/>
              <a:gd name="connsiteX13" fmla="*/ 1730867 w 12192000"/>
              <a:gd name="connsiteY13" fmla="*/ 741396 h 6858000"/>
              <a:gd name="connsiteX14" fmla="*/ 1756367 w 12192000"/>
              <a:gd name="connsiteY14" fmla="*/ 741396 h 6858000"/>
              <a:gd name="connsiteX15" fmla="*/ 1766843 w 12192000"/>
              <a:gd name="connsiteY15" fmla="*/ 734477 h 6858000"/>
              <a:gd name="connsiteX16" fmla="*/ 1815798 w 12192000"/>
              <a:gd name="connsiteY16" fmla="*/ 605670 h 6858000"/>
              <a:gd name="connsiteX17" fmla="*/ 1864753 w 12192000"/>
              <a:gd name="connsiteY17" fmla="*/ 734477 h 6858000"/>
              <a:gd name="connsiteX18" fmla="*/ 1874996 w 12192000"/>
              <a:gd name="connsiteY18" fmla="*/ 741396 h 6858000"/>
              <a:gd name="connsiteX19" fmla="*/ 1898451 w 12192000"/>
              <a:gd name="connsiteY19" fmla="*/ 741396 h 6858000"/>
              <a:gd name="connsiteX20" fmla="*/ 1908924 w 12192000"/>
              <a:gd name="connsiteY20" fmla="*/ 734477 h 6858000"/>
              <a:gd name="connsiteX21" fmla="*/ 1959018 w 12192000"/>
              <a:gd name="connsiteY21" fmla="*/ 605670 h 6858000"/>
              <a:gd name="connsiteX22" fmla="*/ 2007518 w 12192000"/>
              <a:gd name="connsiteY22" fmla="*/ 734477 h 6858000"/>
              <a:gd name="connsiteX23" fmla="*/ 2017993 w 12192000"/>
              <a:gd name="connsiteY23" fmla="*/ 741396 h 6858000"/>
              <a:gd name="connsiteX24" fmla="*/ 2042584 w 12192000"/>
              <a:gd name="connsiteY24" fmla="*/ 741396 h 6858000"/>
              <a:gd name="connsiteX25" fmla="*/ 2053056 w 12192000"/>
              <a:gd name="connsiteY25" fmla="*/ 734477 h 6858000"/>
              <a:gd name="connsiteX26" fmla="*/ 2102011 w 12192000"/>
              <a:gd name="connsiteY26" fmla="*/ 605670 h 6858000"/>
              <a:gd name="connsiteX27" fmla="*/ 2151650 w 12192000"/>
              <a:gd name="connsiteY27" fmla="*/ 734477 h 6858000"/>
              <a:gd name="connsiteX28" fmla="*/ 2162126 w 12192000"/>
              <a:gd name="connsiteY28" fmla="*/ 741396 h 6858000"/>
              <a:gd name="connsiteX29" fmla="*/ 2185577 w 12192000"/>
              <a:gd name="connsiteY29" fmla="*/ 741396 h 6858000"/>
              <a:gd name="connsiteX30" fmla="*/ 2195824 w 12192000"/>
              <a:gd name="connsiteY30" fmla="*/ 734477 h 6858000"/>
              <a:gd name="connsiteX31" fmla="*/ 2245234 w 12192000"/>
              <a:gd name="connsiteY31" fmla="*/ 606340 h 6858000"/>
              <a:gd name="connsiteX32" fmla="*/ 2293734 w 12192000"/>
              <a:gd name="connsiteY32" fmla="*/ 734477 h 6858000"/>
              <a:gd name="connsiteX33" fmla="*/ 2304206 w 12192000"/>
              <a:gd name="connsiteY33" fmla="*/ 741396 h 6858000"/>
              <a:gd name="connsiteX34" fmla="*/ 2330394 w 12192000"/>
              <a:gd name="connsiteY34" fmla="*/ 741396 h 6858000"/>
              <a:gd name="connsiteX35" fmla="*/ 2336769 w 12192000"/>
              <a:gd name="connsiteY35" fmla="*/ 732021 h 6858000"/>
              <a:gd name="connsiteX36" fmla="*/ 2270279 w 12192000"/>
              <a:gd name="connsiteY36" fmla="*/ 561469 h 6858000"/>
              <a:gd name="connsiteX37" fmla="*/ 2260033 w 12192000"/>
              <a:gd name="connsiteY37" fmla="*/ 554101 h 6858000"/>
              <a:gd name="connsiteX38" fmla="*/ 2231345 w 12192000"/>
              <a:gd name="connsiteY38" fmla="*/ 554101 h 6858000"/>
              <a:gd name="connsiteX39" fmla="*/ 2220869 w 12192000"/>
              <a:gd name="connsiteY39" fmla="*/ 561469 h 6858000"/>
              <a:gd name="connsiteX40" fmla="*/ 2174421 w 12192000"/>
              <a:gd name="connsiteY40" fmla="*/ 686034 h 6858000"/>
              <a:gd name="connsiteX41" fmla="*/ 2126605 w 12192000"/>
              <a:gd name="connsiteY41" fmla="*/ 561469 h 6858000"/>
              <a:gd name="connsiteX42" fmla="*/ 2116358 w 12192000"/>
              <a:gd name="connsiteY42" fmla="*/ 554101 h 6858000"/>
              <a:gd name="connsiteX43" fmla="*/ 2087896 w 12192000"/>
              <a:gd name="connsiteY43" fmla="*/ 554101 h 6858000"/>
              <a:gd name="connsiteX44" fmla="*/ 2077650 w 12192000"/>
              <a:gd name="connsiteY44" fmla="*/ 561469 h 6858000"/>
              <a:gd name="connsiteX45" fmla="*/ 2030743 w 12192000"/>
              <a:gd name="connsiteY45" fmla="*/ 686034 h 6858000"/>
              <a:gd name="connsiteX46" fmla="*/ 1983608 w 12192000"/>
              <a:gd name="connsiteY46" fmla="*/ 561469 h 6858000"/>
              <a:gd name="connsiteX47" fmla="*/ 1973365 w 12192000"/>
              <a:gd name="connsiteY47" fmla="*/ 554101 h 6858000"/>
              <a:gd name="connsiteX48" fmla="*/ 1945128 w 12192000"/>
              <a:gd name="connsiteY48" fmla="*/ 554101 h 6858000"/>
              <a:gd name="connsiteX49" fmla="*/ 1934656 w 12192000"/>
              <a:gd name="connsiteY49" fmla="*/ 561469 h 6858000"/>
              <a:gd name="connsiteX50" fmla="*/ 1887295 w 12192000"/>
              <a:gd name="connsiteY50" fmla="*/ 686034 h 6858000"/>
              <a:gd name="connsiteX51" fmla="*/ 1840389 w 12192000"/>
              <a:gd name="connsiteY51" fmla="*/ 561469 h 6858000"/>
              <a:gd name="connsiteX52" fmla="*/ 1830142 w 12192000"/>
              <a:gd name="connsiteY52" fmla="*/ 554101 h 6858000"/>
              <a:gd name="connsiteX53" fmla="*/ 1801451 w 12192000"/>
              <a:gd name="connsiteY53" fmla="*/ 554101 h 6858000"/>
              <a:gd name="connsiteX54" fmla="*/ 841937 w 12192000"/>
              <a:gd name="connsiteY54" fmla="*/ 554101 h 6858000"/>
              <a:gd name="connsiteX55" fmla="*/ 832600 w 12192000"/>
              <a:gd name="connsiteY55" fmla="*/ 562809 h 6858000"/>
              <a:gd name="connsiteX56" fmla="*/ 832600 w 12192000"/>
              <a:gd name="connsiteY56" fmla="*/ 666168 h 6858000"/>
              <a:gd name="connsiteX57" fmla="*/ 913205 w 12192000"/>
              <a:gd name="connsiteY57" fmla="*/ 746532 h 6858000"/>
              <a:gd name="connsiteX58" fmla="*/ 975139 w 12192000"/>
              <a:gd name="connsiteY58" fmla="*/ 717513 h 6858000"/>
              <a:gd name="connsiteX59" fmla="*/ 975139 w 12192000"/>
              <a:gd name="connsiteY59" fmla="*/ 733136 h 6858000"/>
              <a:gd name="connsiteX60" fmla="*/ 984018 w 12192000"/>
              <a:gd name="connsiteY60" fmla="*/ 741396 h 6858000"/>
              <a:gd name="connsiteX61" fmla="*/ 1007473 w 12192000"/>
              <a:gd name="connsiteY61" fmla="*/ 741396 h 6858000"/>
              <a:gd name="connsiteX62" fmla="*/ 1016580 w 12192000"/>
              <a:gd name="connsiteY62" fmla="*/ 732915 h 6858000"/>
              <a:gd name="connsiteX63" fmla="*/ 1016580 w 12192000"/>
              <a:gd name="connsiteY63" fmla="*/ 563034 h 6858000"/>
              <a:gd name="connsiteX64" fmla="*/ 1007473 w 12192000"/>
              <a:gd name="connsiteY64" fmla="*/ 554101 h 6858000"/>
              <a:gd name="connsiteX65" fmla="*/ 984018 w 12192000"/>
              <a:gd name="connsiteY65" fmla="*/ 554101 h 6858000"/>
              <a:gd name="connsiteX66" fmla="*/ 975139 w 12192000"/>
              <a:gd name="connsiteY66" fmla="*/ 562809 h 6858000"/>
              <a:gd name="connsiteX67" fmla="*/ 975139 w 12192000"/>
              <a:gd name="connsiteY67" fmla="*/ 659916 h 6858000"/>
              <a:gd name="connsiteX68" fmla="*/ 923906 w 12192000"/>
              <a:gd name="connsiteY68" fmla="*/ 711261 h 6858000"/>
              <a:gd name="connsiteX69" fmla="*/ 874041 w 12192000"/>
              <a:gd name="connsiteY69" fmla="*/ 659470 h 6858000"/>
              <a:gd name="connsiteX70" fmla="*/ 874041 w 12192000"/>
              <a:gd name="connsiteY70" fmla="*/ 562809 h 6858000"/>
              <a:gd name="connsiteX71" fmla="*/ 865389 w 12192000"/>
              <a:gd name="connsiteY71" fmla="*/ 554101 h 6858000"/>
              <a:gd name="connsiteX72" fmla="*/ 841937 w 12192000"/>
              <a:gd name="connsiteY72" fmla="*/ 554101 h 6858000"/>
              <a:gd name="connsiteX73" fmla="*/ 1625898 w 12192000"/>
              <a:gd name="connsiteY73" fmla="*/ 548968 h 6858000"/>
              <a:gd name="connsiteX74" fmla="*/ 1525711 w 12192000"/>
              <a:gd name="connsiteY74" fmla="*/ 647861 h 6858000"/>
              <a:gd name="connsiteX75" fmla="*/ 1625898 w 12192000"/>
              <a:gd name="connsiteY75" fmla="*/ 746532 h 6858000"/>
              <a:gd name="connsiteX76" fmla="*/ 1726312 w 12192000"/>
              <a:gd name="connsiteY76" fmla="*/ 647861 h 6858000"/>
              <a:gd name="connsiteX77" fmla="*/ 1625898 w 12192000"/>
              <a:gd name="connsiteY77" fmla="*/ 548968 h 6858000"/>
              <a:gd name="connsiteX78" fmla="*/ 1451936 w 12192000"/>
              <a:gd name="connsiteY78" fmla="*/ 548743 h 6858000"/>
              <a:gd name="connsiteX79" fmla="*/ 1353346 w 12192000"/>
              <a:gd name="connsiteY79" fmla="*/ 647861 h 6858000"/>
              <a:gd name="connsiteX80" fmla="*/ 1451936 w 12192000"/>
              <a:gd name="connsiteY80" fmla="*/ 746532 h 6858000"/>
              <a:gd name="connsiteX81" fmla="*/ 1513415 w 12192000"/>
              <a:gd name="connsiteY81" fmla="*/ 727779 h 6858000"/>
              <a:gd name="connsiteX82" fmla="*/ 1515235 w 12192000"/>
              <a:gd name="connsiteY82" fmla="*/ 714832 h 6858000"/>
              <a:gd name="connsiteX83" fmla="*/ 1503398 w 12192000"/>
              <a:gd name="connsiteY83" fmla="*/ 700100 h 6858000"/>
              <a:gd name="connsiteX84" fmla="*/ 1489506 w 12192000"/>
              <a:gd name="connsiteY84" fmla="*/ 698090 h 6858000"/>
              <a:gd name="connsiteX85" fmla="*/ 1453304 w 12192000"/>
              <a:gd name="connsiteY85" fmla="*/ 709475 h 6858000"/>
              <a:gd name="connsiteX86" fmla="*/ 1395467 w 12192000"/>
              <a:gd name="connsiteY86" fmla="*/ 647861 h 6858000"/>
              <a:gd name="connsiteX87" fmla="*/ 1453304 w 12192000"/>
              <a:gd name="connsiteY87" fmla="*/ 585801 h 6858000"/>
              <a:gd name="connsiteX88" fmla="*/ 1490189 w 12192000"/>
              <a:gd name="connsiteY88" fmla="*/ 596965 h 6858000"/>
              <a:gd name="connsiteX89" fmla="*/ 1504078 w 12192000"/>
              <a:gd name="connsiteY89" fmla="*/ 595401 h 6858000"/>
              <a:gd name="connsiteX90" fmla="*/ 1515235 w 12192000"/>
              <a:gd name="connsiteY90" fmla="*/ 580222 h 6858000"/>
              <a:gd name="connsiteX91" fmla="*/ 1513415 w 12192000"/>
              <a:gd name="connsiteY91" fmla="*/ 567272 h 6858000"/>
              <a:gd name="connsiteX92" fmla="*/ 1451936 w 12192000"/>
              <a:gd name="connsiteY92" fmla="*/ 548743 h 6858000"/>
              <a:gd name="connsiteX93" fmla="*/ 1139990 w 12192000"/>
              <a:gd name="connsiteY93" fmla="*/ 548743 h 6858000"/>
              <a:gd name="connsiteX94" fmla="*/ 1043674 w 12192000"/>
              <a:gd name="connsiteY94" fmla="*/ 647415 h 6858000"/>
              <a:gd name="connsiteX95" fmla="*/ 1139536 w 12192000"/>
              <a:gd name="connsiteY95" fmla="*/ 746532 h 6858000"/>
              <a:gd name="connsiteX96" fmla="*/ 1202380 w 12192000"/>
              <a:gd name="connsiteY96" fmla="*/ 716394 h 6858000"/>
              <a:gd name="connsiteX97" fmla="*/ 1202380 w 12192000"/>
              <a:gd name="connsiteY97" fmla="*/ 732915 h 6858000"/>
              <a:gd name="connsiteX98" fmla="*/ 1211487 w 12192000"/>
              <a:gd name="connsiteY98" fmla="*/ 741396 h 6858000"/>
              <a:gd name="connsiteX99" fmla="*/ 1235168 w 12192000"/>
              <a:gd name="connsiteY99" fmla="*/ 741396 h 6858000"/>
              <a:gd name="connsiteX100" fmla="*/ 1243820 w 12192000"/>
              <a:gd name="connsiteY100" fmla="*/ 732915 h 6858000"/>
              <a:gd name="connsiteX101" fmla="*/ 1243820 w 12192000"/>
              <a:gd name="connsiteY101" fmla="*/ 563034 h 6858000"/>
              <a:gd name="connsiteX102" fmla="*/ 1235168 w 12192000"/>
              <a:gd name="connsiteY102" fmla="*/ 554101 h 6858000"/>
              <a:gd name="connsiteX103" fmla="*/ 1211487 w 12192000"/>
              <a:gd name="connsiteY103" fmla="*/ 554101 h 6858000"/>
              <a:gd name="connsiteX104" fmla="*/ 1202380 w 12192000"/>
              <a:gd name="connsiteY104" fmla="*/ 563034 h 6858000"/>
              <a:gd name="connsiteX105" fmla="*/ 1202380 w 12192000"/>
              <a:gd name="connsiteY105" fmla="*/ 578658 h 6858000"/>
              <a:gd name="connsiteX106" fmla="*/ 1139990 w 12192000"/>
              <a:gd name="connsiteY106" fmla="*/ 548743 h 6858000"/>
              <a:gd name="connsiteX107" fmla="*/ 661145 w 12192000"/>
              <a:gd name="connsiteY107" fmla="*/ 498739 h 6858000"/>
              <a:gd name="connsiteX108" fmla="*/ 761788 w 12192000"/>
              <a:gd name="connsiteY108" fmla="*/ 603214 h 6858000"/>
              <a:gd name="connsiteX109" fmla="*/ 724444 w 12192000"/>
              <a:gd name="connsiteY109" fmla="*/ 686259 h 6858000"/>
              <a:gd name="connsiteX110" fmla="*/ 705999 w 12192000"/>
              <a:gd name="connsiteY110" fmla="*/ 639601 h 6858000"/>
              <a:gd name="connsiteX111" fmla="*/ 694159 w 12192000"/>
              <a:gd name="connsiteY111" fmla="*/ 632234 h 6858000"/>
              <a:gd name="connsiteX112" fmla="*/ 670253 w 12192000"/>
              <a:gd name="connsiteY112" fmla="*/ 632234 h 6858000"/>
              <a:gd name="connsiteX113" fmla="*/ 662284 w 12192000"/>
              <a:gd name="connsiteY113" fmla="*/ 643397 h 6858000"/>
              <a:gd name="connsiteX114" fmla="*/ 686419 w 12192000"/>
              <a:gd name="connsiteY114" fmla="*/ 704787 h 6858000"/>
              <a:gd name="connsiteX115" fmla="*/ 661145 w 12192000"/>
              <a:gd name="connsiteY115" fmla="*/ 707913 h 6858000"/>
              <a:gd name="connsiteX116" fmla="*/ 560502 w 12192000"/>
              <a:gd name="connsiteY116" fmla="*/ 603214 h 6858000"/>
              <a:gd name="connsiteX117" fmla="*/ 661145 w 12192000"/>
              <a:gd name="connsiteY117" fmla="*/ 498739 h 6858000"/>
              <a:gd name="connsiteX118" fmla="*/ 1293915 w 12192000"/>
              <a:gd name="connsiteY118" fmla="*/ 465253 h 6858000"/>
              <a:gd name="connsiteX119" fmla="*/ 1284807 w 12192000"/>
              <a:gd name="connsiteY119" fmla="*/ 474183 h 6858000"/>
              <a:gd name="connsiteX120" fmla="*/ 1284807 w 12192000"/>
              <a:gd name="connsiteY120" fmla="*/ 732467 h 6858000"/>
              <a:gd name="connsiteX121" fmla="*/ 1293915 w 12192000"/>
              <a:gd name="connsiteY121" fmla="*/ 741396 h 6858000"/>
              <a:gd name="connsiteX122" fmla="*/ 1317366 w 12192000"/>
              <a:gd name="connsiteY122" fmla="*/ 741396 h 6858000"/>
              <a:gd name="connsiteX123" fmla="*/ 1326248 w 12192000"/>
              <a:gd name="connsiteY123" fmla="*/ 732467 h 6858000"/>
              <a:gd name="connsiteX124" fmla="*/ 1326248 w 12192000"/>
              <a:gd name="connsiteY124" fmla="*/ 474183 h 6858000"/>
              <a:gd name="connsiteX125" fmla="*/ 1317366 w 12192000"/>
              <a:gd name="connsiteY125" fmla="*/ 465253 h 6858000"/>
              <a:gd name="connsiteX126" fmla="*/ 1293915 w 12192000"/>
              <a:gd name="connsiteY126" fmla="*/ 465253 h 6858000"/>
              <a:gd name="connsiteX127" fmla="*/ 661145 w 12192000"/>
              <a:gd name="connsiteY127" fmla="*/ 460120 h 6858000"/>
              <a:gd name="connsiteX128" fmla="*/ 515874 w 12192000"/>
              <a:gd name="connsiteY128" fmla="*/ 603214 h 6858000"/>
              <a:gd name="connsiteX129" fmla="*/ 661145 w 12192000"/>
              <a:gd name="connsiteY129" fmla="*/ 746532 h 6858000"/>
              <a:gd name="connsiteX130" fmla="*/ 700763 w 12192000"/>
              <a:gd name="connsiteY130" fmla="*/ 741396 h 6858000"/>
              <a:gd name="connsiteX131" fmla="*/ 716475 w 12192000"/>
              <a:gd name="connsiteY131" fmla="*/ 781134 h 6858000"/>
              <a:gd name="connsiteX132" fmla="*/ 727176 w 12192000"/>
              <a:gd name="connsiteY132" fmla="*/ 788277 h 6858000"/>
              <a:gd name="connsiteX133" fmla="*/ 752222 w 12192000"/>
              <a:gd name="connsiteY133" fmla="*/ 788277 h 6858000"/>
              <a:gd name="connsiteX134" fmla="*/ 759736 w 12192000"/>
              <a:gd name="connsiteY134" fmla="*/ 776892 h 6858000"/>
              <a:gd name="connsiteX135" fmla="*/ 739471 w 12192000"/>
              <a:gd name="connsiteY135" fmla="*/ 724656 h 6858000"/>
              <a:gd name="connsiteX136" fmla="*/ 806416 w 12192000"/>
              <a:gd name="connsiteY136" fmla="*/ 603214 h 6858000"/>
              <a:gd name="connsiteX137" fmla="*/ 661145 w 12192000"/>
              <a:gd name="connsiteY137" fmla="*/ 460120 h 6858000"/>
              <a:gd name="connsiteX138" fmla="*/ 0 w 12192000"/>
              <a:gd name="connsiteY138" fmla="*/ 0 h 6858000"/>
              <a:gd name="connsiteX139" fmla="*/ 12192000 w 12192000"/>
              <a:gd name="connsiteY139" fmla="*/ 0 h 6858000"/>
              <a:gd name="connsiteX140" fmla="*/ 12192000 w 12192000"/>
              <a:gd name="connsiteY140" fmla="*/ 6858000 h 6858000"/>
              <a:gd name="connsiteX141" fmla="*/ 0 w 12192000"/>
              <a:gd name="connsiteY14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2192000" h="6858000">
                <a:moveTo>
                  <a:pt x="1625898" y="586917"/>
                </a:moveTo>
                <a:cubicBezTo>
                  <a:pt x="1660280" y="586917"/>
                  <a:pt x="1684416" y="613484"/>
                  <a:pt x="1684416" y="647861"/>
                </a:cubicBezTo>
                <a:cubicBezTo>
                  <a:pt x="1684416" y="681792"/>
                  <a:pt x="1660280" y="708580"/>
                  <a:pt x="1625898" y="708580"/>
                </a:cubicBezTo>
                <a:cubicBezTo>
                  <a:pt x="1591742" y="708580"/>
                  <a:pt x="1567381" y="681792"/>
                  <a:pt x="1567381" y="647861"/>
                </a:cubicBezTo>
                <a:cubicBezTo>
                  <a:pt x="1567381" y="613484"/>
                  <a:pt x="1591742" y="586917"/>
                  <a:pt x="1625898" y="586917"/>
                </a:cubicBezTo>
                <a:close/>
                <a:moveTo>
                  <a:pt x="1144317" y="586917"/>
                </a:moveTo>
                <a:cubicBezTo>
                  <a:pt x="1178244" y="586917"/>
                  <a:pt x="1202834" y="613484"/>
                  <a:pt x="1202834" y="647861"/>
                </a:cubicBezTo>
                <a:cubicBezTo>
                  <a:pt x="1202834" y="681792"/>
                  <a:pt x="1178244" y="709029"/>
                  <a:pt x="1144317" y="709029"/>
                </a:cubicBezTo>
                <a:cubicBezTo>
                  <a:pt x="1110164" y="709029"/>
                  <a:pt x="1085799" y="681792"/>
                  <a:pt x="1085799" y="647861"/>
                </a:cubicBezTo>
                <a:cubicBezTo>
                  <a:pt x="1085799" y="613484"/>
                  <a:pt x="1110164" y="586917"/>
                  <a:pt x="1144317" y="586917"/>
                </a:cubicBezTo>
                <a:close/>
                <a:moveTo>
                  <a:pt x="1801451" y="554101"/>
                </a:moveTo>
                <a:cubicBezTo>
                  <a:pt x="1796669" y="554101"/>
                  <a:pt x="1793027" y="556557"/>
                  <a:pt x="1790979" y="561469"/>
                </a:cubicBezTo>
                <a:cubicBezTo>
                  <a:pt x="1790979" y="561469"/>
                  <a:pt x="1790979" y="561469"/>
                  <a:pt x="1724489" y="732021"/>
                </a:cubicBezTo>
                <a:cubicBezTo>
                  <a:pt x="1722669" y="736708"/>
                  <a:pt x="1724943" y="741396"/>
                  <a:pt x="1730867" y="741396"/>
                </a:cubicBezTo>
                <a:cubicBezTo>
                  <a:pt x="1730867" y="741396"/>
                  <a:pt x="1730867" y="741396"/>
                  <a:pt x="1756367" y="741396"/>
                </a:cubicBezTo>
                <a:cubicBezTo>
                  <a:pt x="1761149" y="741396"/>
                  <a:pt x="1765249" y="739164"/>
                  <a:pt x="1766843" y="734477"/>
                </a:cubicBezTo>
                <a:cubicBezTo>
                  <a:pt x="1766843" y="734477"/>
                  <a:pt x="1766843" y="734477"/>
                  <a:pt x="1815798" y="605670"/>
                </a:cubicBezTo>
                <a:cubicBezTo>
                  <a:pt x="1815798" y="605670"/>
                  <a:pt x="1815798" y="605670"/>
                  <a:pt x="1864753" y="734477"/>
                </a:cubicBezTo>
                <a:cubicBezTo>
                  <a:pt x="1866573" y="739389"/>
                  <a:pt x="1870215" y="741396"/>
                  <a:pt x="1874996" y="741396"/>
                </a:cubicBezTo>
                <a:cubicBezTo>
                  <a:pt x="1874996" y="741396"/>
                  <a:pt x="1874996" y="741396"/>
                  <a:pt x="1898451" y="741396"/>
                </a:cubicBezTo>
                <a:cubicBezTo>
                  <a:pt x="1903233" y="741396"/>
                  <a:pt x="1906875" y="739389"/>
                  <a:pt x="1908924" y="734477"/>
                </a:cubicBezTo>
                <a:cubicBezTo>
                  <a:pt x="1908924" y="734477"/>
                  <a:pt x="1908924" y="734477"/>
                  <a:pt x="1959018" y="605670"/>
                </a:cubicBezTo>
                <a:cubicBezTo>
                  <a:pt x="1959018" y="605670"/>
                  <a:pt x="1959018" y="605670"/>
                  <a:pt x="2007518" y="734477"/>
                </a:cubicBezTo>
                <a:cubicBezTo>
                  <a:pt x="2009566" y="739164"/>
                  <a:pt x="2013209" y="741396"/>
                  <a:pt x="2017993" y="741396"/>
                </a:cubicBezTo>
                <a:cubicBezTo>
                  <a:pt x="2017993" y="741396"/>
                  <a:pt x="2017993" y="741396"/>
                  <a:pt x="2042584" y="741396"/>
                </a:cubicBezTo>
                <a:cubicBezTo>
                  <a:pt x="2047365" y="741396"/>
                  <a:pt x="2051007" y="739164"/>
                  <a:pt x="2053056" y="734477"/>
                </a:cubicBezTo>
                <a:cubicBezTo>
                  <a:pt x="2053056" y="734477"/>
                  <a:pt x="2053056" y="734477"/>
                  <a:pt x="2102011" y="605670"/>
                </a:cubicBezTo>
                <a:cubicBezTo>
                  <a:pt x="2102011" y="605670"/>
                  <a:pt x="2102011" y="605670"/>
                  <a:pt x="2151650" y="734477"/>
                </a:cubicBezTo>
                <a:cubicBezTo>
                  <a:pt x="2153699" y="739389"/>
                  <a:pt x="2157341" y="741396"/>
                  <a:pt x="2162126" y="741396"/>
                </a:cubicBezTo>
                <a:cubicBezTo>
                  <a:pt x="2162126" y="741396"/>
                  <a:pt x="2162126" y="741396"/>
                  <a:pt x="2185577" y="741396"/>
                </a:cubicBezTo>
                <a:cubicBezTo>
                  <a:pt x="2190359" y="741396"/>
                  <a:pt x="2193775" y="739389"/>
                  <a:pt x="2195824" y="734477"/>
                </a:cubicBezTo>
                <a:cubicBezTo>
                  <a:pt x="2195824" y="734477"/>
                  <a:pt x="2195824" y="734477"/>
                  <a:pt x="2245234" y="606340"/>
                </a:cubicBezTo>
                <a:cubicBezTo>
                  <a:pt x="2245234" y="606340"/>
                  <a:pt x="2245234" y="606340"/>
                  <a:pt x="2293734" y="734477"/>
                </a:cubicBezTo>
                <a:cubicBezTo>
                  <a:pt x="2295328" y="739164"/>
                  <a:pt x="2299425" y="741396"/>
                  <a:pt x="2304206" y="741396"/>
                </a:cubicBezTo>
                <a:cubicBezTo>
                  <a:pt x="2304206" y="741396"/>
                  <a:pt x="2304206" y="741396"/>
                  <a:pt x="2330394" y="741396"/>
                </a:cubicBezTo>
                <a:cubicBezTo>
                  <a:pt x="2336314" y="741396"/>
                  <a:pt x="2338818" y="736708"/>
                  <a:pt x="2336769" y="732021"/>
                </a:cubicBezTo>
                <a:cubicBezTo>
                  <a:pt x="2336769" y="732021"/>
                  <a:pt x="2336769" y="732021"/>
                  <a:pt x="2270279" y="561469"/>
                </a:cubicBezTo>
                <a:cubicBezTo>
                  <a:pt x="2268230" y="556557"/>
                  <a:pt x="2264817" y="554101"/>
                  <a:pt x="2260033" y="554101"/>
                </a:cubicBezTo>
                <a:cubicBezTo>
                  <a:pt x="2260033" y="554101"/>
                  <a:pt x="2260033" y="554101"/>
                  <a:pt x="2231345" y="554101"/>
                </a:cubicBezTo>
                <a:cubicBezTo>
                  <a:pt x="2226564" y="554101"/>
                  <a:pt x="2222918" y="556557"/>
                  <a:pt x="2220869" y="561469"/>
                </a:cubicBezTo>
                <a:cubicBezTo>
                  <a:pt x="2220869" y="561469"/>
                  <a:pt x="2220869" y="561469"/>
                  <a:pt x="2174421" y="686034"/>
                </a:cubicBezTo>
                <a:cubicBezTo>
                  <a:pt x="2174421" y="686034"/>
                  <a:pt x="2174421" y="686034"/>
                  <a:pt x="2126605" y="561469"/>
                </a:cubicBezTo>
                <a:cubicBezTo>
                  <a:pt x="2124553" y="556557"/>
                  <a:pt x="2120911" y="554101"/>
                  <a:pt x="2116358" y="554101"/>
                </a:cubicBezTo>
                <a:cubicBezTo>
                  <a:pt x="2116358" y="554101"/>
                  <a:pt x="2116358" y="554101"/>
                  <a:pt x="2087896" y="554101"/>
                </a:cubicBezTo>
                <a:cubicBezTo>
                  <a:pt x="2083112" y="554101"/>
                  <a:pt x="2079699" y="556557"/>
                  <a:pt x="2077650" y="561469"/>
                </a:cubicBezTo>
                <a:cubicBezTo>
                  <a:pt x="2077650" y="561469"/>
                  <a:pt x="2077650" y="561469"/>
                  <a:pt x="2030743" y="686034"/>
                </a:cubicBezTo>
                <a:cubicBezTo>
                  <a:pt x="2030743" y="686034"/>
                  <a:pt x="2030743" y="686034"/>
                  <a:pt x="1983608" y="561469"/>
                </a:cubicBezTo>
                <a:cubicBezTo>
                  <a:pt x="1981788" y="556557"/>
                  <a:pt x="1978146" y="554101"/>
                  <a:pt x="1973365" y="554101"/>
                </a:cubicBezTo>
                <a:cubicBezTo>
                  <a:pt x="1973365" y="554101"/>
                  <a:pt x="1973365" y="554101"/>
                  <a:pt x="1945128" y="554101"/>
                </a:cubicBezTo>
                <a:cubicBezTo>
                  <a:pt x="1940347" y="554101"/>
                  <a:pt x="1936705" y="556557"/>
                  <a:pt x="1934656" y="561469"/>
                </a:cubicBezTo>
                <a:cubicBezTo>
                  <a:pt x="1934656" y="561469"/>
                  <a:pt x="1934656" y="561469"/>
                  <a:pt x="1887295" y="686034"/>
                </a:cubicBezTo>
                <a:cubicBezTo>
                  <a:pt x="1887295" y="686034"/>
                  <a:pt x="1887295" y="686034"/>
                  <a:pt x="1840389" y="561469"/>
                </a:cubicBezTo>
                <a:cubicBezTo>
                  <a:pt x="1838340" y="556557"/>
                  <a:pt x="1834923" y="554101"/>
                  <a:pt x="1830142" y="554101"/>
                </a:cubicBezTo>
                <a:cubicBezTo>
                  <a:pt x="1830142" y="554101"/>
                  <a:pt x="1830142" y="554101"/>
                  <a:pt x="1801451" y="554101"/>
                </a:cubicBezTo>
                <a:close/>
                <a:moveTo>
                  <a:pt x="841937" y="554101"/>
                </a:moveTo>
                <a:cubicBezTo>
                  <a:pt x="837152" y="554101"/>
                  <a:pt x="832600" y="557897"/>
                  <a:pt x="832600" y="562809"/>
                </a:cubicBezTo>
                <a:cubicBezTo>
                  <a:pt x="832600" y="562809"/>
                  <a:pt x="832600" y="562809"/>
                  <a:pt x="832600" y="666168"/>
                </a:cubicBezTo>
                <a:cubicBezTo>
                  <a:pt x="832600" y="714162"/>
                  <a:pt x="863340" y="746532"/>
                  <a:pt x="913205" y="746532"/>
                </a:cubicBezTo>
                <a:cubicBezTo>
                  <a:pt x="943035" y="746532"/>
                  <a:pt x="963299" y="734701"/>
                  <a:pt x="975139" y="717513"/>
                </a:cubicBezTo>
                <a:cubicBezTo>
                  <a:pt x="975139" y="717513"/>
                  <a:pt x="975139" y="717513"/>
                  <a:pt x="975139" y="733136"/>
                </a:cubicBezTo>
                <a:cubicBezTo>
                  <a:pt x="975139" y="737824"/>
                  <a:pt x="979466" y="741396"/>
                  <a:pt x="984018" y="741396"/>
                </a:cubicBezTo>
                <a:cubicBezTo>
                  <a:pt x="984018" y="741396"/>
                  <a:pt x="984018" y="741396"/>
                  <a:pt x="1007473" y="741396"/>
                </a:cubicBezTo>
                <a:cubicBezTo>
                  <a:pt x="1012254" y="741396"/>
                  <a:pt x="1016580" y="737603"/>
                  <a:pt x="1016580" y="732915"/>
                </a:cubicBezTo>
                <a:cubicBezTo>
                  <a:pt x="1016580" y="732915"/>
                  <a:pt x="1016580" y="732915"/>
                  <a:pt x="1016580" y="563034"/>
                </a:cubicBezTo>
                <a:cubicBezTo>
                  <a:pt x="1016580" y="557897"/>
                  <a:pt x="1012254" y="554101"/>
                  <a:pt x="1007473" y="554101"/>
                </a:cubicBezTo>
                <a:cubicBezTo>
                  <a:pt x="1007473" y="554101"/>
                  <a:pt x="1007473" y="554101"/>
                  <a:pt x="984018" y="554101"/>
                </a:cubicBezTo>
                <a:cubicBezTo>
                  <a:pt x="979466" y="554101"/>
                  <a:pt x="975139" y="557897"/>
                  <a:pt x="975139" y="562809"/>
                </a:cubicBezTo>
                <a:cubicBezTo>
                  <a:pt x="975139" y="562809"/>
                  <a:pt x="975139" y="562809"/>
                  <a:pt x="975139" y="659916"/>
                </a:cubicBezTo>
                <a:cubicBezTo>
                  <a:pt x="975139" y="689830"/>
                  <a:pt x="956011" y="711261"/>
                  <a:pt x="923906" y="711261"/>
                </a:cubicBezTo>
                <a:cubicBezTo>
                  <a:pt x="890892" y="711261"/>
                  <a:pt x="874041" y="690721"/>
                  <a:pt x="874041" y="659470"/>
                </a:cubicBezTo>
                <a:cubicBezTo>
                  <a:pt x="874041" y="659470"/>
                  <a:pt x="874041" y="659470"/>
                  <a:pt x="874041" y="562809"/>
                </a:cubicBezTo>
                <a:cubicBezTo>
                  <a:pt x="874041" y="557897"/>
                  <a:pt x="870170" y="554101"/>
                  <a:pt x="865389" y="554101"/>
                </a:cubicBezTo>
                <a:cubicBezTo>
                  <a:pt x="865389" y="554101"/>
                  <a:pt x="865389" y="554101"/>
                  <a:pt x="841937" y="554101"/>
                </a:cubicBezTo>
                <a:close/>
                <a:moveTo>
                  <a:pt x="1625898" y="548968"/>
                </a:moveTo>
                <a:cubicBezTo>
                  <a:pt x="1570110" y="548968"/>
                  <a:pt x="1525711" y="592053"/>
                  <a:pt x="1525711" y="647861"/>
                </a:cubicBezTo>
                <a:cubicBezTo>
                  <a:pt x="1525711" y="703893"/>
                  <a:pt x="1570110" y="746532"/>
                  <a:pt x="1625898" y="746532"/>
                </a:cubicBezTo>
                <a:cubicBezTo>
                  <a:pt x="1681683" y="746532"/>
                  <a:pt x="1726312" y="703893"/>
                  <a:pt x="1726312" y="647861"/>
                </a:cubicBezTo>
                <a:cubicBezTo>
                  <a:pt x="1726312" y="592053"/>
                  <a:pt x="1681683" y="548968"/>
                  <a:pt x="1625898" y="548968"/>
                </a:cubicBezTo>
                <a:close/>
                <a:moveTo>
                  <a:pt x="1451936" y="548743"/>
                </a:moveTo>
                <a:cubicBezTo>
                  <a:pt x="1392734" y="548743"/>
                  <a:pt x="1353346" y="591608"/>
                  <a:pt x="1353346" y="647861"/>
                </a:cubicBezTo>
                <a:cubicBezTo>
                  <a:pt x="1353346" y="703893"/>
                  <a:pt x="1392734" y="746532"/>
                  <a:pt x="1451936" y="746532"/>
                </a:cubicBezTo>
                <a:cubicBezTo>
                  <a:pt x="1475391" y="746532"/>
                  <a:pt x="1497019" y="739834"/>
                  <a:pt x="1513415" y="727779"/>
                </a:cubicBezTo>
                <a:cubicBezTo>
                  <a:pt x="1516148" y="725772"/>
                  <a:pt x="1520474" y="721085"/>
                  <a:pt x="1515235" y="714832"/>
                </a:cubicBezTo>
                <a:lnTo>
                  <a:pt x="1503398" y="700100"/>
                </a:lnTo>
                <a:cubicBezTo>
                  <a:pt x="1498613" y="693848"/>
                  <a:pt x="1493832" y="695858"/>
                  <a:pt x="1489506" y="698090"/>
                </a:cubicBezTo>
                <a:cubicBezTo>
                  <a:pt x="1479033" y="703893"/>
                  <a:pt x="1467418" y="709475"/>
                  <a:pt x="1453304" y="709475"/>
                </a:cubicBezTo>
                <a:cubicBezTo>
                  <a:pt x="1418463" y="709475"/>
                  <a:pt x="1395467" y="682462"/>
                  <a:pt x="1395467" y="647861"/>
                </a:cubicBezTo>
                <a:cubicBezTo>
                  <a:pt x="1395467" y="613038"/>
                  <a:pt x="1418463" y="585801"/>
                  <a:pt x="1453304" y="585801"/>
                </a:cubicBezTo>
                <a:cubicBezTo>
                  <a:pt x="1467418" y="585801"/>
                  <a:pt x="1479943" y="590713"/>
                  <a:pt x="1490189" y="596965"/>
                </a:cubicBezTo>
                <a:cubicBezTo>
                  <a:pt x="1494516" y="599867"/>
                  <a:pt x="1499752" y="601428"/>
                  <a:pt x="1504078" y="595401"/>
                </a:cubicBezTo>
                <a:cubicBezTo>
                  <a:pt x="1504078" y="595401"/>
                  <a:pt x="1504078" y="595401"/>
                  <a:pt x="1515235" y="580222"/>
                </a:cubicBezTo>
                <a:cubicBezTo>
                  <a:pt x="1520019" y="573525"/>
                  <a:pt x="1516148" y="569283"/>
                  <a:pt x="1513415" y="567272"/>
                </a:cubicBezTo>
                <a:cubicBezTo>
                  <a:pt x="1497019" y="555220"/>
                  <a:pt x="1475391" y="548743"/>
                  <a:pt x="1451936" y="548743"/>
                </a:cubicBezTo>
                <a:close/>
                <a:moveTo>
                  <a:pt x="1139990" y="548743"/>
                </a:moveTo>
                <a:cubicBezTo>
                  <a:pt x="1088303" y="548743"/>
                  <a:pt x="1043674" y="588927"/>
                  <a:pt x="1043674" y="647415"/>
                </a:cubicBezTo>
                <a:cubicBezTo>
                  <a:pt x="1043674" y="706794"/>
                  <a:pt x="1088303" y="746532"/>
                  <a:pt x="1139536" y="746532"/>
                </a:cubicBezTo>
                <a:cubicBezTo>
                  <a:pt x="1167317" y="746532"/>
                  <a:pt x="1190084" y="734031"/>
                  <a:pt x="1202380" y="716394"/>
                </a:cubicBezTo>
                <a:cubicBezTo>
                  <a:pt x="1202380" y="732915"/>
                  <a:pt x="1202380" y="732915"/>
                  <a:pt x="1202380" y="732915"/>
                </a:cubicBezTo>
                <a:cubicBezTo>
                  <a:pt x="1202380" y="737603"/>
                  <a:pt x="1206935" y="741396"/>
                  <a:pt x="1211487" y="741396"/>
                </a:cubicBezTo>
                <a:cubicBezTo>
                  <a:pt x="1235168" y="741396"/>
                  <a:pt x="1235168" y="741396"/>
                  <a:pt x="1235168" y="741396"/>
                </a:cubicBezTo>
                <a:cubicBezTo>
                  <a:pt x="1239949" y="741396"/>
                  <a:pt x="1243820" y="737603"/>
                  <a:pt x="1243820" y="732915"/>
                </a:cubicBezTo>
                <a:cubicBezTo>
                  <a:pt x="1243820" y="563034"/>
                  <a:pt x="1243820" y="563034"/>
                  <a:pt x="1243820" y="563034"/>
                </a:cubicBezTo>
                <a:cubicBezTo>
                  <a:pt x="1243820" y="557897"/>
                  <a:pt x="1239949" y="554101"/>
                  <a:pt x="1235168" y="554101"/>
                </a:cubicBezTo>
                <a:cubicBezTo>
                  <a:pt x="1211487" y="554101"/>
                  <a:pt x="1211487" y="554101"/>
                  <a:pt x="1211487" y="554101"/>
                </a:cubicBezTo>
                <a:cubicBezTo>
                  <a:pt x="1206935" y="554101"/>
                  <a:pt x="1202380" y="557897"/>
                  <a:pt x="1202380" y="563034"/>
                </a:cubicBezTo>
                <a:cubicBezTo>
                  <a:pt x="1202380" y="578658"/>
                  <a:pt x="1202380" y="578658"/>
                  <a:pt x="1202380" y="578658"/>
                </a:cubicBezTo>
                <a:cubicBezTo>
                  <a:pt x="1190539" y="561023"/>
                  <a:pt x="1167317" y="548743"/>
                  <a:pt x="1139990" y="548743"/>
                </a:cubicBezTo>
                <a:close/>
                <a:moveTo>
                  <a:pt x="661145" y="498739"/>
                </a:moveTo>
                <a:cubicBezTo>
                  <a:pt x="720117" y="498739"/>
                  <a:pt x="761788" y="544056"/>
                  <a:pt x="761788" y="603214"/>
                </a:cubicBezTo>
                <a:cubicBezTo>
                  <a:pt x="761788" y="637816"/>
                  <a:pt x="747670" y="667505"/>
                  <a:pt x="724444" y="686259"/>
                </a:cubicBezTo>
                <a:cubicBezTo>
                  <a:pt x="705999" y="639601"/>
                  <a:pt x="705999" y="639601"/>
                  <a:pt x="705999" y="639601"/>
                </a:cubicBezTo>
                <a:cubicBezTo>
                  <a:pt x="704406" y="635584"/>
                  <a:pt x="701218" y="632234"/>
                  <a:pt x="694159" y="632234"/>
                </a:cubicBezTo>
                <a:cubicBezTo>
                  <a:pt x="670253" y="632234"/>
                  <a:pt x="670253" y="632234"/>
                  <a:pt x="670253" y="632234"/>
                </a:cubicBezTo>
                <a:cubicBezTo>
                  <a:pt x="664332" y="632234"/>
                  <a:pt x="659551" y="636030"/>
                  <a:pt x="662284" y="643397"/>
                </a:cubicBezTo>
                <a:cubicBezTo>
                  <a:pt x="686419" y="704787"/>
                  <a:pt x="686419" y="704787"/>
                  <a:pt x="686419" y="704787"/>
                </a:cubicBezTo>
                <a:cubicBezTo>
                  <a:pt x="678451" y="706794"/>
                  <a:pt x="670024" y="707913"/>
                  <a:pt x="661145" y="707913"/>
                </a:cubicBezTo>
                <a:cubicBezTo>
                  <a:pt x="602169" y="707913"/>
                  <a:pt x="560502" y="662597"/>
                  <a:pt x="560502" y="603214"/>
                </a:cubicBezTo>
                <a:cubicBezTo>
                  <a:pt x="560502" y="544056"/>
                  <a:pt x="602169" y="498739"/>
                  <a:pt x="661145" y="498739"/>
                </a:cubicBezTo>
                <a:close/>
                <a:moveTo>
                  <a:pt x="1293915" y="465253"/>
                </a:moveTo>
                <a:cubicBezTo>
                  <a:pt x="1289133" y="465253"/>
                  <a:pt x="1284807" y="469495"/>
                  <a:pt x="1284807" y="474183"/>
                </a:cubicBezTo>
                <a:cubicBezTo>
                  <a:pt x="1284807" y="474183"/>
                  <a:pt x="1284807" y="474183"/>
                  <a:pt x="1284807" y="732467"/>
                </a:cubicBezTo>
                <a:cubicBezTo>
                  <a:pt x="1284807" y="737157"/>
                  <a:pt x="1289133" y="741396"/>
                  <a:pt x="1293915" y="741396"/>
                </a:cubicBezTo>
                <a:cubicBezTo>
                  <a:pt x="1293915" y="741396"/>
                  <a:pt x="1293915" y="741396"/>
                  <a:pt x="1317366" y="741396"/>
                </a:cubicBezTo>
                <a:cubicBezTo>
                  <a:pt x="1322606" y="741396"/>
                  <a:pt x="1326248" y="737157"/>
                  <a:pt x="1326248" y="732467"/>
                </a:cubicBezTo>
                <a:cubicBezTo>
                  <a:pt x="1326248" y="732467"/>
                  <a:pt x="1326248" y="732467"/>
                  <a:pt x="1326248" y="474183"/>
                </a:cubicBezTo>
                <a:cubicBezTo>
                  <a:pt x="1326248" y="469495"/>
                  <a:pt x="1322606" y="465253"/>
                  <a:pt x="1317366" y="465253"/>
                </a:cubicBezTo>
                <a:cubicBezTo>
                  <a:pt x="1317366" y="465253"/>
                  <a:pt x="1317366" y="465253"/>
                  <a:pt x="1293915" y="465253"/>
                </a:cubicBezTo>
                <a:close/>
                <a:moveTo>
                  <a:pt x="661145" y="460120"/>
                </a:moveTo>
                <a:cubicBezTo>
                  <a:pt x="580766" y="460120"/>
                  <a:pt x="515874" y="521285"/>
                  <a:pt x="515874" y="603214"/>
                </a:cubicBezTo>
                <a:cubicBezTo>
                  <a:pt x="515874" y="685143"/>
                  <a:pt x="580766" y="746532"/>
                  <a:pt x="661145" y="746532"/>
                </a:cubicBezTo>
                <a:cubicBezTo>
                  <a:pt x="674805" y="746532"/>
                  <a:pt x="688239" y="744746"/>
                  <a:pt x="700763" y="741396"/>
                </a:cubicBezTo>
                <a:cubicBezTo>
                  <a:pt x="716475" y="781134"/>
                  <a:pt x="716475" y="781134"/>
                  <a:pt x="716475" y="781134"/>
                </a:cubicBezTo>
                <a:cubicBezTo>
                  <a:pt x="718069" y="785597"/>
                  <a:pt x="721256" y="788277"/>
                  <a:pt x="727176" y="788277"/>
                </a:cubicBezTo>
                <a:cubicBezTo>
                  <a:pt x="752222" y="788277"/>
                  <a:pt x="752222" y="788277"/>
                  <a:pt x="752222" y="788277"/>
                </a:cubicBezTo>
                <a:cubicBezTo>
                  <a:pt x="758142" y="788277"/>
                  <a:pt x="762697" y="784260"/>
                  <a:pt x="759736" y="776892"/>
                </a:cubicBezTo>
                <a:cubicBezTo>
                  <a:pt x="739471" y="724656"/>
                  <a:pt x="739471" y="724656"/>
                  <a:pt x="739471" y="724656"/>
                </a:cubicBezTo>
                <a:cubicBezTo>
                  <a:pt x="779774" y="699875"/>
                  <a:pt x="806416" y="655899"/>
                  <a:pt x="806416" y="603214"/>
                </a:cubicBezTo>
                <a:cubicBezTo>
                  <a:pt x="806416" y="521285"/>
                  <a:pt x="741520" y="460120"/>
                  <a:pt x="661145" y="460120"/>
                </a:cubicBezTo>
                <a:close/>
                <a:moveTo>
                  <a:pt x="0" y="0"/>
                </a:moveTo>
                <a:lnTo>
                  <a:pt x="12192000" y="0"/>
                </a:lnTo>
                <a:lnTo>
                  <a:pt x="12192000" y="6858000"/>
                </a:lnTo>
                <a:lnTo>
                  <a:pt x="0" y="6858000"/>
                </a:lnTo>
                <a:close/>
              </a:path>
            </a:pathLst>
          </a:custGeom>
          <a:gradFill>
            <a:gsLst>
              <a:gs pos="39000">
                <a:srgbClr val="202B3F">
                  <a:alpha val="65483"/>
                </a:srgbClr>
              </a:gs>
              <a:gs pos="0">
                <a:srgbClr val="202B3F">
                  <a:alpha val="73000"/>
                </a:srgbClr>
              </a:gs>
              <a:gs pos="99000">
                <a:srgbClr val="202B3F">
                  <a:alpha val="0"/>
                </a:srgbClr>
              </a:gs>
            </a:gsLst>
            <a:lin ang="0" scaled="0"/>
          </a:gradFill>
        </p:spPr>
        <p:txBody>
          <a:bodyPr wrap="square" lIns="72000">
            <a:noAutofit/>
          </a:bodyPr>
          <a:lstStyle>
            <a:lvl1pPr>
              <a:defRPr>
                <a:noFill/>
              </a:defRPr>
            </a:lvl1pPr>
          </a:lstStyle>
          <a:p>
            <a:pPr lvl="0"/>
            <a:r>
              <a:rPr lang="en-US"/>
              <a:t>Click to edit Master text styles</a:t>
            </a:r>
          </a:p>
        </p:txBody>
      </p:sp>
      <p:sp>
        <p:nvSpPr>
          <p:cNvPr id="47" name="Graphic 34">
            <a:extLst>
              <a:ext uri="{FF2B5EF4-FFF2-40B4-BE49-F238E27FC236}">
                <a16:creationId xmlns:a16="http://schemas.microsoft.com/office/drawing/2014/main" id="{9B9819F6-CC6A-D170-1AD4-5296A4CE8A14}"/>
              </a:ext>
            </a:extLst>
          </p:cNvPr>
          <p:cNvSpPr>
            <a:spLocks noChangeAspect="1"/>
          </p:cNvSpPr>
          <p:nvPr userDrawn="1"/>
        </p:nvSpPr>
        <p:spPr>
          <a:xfrm>
            <a:off x="515936" y="460180"/>
            <a:ext cx="1821600" cy="328157"/>
          </a:xfrm>
          <a:custGeom>
            <a:avLst/>
            <a:gdLst>
              <a:gd name="connsiteX0" fmla="*/ 1326970 w 4917659"/>
              <a:gd name="connsiteY0" fmla="*/ 258982 h 904875"/>
              <a:gd name="connsiteX1" fmla="*/ 1351557 w 4917659"/>
              <a:gd name="connsiteY1" fmla="*/ 283613 h 904875"/>
              <a:gd name="connsiteX2" fmla="*/ 1351557 w 4917659"/>
              <a:gd name="connsiteY2" fmla="*/ 752053 h 904875"/>
              <a:gd name="connsiteX3" fmla="*/ 1326970 w 4917659"/>
              <a:gd name="connsiteY3" fmla="*/ 775437 h 904875"/>
              <a:gd name="connsiteX4" fmla="*/ 1263650 w 4917659"/>
              <a:gd name="connsiteY4" fmla="*/ 775437 h 904875"/>
              <a:gd name="connsiteX5" fmla="*/ 1239681 w 4917659"/>
              <a:gd name="connsiteY5" fmla="*/ 752662 h 904875"/>
              <a:gd name="connsiteX6" fmla="*/ 1239681 w 4917659"/>
              <a:gd name="connsiteY6" fmla="*/ 709581 h 904875"/>
              <a:gd name="connsiteX7" fmla="*/ 1072481 w 4917659"/>
              <a:gd name="connsiteY7" fmla="*/ 789600 h 904875"/>
              <a:gd name="connsiteX8" fmla="*/ 854878 w 4917659"/>
              <a:gd name="connsiteY8" fmla="*/ 568001 h 904875"/>
              <a:gd name="connsiteX9" fmla="*/ 854878 w 4917659"/>
              <a:gd name="connsiteY9" fmla="*/ 282994 h 904875"/>
              <a:gd name="connsiteX10" fmla="*/ 880084 w 4917659"/>
              <a:gd name="connsiteY10" fmla="*/ 258982 h 904875"/>
              <a:gd name="connsiteX11" fmla="*/ 943395 w 4917659"/>
              <a:gd name="connsiteY11" fmla="*/ 258982 h 904875"/>
              <a:gd name="connsiteX12" fmla="*/ 966754 w 4917659"/>
              <a:gd name="connsiteY12" fmla="*/ 282994 h 904875"/>
              <a:gd name="connsiteX13" fmla="*/ 966754 w 4917659"/>
              <a:gd name="connsiteY13" fmla="*/ 549532 h 904875"/>
              <a:gd name="connsiteX14" fmla="*/ 1101371 w 4917659"/>
              <a:gd name="connsiteY14" fmla="*/ 692341 h 904875"/>
              <a:gd name="connsiteX15" fmla="*/ 1239681 w 4917659"/>
              <a:gd name="connsiteY15" fmla="*/ 550761 h 904875"/>
              <a:gd name="connsiteX16" fmla="*/ 1239681 w 4917659"/>
              <a:gd name="connsiteY16" fmla="*/ 282994 h 904875"/>
              <a:gd name="connsiteX17" fmla="*/ 1263650 w 4917659"/>
              <a:gd name="connsiteY17" fmla="*/ 258982 h 904875"/>
              <a:gd name="connsiteX18" fmla="*/ 1326970 w 4917659"/>
              <a:gd name="connsiteY18" fmla="*/ 258982 h 904875"/>
              <a:gd name="connsiteX19" fmla="*/ 392011 w 4917659"/>
              <a:gd name="connsiteY19" fmla="*/ -165 h 904875"/>
              <a:gd name="connsiteX20" fmla="*/ -169 w 4917659"/>
              <a:gd name="connsiteY20" fmla="*/ 394408 h 904875"/>
              <a:gd name="connsiteX21" fmla="*/ 392011 w 4917659"/>
              <a:gd name="connsiteY21" fmla="*/ 789600 h 904875"/>
              <a:gd name="connsiteX22" fmla="*/ 498966 w 4917659"/>
              <a:gd name="connsiteY22" fmla="*/ 775437 h 904875"/>
              <a:gd name="connsiteX23" fmla="*/ 541382 w 4917659"/>
              <a:gd name="connsiteY23" fmla="*/ 885012 h 904875"/>
              <a:gd name="connsiteX24" fmla="*/ 570272 w 4917659"/>
              <a:gd name="connsiteY24" fmla="*/ 904710 h 904875"/>
              <a:gd name="connsiteX25" fmla="*/ 637885 w 4917659"/>
              <a:gd name="connsiteY25" fmla="*/ 904710 h 904875"/>
              <a:gd name="connsiteX26" fmla="*/ 658170 w 4917659"/>
              <a:gd name="connsiteY26" fmla="*/ 873316 h 904875"/>
              <a:gd name="connsiteX27" fmla="*/ 603464 w 4917659"/>
              <a:gd name="connsiteY27" fmla="*/ 729279 h 904875"/>
              <a:gd name="connsiteX28" fmla="*/ 784191 w 4917659"/>
              <a:gd name="connsiteY28" fmla="*/ 394408 h 904875"/>
              <a:gd name="connsiteX29" fmla="*/ 392011 w 4917659"/>
              <a:gd name="connsiteY29" fmla="*/ -165 h 904875"/>
              <a:gd name="connsiteX30" fmla="*/ 562895 w 4917659"/>
              <a:gd name="connsiteY30" fmla="*/ 623399 h 904875"/>
              <a:gd name="connsiteX31" fmla="*/ 513101 w 4917659"/>
              <a:gd name="connsiteY31" fmla="*/ 494744 h 904875"/>
              <a:gd name="connsiteX32" fmla="*/ 481137 w 4917659"/>
              <a:gd name="connsiteY32" fmla="*/ 474428 h 904875"/>
              <a:gd name="connsiteX33" fmla="*/ 416598 w 4917659"/>
              <a:gd name="connsiteY33" fmla="*/ 474428 h 904875"/>
              <a:gd name="connsiteX34" fmla="*/ 395085 w 4917659"/>
              <a:gd name="connsiteY34" fmla="*/ 505212 h 904875"/>
              <a:gd name="connsiteX35" fmla="*/ 460243 w 4917659"/>
              <a:gd name="connsiteY35" fmla="*/ 674491 h 904875"/>
              <a:gd name="connsiteX36" fmla="*/ 392011 w 4917659"/>
              <a:gd name="connsiteY36" fmla="*/ 683111 h 904875"/>
              <a:gd name="connsiteX37" fmla="*/ 120312 w 4917659"/>
              <a:gd name="connsiteY37" fmla="*/ 394408 h 904875"/>
              <a:gd name="connsiteX38" fmla="*/ 392011 w 4917659"/>
              <a:gd name="connsiteY38" fmla="*/ 106324 h 904875"/>
              <a:gd name="connsiteX39" fmla="*/ 663710 w 4917659"/>
              <a:gd name="connsiteY39" fmla="*/ 394408 h 904875"/>
              <a:gd name="connsiteX40" fmla="*/ 562895 w 4917659"/>
              <a:gd name="connsiteY40" fmla="*/ 623399 h 904875"/>
              <a:gd name="connsiteX41" fmla="*/ 4915587 w 4917659"/>
              <a:gd name="connsiteY41" fmla="*/ 749586 h 904875"/>
              <a:gd name="connsiteX42" fmla="*/ 4898377 w 4917659"/>
              <a:gd name="connsiteY42" fmla="*/ 775437 h 904875"/>
              <a:gd name="connsiteX43" fmla="*/ 4827680 w 4917659"/>
              <a:gd name="connsiteY43" fmla="*/ 775437 h 904875"/>
              <a:gd name="connsiteX44" fmla="*/ 4799409 w 4917659"/>
              <a:gd name="connsiteY44" fmla="*/ 756358 h 904875"/>
              <a:gd name="connsiteX45" fmla="*/ 4668476 w 4917659"/>
              <a:gd name="connsiteY45" fmla="*/ 403028 h 904875"/>
              <a:gd name="connsiteX46" fmla="*/ 4535087 w 4917659"/>
              <a:gd name="connsiteY46" fmla="*/ 756358 h 904875"/>
              <a:gd name="connsiteX47" fmla="*/ 4507425 w 4917659"/>
              <a:gd name="connsiteY47" fmla="*/ 775437 h 904875"/>
              <a:gd name="connsiteX48" fmla="*/ 4444114 w 4917659"/>
              <a:gd name="connsiteY48" fmla="*/ 775437 h 904875"/>
              <a:gd name="connsiteX49" fmla="*/ 4415834 w 4917659"/>
              <a:gd name="connsiteY49" fmla="*/ 756358 h 904875"/>
              <a:gd name="connsiteX50" fmla="*/ 4281827 w 4917659"/>
              <a:gd name="connsiteY50" fmla="*/ 401180 h 904875"/>
              <a:gd name="connsiteX51" fmla="*/ 4149665 w 4917659"/>
              <a:gd name="connsiteY51" fmla="*/ 756358 h 904875"/>
              <a:gd name="connsiteX52" fmla="*/ 4121394 w 4917659"/>
              <a:gd name="connsiteY52" fmla="*/ 775437 h 904875"/>
              <a:gd name="connsiteX53" fmla="*/ 4055009 w 4917659"/>
              <a:gd name="connsiteY53" fmla="*/ 775437 h 904875"/>
              <a:gd name="connsiteX54" fmla="*/ 4026729 w 4917659"/>
              <a:gd name="connsiteY54" fmla="*/ 756358 h 904875"/>
              <a:gd name="connsiteX55" fmla="*/ 3895796 w 4917659"/>
              <a:gd name="connsiteY55" fmla="*/ 401180 h 904875"/>
              <a:gd name="connsiteX56" fmla="*/ 3760560 w 4917659"/>
              <a:gd name="connsiteY56" fmla="*/ 756358 h 904875"/>
              <a:gd name="connsiteX57" fmla="*/ 3732289 w 4917659"/>
              <a:gd name="connsiteY57" fmla="*/ 775437 h 904875"/>
              <a:gd name="connsiteX58" fmla="*/ 3668969 w 4917659"/>
              <a:gd name="connsiteY58" fmla="*/ 775437 h 904875"/>
              <a:gd name="connsiteX59" fmla="*/ 3641317 w 4917659"/>
              <a:gd name="connsiteY59" fmla="*/ 756358 h 904875"/>
              <a:gd name="connsiteX60" fmla="*/ 3509156 w 4917659"/>
              <a:gd name="connsiteY60" fmla="*/ 401180 h 904875"/>
              <a:gd name="connsiteX61" fmla="*/ 3376995 w 4917659"/>
              <a:gd name="connsiteY61" fmla="*/ 756358 h 904875"/>
              <a:gd name="connsiteX62" fmla="*/ 3348714 w 4917659"/>
              <a:gd name="connsiteY62" fmla="*/ 775437 h 904875"/>
              <a:gd name="connsiteX63" fmla="*/ 3279873 w 4917659"/>
              <a:gd name="connsiteY63" fmla="*/ 775437 h 904875"/>
              <a:gd name="connsiteX64" fmla="*/ 3262653 w 4917659"/>
              <a:gd name="connsiteY64" fmla="*/ 749586 h 904875"/>
              <a:gd name="connsiteX65" fmla="*/ 3442152 w 4917659"/>
              <a:gd name="connsiteY65" fmla="*/ 279298 h 904875"/>
              <a:gd name="connsiteX66" fmla="*/ 3470423 w 4917659"/>
              <a:gd name="connsiteY66" fmla="*/ 258982 h 904875"/>
              <a:gd name="connsiteX67" fmla="*/ 3547879 w 4917659"/>
              <a:gd name="connsiteY67" fmla="*/ 258982 h 904875"/>
              <a:gd name="connsiteX68" fmla="*/ 3575541 w 4917659"/>
              <a:gd name="connsiteY68" fmla="*/ 279298 h 904875"/>
              <a:gd name="connsiteX69" fmla="*/ 3702171 w 4917659"/>
              <a:gd name="connsiteY69" fmla="*/ 622780 h 904875"/>
              <a:gd name="connsiteX70" fmla="*/ 3830029 w 4917659"/>
              <a:gd name="connsiteY70" fmla="*/ 279298 h 904875"/>
              <a:gd name="connsiteX71" fmla="*/ 3858300 w 4917659"/>
              <a:gd name="connsiteY71" fmla="*/ 258982 h 904875"/>
              <a:gd name="connsiteX72" fmla="*/ 3934528 w 4917659"/>
              <a:gd name="connsiteY72" fmla="*/ 258982 h 904875"/>
              <a:gd name="connsiteX73" fmla="*/ 3962181 w 4917659"/>
              <a:gd name="connsiteY73" fmla="*/ 279298 h 904875"/>
              <a:gd name="connsiteX74" fmla="*/ 4089430 w 4917659"/>
              <a:gd name="connsiteY74" fmla="*/ 622780 h 904875"/>
              <a:gd name="connsiteX75" fmla="*/ 4216060 w 4917659"/>
              <a:gd name="connsiteY75" fmla="*/ 279298 h 904875"/>
              <a:gd name="connsiteX76" fmla="*/ 4243722 w 4917659"/>
              <a:gd name="connsiteY76" fmla="*/ 258982 h 904875"/>
              <a:gd name="connsiteX77" fmla="*/ 4320559 w 4917659"/>
              <a:gd name="connsiteY77" fmla="*/ 258982 h 904875"/>
              <a:gd name="connsiteX78" fmla="*/ 4348221 w 4917659"/>
              <a:gd name="connsiteY78" fmla="*/ 279298 h 904875"/>
              <a:gd name="connsiteX79" fmla="*/ 4477307 w 4917659"/>
              <a:gd name="connsiteY79" fmla="*/ 622780 h 904875"/>
              <a:gd name="connsiteX80" fmla="*/ 4602700 w 4917659"/>
              <a:gd name="connsiteY80" fmla="*/ 279298 h 904875"/>
              <a:gd name="connsiteX81" fmla="*/ 4630981 w 4917659"/>
              <a:gd name="connsiteY81" fmla="*/ 258982 h 904875"/>
              <a:gd name="connsiteX82" fmla="*/ 4708427 w 4917659"/>
              <a:gd name="connsiteY82" fmla="*/ 258982 h 904875"/>
              <a:gd name="connsiteX83" fmla="*/ 4736089 w 4917659"/>
              <a:gd name="connsiteY83" fmla="*/ 279298 h 904875"/>
              <a:gd name="connsiteX84" fmla="*/ 4915587 w 4917659"/>
              <a:gd name="connsiteY84" fmla="*/ 749586 h 904875"/>
              <a:gd name="connsiteX85" fmla="*/ 1941664 w 4917659"/>
              <a:gd name="connsiteY85" fmla="*/ 258982 h 904875"/>
              <a:gd name="connsiteX86" fmla="*/ 1877735 w 4917659"/>
              <a:gd name="connsiteY86" fmla="*/ 258982 h 904875"/>
              <a:gd name="connsiteX87" fmla="*/ 1853148 w 4917659"/>
              <a:gd name="connsiteY87" fmla="*/ 283613 h 904875"/>
              <a:gd name="connsiteX88" fmla="*/ 1853148 w 4917659"/>
              <a:gd name="connsiteY88" fmla="*/ 326695 h 904875"/>
              <a:gd name="connsiteX89" fmla="*/ 1684720 w 4917659"/>
              <a:gd name="connsiteY89" fmla="*/ 244208 h 904875"/>
              <a:gd name="connsiteX90" fmla="*/ 1424700 w 4917659"/>
              <a:gd name="connsiteY90" fmla="*/ 516290 h 904875"/>
              <a:gd name="connsiteX91" fmla="*/ 1683492 w 4917659"/>
              <a:gd name="connsiteY91" fmla="*/ 789600 h 904875"/>
              <a:gd name="connsiteX92" fmla="*/ 1853148 w 4917659"/>
              <a:gd name="connsiteY92" fmla="*/ 706495 h 904875"/>
              <a:gd name="connsiteX93" fmla="*/ 1853148 w 4917659"/>
              <a:gd name="connsiteY93" fmla="*/ 752053 h 904875"/>
              <a:gd name="connsiteX94" fmla="*/ 1877735 w 4917659"/>
              <a:gd name="connsiteY94" fmla="*/ 775437 h 904875"/>
              <a:gd name="connsiteX95" fmla="*/ 1941664 w 4917659"/>
              <a:gd name="connsiteY95" fmla="*/ 775437 h 904875"/>
              <a:gd name="connsiteX96" fmla="*/ 1965023 w 4917659"/>
              <a:gd name="connsiteY96" fmla="*/ 752053 h 904875"/>
              <a:gd name="connsiteX97" fmla="*/ 1965023 w 4917659"/>
              <a:gd name="connsiteY97" fmla="*/ 283613 h 904875"/>
              <a:gd name="connsiteX98" fmla="*/ 1941664 w 4917659"/>
              <a:gd name="connsiteY98" fmla="*/ 258982 h 904875"/>
              <a:gd name="connsiteX99" fmla="*/ 1696399 w 4917659"/>
              <a:gd name="connsiteY99" fmla="*/ 686187 h 904875"/>
              <a:gd name="connsiteX100" fmla="*/ 1538423 w 4917659"/>
              <a:gd name="connsiteY100" fmla="*/ 517519 h 904875"/>
              <a:gd name="connsiteX101" fmla="*/ 1696399 w 4917659"/>
              <a:gd name="connsiteY101" fmla="*/ 349469 h 904875"/>
              <a:gd name="connsiteX102" fmla="*/ 1854375 w 4917659"/>
              <a:gd name="connsiteY102" fmla="*/ 517519 h 904875"/>
              <a:gd name="connsiteX103" fmla="*/ 1696399 w 4917659"/>
              <a:gd name="connsiteY103" fmla="*/ 686187 h 904875"/>
              <a:gd name="connsiteX104" fmla="*/ 2697743 w 4917659"/>
              <a:gd name="connsiteY104" fmla="*/ 702190 h 904875"/>
              <a:gd name="connsiteX105" fmla="*/ 2692831 w 4917659"/>
              <a:gd name="connsiteY105" fmla="*/ 737889 h 904875"/>
              <a:gd name="connsiteX106" fmla="*/ 2526859 w 4917659"/>
              <a:gd name="connsiteY106" fmla="*/ 789600 h 904875"/>
              <a:gd name="connsiteX107" fmla="*/ 2260701 w 4917659"/>
              <a:gd name="connsiteY107" fmla="*/ 517519 h 904875"/>
              <a:gd name="connsiteX108" fmla="*/ 2526859 w 4917659"/>
              <a:gd name="connsiteY108" fmla="*/ 244208 h 904875"/>
              <a:gd name="connsiteX109" fmla="*/ 2692831 w 4917659"/>
              <a:gd name="connsiteY109" fmla="*/ 295301 h 904875"/>
              <a:gd name="connsiteX110" fmla="*/ 2697743 w 4917659"/>
              <a:gd name="connsiteY110" fmla="*/ 331010 h 904875"/>
              <a:gd name="connsiteX111" fmla="*/ 2667625 w 4917659"/>
              <a:gd name="connsiteY111" fmla="*/ 372863 h 904875"/>
              <a:gd name="connsiteX112" fmla="*/ 2630130 w 4917659"/>
              <a:gd name="connsiteY112" fmla="*/ 377177 h 904875"/>
              <a:gd name="connsiteX113" fmla="*/ 2530553 w 4917659"/>
              <a:gd name="connsiteY113" fmla="*/ 346393 h 904875"/>
              <a:gd name="connsiteX114" fmla="*/ 2374414 w 4917659"/>
              <a:gd name="connsiteY114" fmla="*/ 517519 h 904875"/>
              <a:gd name="connsiteX115" fmla="*/ 2530553 w 4917659"/>
              <a:gd name="connsiteY115" fmla="*/ 687416 h 904875"/>
              <a:gd name="connsiteX116" fmla="*/ 2628284 w 4917659"/>
              <a:gd name="connsiteY116" fmla="*/ 656022 h 904875"/>
              <a:gd name="connsiteX117" fmla="*/ 2665788 w 4917659"/>
              <a:gd name="connsiteY117" fmla="*/ 661565 h 904875"/>
              <a:gd name="connsiteX118" fmla="*/ 2697743 w 4917659"/>
              <a:gd name="connsiteY118" fmla="*/ 702190 h 904875"/>
              <a:gd name="connsiteX119" fmla="*/ 2996495 w 4917659"/>
              <a:gd name="connsiteY119" fmla="*/ 244827 h 904875"/>
              <a:gd name="connsiteX120" fmla="*/ 2726024 w 4917659"/>
              <a:gd name="connsiteY120" fmla="*/ 517519 h 904875"/>
              <a:gd name="connsiteX121" fmla="*/ 2996495 w 4917659"/>
              <a:gd name="connsiteY121" fmla="*/ 789600 h 904875"/>
              <a:gd name="connsiteX122" fmla="*/ 3267575 w 4917659"/>
              <a:gd name="connsiteY122" fmla="*/ 517519 h 904875"/>
              <a:gd name="connsiteX123" fmla="*/ 2996495 w 4917659"/>
              <a:gd name="connsiteY123" fmla="*/ 244827 h 904875"/>
              <a:gd name="connsiteX124" fmla="*/ 2996495 w 4917659"/>
              <a:gd name="connsiteY124" fmla="*/ 684949 h 904875"/>
              <a:gd name="connsiteX125" fmla="*/ 2838519 w 4917659"/>
              <a:gd name="connsiteY125" fmla="*/ 517519 h 904875"/>
              <a:gd name="connsiteX126" fmla="*/ 2996495 w 4917659"/>
              <a:gd name="connsiteY126" fmla="*/ 349469 h 904875"/>
              <a:gd name="connsiteX127" fmla="*/ 3154471 w 4917659"/>
              <a:gd name="connsiteY127" fmla="*/ 517519 h 904875"/>
              <a:gd name="connsiteX128" fmla="*/ 2996495 w 4917659"/>
              <a:gd name="connsiteY128" fmla="*/ 684949 h 904875"/>
              <a:gd name="connsiteX129" fmla="*/ 2163569 w 4917659"/>
              <a:gd name="connsiteY129" fmla="*/ 13989 h 904875"/>
              <a:gd name="connsiteX130" fmla="*/ 2187548 w 4917659"/>
              <a:gd name="connsiteY130" fmla="*/ 38611 h 904875"/>
              <a:gd name="connsiteX131" fmla="*/ 2187548 w 4917659"/>
              <a:gd name="connsiteY131" fmla="*/ 750815 h 904875"/>
              <a:gd name="connsiteX132" fmla="*/ 2163569 w 4917659"/>
              <a:gd name="connsiteY132" fmla="*/ 775437 h 904875"/>
              <a:gd name="connsiteX133" fmla="*/ 2100259 w 4917659"/>
              <a:gd name="connsiteY133" fmla="*/ 775437 h 904875"/>
              <a:gd name="connsiteX134" fmla="*/ 2075672 w 4917659"/>
              <a:gd name="connsiteY134" fmla="*/ 750815 h 904875"/>
              <a:gd name="connsiteX135" fmla="*/ 2075672 w 4917659"/>
              <a:gd name="connsiteY135" fmla="*/ 38611 h 904875"/>
              <a:gd name="connsiteX136" fmla="*/ 2100259 w 4917659"/>
              <a:gd name="connsiteY136" fmla="*/ 13989 h 904875"/>
              <a:gd name="connsiteX137" fmla="*/ 2163569 w 4917659"/>
              <a:gd name="connsiteY137" fmla="*/ 13989 h 904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Lst>
            <a:rect l="l" t="t" r="r" b="b"/>
            <a:pathLst>
              <a:path w="4917659" h="904875">
                <a:moveTo>
                  <a:pt x="1326970" y="258982"/>
                </a:moveTo>
                <a:cubicBezTo>
                  <a:pt x="1339877" y="258982"/>
                  <a:pt x="1351557" y="269450"/>
                  <a:pt x="1351557" y="283613"/>
                </a:cubicBezTo>
                <a:cubicBezTo>
                  <a:pt x="1351557" y="752053"/>
                  <a:pt x="1351557" y="752053"/>
                  <a:pt x="1351557" y="752053"/>
                </a:cubicBezTo>
                <a:cubicBezTo>
                  <a:pt x="1351557" y="764978"/>
                  <a:pt x="1339877" y="775437"/>
                  <a:pt x="1326970" y="775437"/>
                </a:cubicBezTo>
                <a:cubicBezTo>
                  <a:pt x="1263650" y="775437"/>
                  <a:pt x="1263650" y="775437"/>
                  <a:pt x="1263650" y="775437"/>
                </a:cubicBezTo>
                <a:cubicBezTo>
                  <a:pt x="1251361" y="775437"/>
                  <a:pt x="1239681" y="765588"/>
                  <a:pt x="1239681" y="752662"/>
                </a:cubicBezTo>
                <a:cubicBezTo>
                  <a:pt x="1239681" y="709581"/>
                  <a:pt x="1239681" y="709581"/>
                  <a:pt x="1239681" y="709581"/>
                </a:cubicBezTo>
                <a:cubicBezTo>
                  <a:pt x="1207717" y="756977"/>
                  <a:pt x="1153011" y="789600"/>
                  <a:pt x="1072481" y="789600"/>
                </a:cubicBezTo>
                <a:cubicBezTo>
                  <a:pt x="937864" y="789600"/>
                  <a:pt x="854878" y="700342"/>
                  <a:pt x="854878" y="568001"/>
                </a:cubicBezTo>
                <a:cubicBezTo>
                  <a:pt x="854878" y="282994"/>
                  <a:pt x="854878" y="282994"/>
                  <a:pt x="854878" y="282994"/>
                </a:cubicBezTo>
                <a:cubicBezTo>
                  <a:pt x="854878" y="269450"/>
                  <a:pt x="867167" y="258982"/>
                  <a:pt x="880084" y="258982"/>
                </a:cubicBezTo>
                <a:cubicBezTo>
                  <a:pt x="943395" y="258982"/>
                  <a:pt x="943395" y="258982"/>
                  <a:pt x="943395" y="258982"/>
                </a:cubicBezTo>
                <a:cubicBezTo>
                  <a:pt x="956302" y="258982"/>
                  <a:pt x="966754" y="269450"/>
                  <a:pt x="966754" y="282994"/>
                </a:cubicBezTo>
                <a:cubicBezTo>
                  <a:pt x="966754" y="549532"/>
                  <a:pt x="966754" y="549532"/>
                  <a:pt x="966754" y="549532"/>
                </a:cubicBezTo>
                <a:cubicBezTo>
                  <a:pt x="966754" y="635705"/>
                  <a:pt x="1012245" y="692341"/>
                  <a:pt x="1101371" y="692341"/>
                </a:cubicBezTo>
                <a:cubicBezTo>
                  <a:pt x="1188041" y="692341"/>
                  <a:pt x="1239681" y="633248"/>
                  <a:pt x="1239681" y="550761"/>
                </a:cubicBezTo>
                <a:cubicBezTo>
                  <a:pt x="1239681" y="282994"/>
                  <a:pt x="1239681" y="282994"/>
                  <a:pt x="1239681" y="282994"/>
                </a:cubicBezTo>
                <a:cubicBezTo>
                  <a:pt x="1239681" y="269450"/>
                  <a:pt x="1251361" y="258982"/>
                  <a:pt x="1263650" y="258982"/>
                </a:cubicBezTo>
                <a:cubicBezTo>
                  <a:pt x="1326970" y="258982"/>
                  <a:pt x="1326970" y="258982"/>
                  <a:pt x="1326970" y="258982"/>
                </a:cubicBezTo>
                <a:moveTo>
                  <a:pt x="392011" y="-165"/>
                </a:moveTo>
                <a:cubicBezTo>
                  <a:pt x="175017" y="-165"/>
                  <a:pt x="-169" y="168494"/>
                  <a:pt x="-169" y="394408"/>
                </a:cubicBezTo>
                <a:cubicBezTo>
                  <a:pt x="-169" y="620322"/>
                  <a:pt x="175017" y="789600"/>
                  <a:pt x="392011" y="789600"/>
                </a:cubicBezTo>
                <a:cubicBezTo>
                  <a:pt x="428887" y="789600"/>
                  <a:pt x="465154" y="784676"/>
                  <a:pt x="498966" y="775437"/>
                </a:cubicBezTo>
                <a:cubicBezTo>
                  <a:pt x="541382" y="885012"/>
                  <a:pt x="541382" y="885012"/>
                  <a:pt x="541382" y="885012"/>
                </a:cubicBezTo>
                <a:cubicBezTo>
                  <a:pt x="545684" y="897319"/>
                  <a:pt x="554290" y="904710"/>
                  <a:pt x="570272" y="904710"/>
                </a:cubicBezTo>
                <a:cubicBezTo>
                  <a:pt x="637885" y="904710"/>
                  <a:pt x="637885" y="904710"/>
                  <a:pt x="637885" y="904710"/>
                </a:cubicBezTo>
                <a:cubicBezTo>
                  <a:pt x="653867" y="904710"/>
                  <a:pt x="666166" y="893633"/>
                  <a:pt x="658170" y="873316"/>
                </a:cubicBezTo>
                <a:cubicBezTo>
                  <a:pt x="603464" y="729279"/>
                  <a:pt x="603464" y="729279"/>
                  <a:pt x="603464" y="729279"/>
                </a:cubicBezTo>
                <a:cubicBezTo>
                  <a:pt x="712266" y="660946"/>
                  <a:pt x="784191" y="539683"/>
                  <a:pt x="784191" y="394408"/>
                </a:cubicBezTo>
                <a:cubicBezTo>
                  <a:pt x="784191" y="168494"/>
                  <a:pt x="608995" y="-165"/>
                  <a:pt x="392011" y="-165"/>
                </a:cubicBezTo>
                <a:moveTo>
                  <a:pt x="562895" y="623399"/>
                </a:moveTo>
                <a:cubicBezTo>
                  <a:pt x="513101" y="494744"/>
                  <a:pt x="513101" y="494744"/>
                  <a:pt x="513101" y="494744"/>
                </a:cubicBezTo>
                <a:cubicBezTo>
                  <a:pt x="508799" y="483667"/>
                  <a:pt x="500194" y="474428"/>
                  <a:pt x="481137" y="474428"/>
                </a:cubicBezTo>
                <a:cubicBezTo>
                  <a:pt x="416598" y="474428"/>
                  <a:pt x="416598" y="474428"/>
                  <a:pt x="416598" y="474428"/>
                </a:cubicBezTo>
                <a:cubicBezTo>
                  <a:pt x="400616" y="474428"/>
                  <a:pt x="387708" y="484896"/>
                  <a:pt x="395085" y="505212"/>
                </a:cubicBezTo>
                <a:cubicBezTo>
                  <a:pt x="460243" y="674491"/>
                  <a:pt x="460243" y="674491"/>
                  <a:pt x="460243" y="674491"/>
                </a:cubicBezTo>
                <a:cubicBezTo>
                  <a:pt x="438730" y="680025"/>
                  <a:pt x="415980" y="683111"/>
                  <a:pt x="392011" y="683111"/>
                </a:cubicBezTo>
                <a:cubicBezTo>
                  <a:pt x="232797" y="683111"/>
                  <a:pt x="120312" y="558152"/>
                  <a:pt x="120312" y="394408"/>
                </a:cubicBezTo>
                <a:cubicBezTo>
                  <a:pt x="120312" y="231283"/>
                  <a:pt x="232797" y="106324"/>
                  <a:pt x="392011" y="106324"/>
                </a:cubicBezTo>
                <a:cubicBezTo>
                  <a:pt x="551215" y="106324"/>
                  <a:pt x="663710" y="231283"/>
                  <a:pt x="663710" y="394408"/>
                </a:cubicBezTo>
                <a:cubicBezTo>
                  <a:pt x="663710" y="489820"/>
                  <a:pt x="625596" y="571687"/>
                  <a:pt x="562895" y="623399"/>
                </a:cubicBezTo>
                <a:moveTo>
                  <a:pt x="4915587" y="749586"/>
                </a:moveTo>
                <a:cubicBezTo>
                  <a:pt x="4921118" y="762511"/>
                  <a:pt x="4914359" y="775437"/>
                  <a:pt x="4898377" y="775437"/>
                </a:cubicBezTo>
                <a:cubicBezTo>
                  <a:pt x="4827680" y="775437"/>
                  <a:pt x="4827680" y="775437"/>
                  <a:pt x="4827680" y="775437"/>
                </a:cubicBezTo>
                <a:cubicBezTo>
                  <a:pt x="4814772" y="775437"/>
                  <a:pt x="4803711" y="769284"/>
                  <a:pt x="4799409" y="756358"/>
                </a:cubicBezTo>
                <a:cubicBezTo>
                  <a:pt x="4668476" y="403028"/>
                  <a:pt x="4668476" y="403028"/>
                  <a:pt x="4668476" y="403028"/>
                </a:cubicBezTo>
                <a:cubicBezTo>
                  <a:pt x="4535087" y="756358"/>
                  <a:pt x="4535087" y="756358"/>
                  <a:pt x="4535087" y="756358"/>
                </a:cubicBezTo>
                <a:cubicBezTo>
                  <a:pt x="4529556" y="769903"/>
                  <a:pt x="4520333" y="775437"/>
                  <a:pt x="4507425" y="775437"/>
                </a:cubicBezTo>
                <a:cubicBezTo>
                  <a:pt x="4444114" y="775437"/>
                  <a:pt x="4444114" y="775437"/>
                  <a:pt x="4444114" y="775437"/>
                </a:cubicBezTo>
                <a:cubicBezTo>
                  <a:pt x="4431197" y="775437"/>
                  <a:pt x="4421365" y="769903"/>
                  <a:pt x="4415834" y="756358"/>
                </a:cubicBezTo>
                <a:cubicBezTo>
                  <a:pt x="4281827" y="401180"/>
                  <a:pt x="4281827" y="401180"/>
                  <a:pt x="4281827" y="401180"/>
                </a:cubicBezTo>
                <a:cubicBezTo>
                  <a:pt x="4149665" y="756358"/>
                  <a:pt x="4149665" y="756358"/>
                  <a:pt x="4149665" y="756358"/>
                </a:cubicBezTo>
                <a:cubicBezTo>
                  <a:pt x="4144135" y="769284"/>
                  <a:pt x="4134302" y="775437"/>
                  <a:pt x="4121394" y="775437"/>
                </a:cubicBezTo>
                <a:cubicBezTo>
                  <a:pt x="4055009" y="775437"/>
                  <a:pt x="4055009" y="775437"/>
                  <a:pt x="4055009" y="775437"/>
                </a:cubicBezTo>
                <a:cubicBezTo>
                  <a:pt x="4042092" y="775437"/>
                  <a:pt x="4032259" y="769284"/>
                  <a:pt x="4026729" y="756358"/>
                </a:cubicBezTo>
                <a:cubicBezTo>
                  <a:pt x="3895796" y="401180"/>
                  <a:pt x="3895796" y="401180"/>
                  <a:pt x="3895796" y="401180"/>
                </a:cubicBezTo>
                <a:cubicBezTo>
                  <a:pt x="3760560" y="756358"/>
                  <a:pt x="3760560" y="756358"/>
                  <a:pt x="3760560" y="756358"/>
                </a:cubicBezTo>
                <a:cubicBezTo>
                  <a:pt x="3755030" y="769903"/>
                  <a:pt x="3745197" y="775437"/>
                  <a:pt x="3732289" y="775437"/>
                </a:cubicBezTo>
                <a:cubicBezTo>
                  <a:pt x="3668969" y="775437"/>
                  <a:pt x="3668969" y="775437"/>
                  <a:pt x="3668969" y="775437"/>
                </a:cubicBezTo>
                <a:cubicBezTo>
                  <a:pt x="3656061" y="775437"/>
                  <a:pt x="3646228" y="769903"/>
                  <a:pt x="3641317" y="756358"/>
                </a:cubicBezTo>
                <a:cubicBezTo>
                  <a:pt x="3509156" y="401180"/>
                  <a:pt x="3509156" y="401180"/>
                  <a:pt x="3509156" y="401180"/>
                </a:cubicBezTo>
                <a:cubicBezTo>
                  <a:pt x="3376995" y="756358"/>
                  <a:pt x="3376995" y="756358"/>
                  <a:pt x="3376995" y="756358"/>
                </a:cubicBezTo>
                <a:cubicBezTo>
                  <a:pt x="3372692" y="769284"/>
                  <a:pt x="3361622" y="775437"/>
                  <a:pt x="3348714" y="775437"/>
                </a:cubicBezTo>
                <a:cubicBezTo>
                  <a:pt x="3279873" y="775437"/>
                  <a:pt x="3279873" y="775437"/>
                  <a:pt x="3279873" y="775437"/>
                </a:cubicBezTo>
                <a:cubicBezTo>
                  <a:pt x="3263881" y="775437"/>
                  <a:pt x="3257742" y="762511"/>
                  <a:pt x="3262653" y="749586"/>
                </a:cubicBezTo>
                <a:cubicBezTo>
                  <a:pt x="3442152" y="279298"/>
                  <a:pt x="3442152" y="279298"/>
                  <a:pt x="3442152" y="279298"/>
                </a:cubicBezTo>
                <a:cubicBezTo>
                  <a:pt x="3447683" y="265754"/>
                  <a:pt x="3457515" y="258982"/>
                  <a:pt x="3470423" y="258982"/>
                </a:cubicBezTo>
                <a:cubicBezTo>
                  <a:pt x="3547879" y="258982"/>
                  <a:pt x="3547879" y="258982"/>
                  <a:pt x="3547879" y="258982"/>
                </a:cubicBezTo>
                <a:cubicBezTo>
                  <a:pt x="3560786" y="258982"/>
                  <a:pt x="3570010" y="265754"/>
                  <a:pt x="3575541" y="279298"/>
                </a:cubicBezTo>
                <a:cubicBezTo>
                  <a:pt x="3702171" y="622780"/>
                  <a:pt x="3702171" y="622780"/>
                  <a:pt x="3702171" y="622780"/>
                </a:cubicBezTo>
                <a:cubicBezTo>
                  <a:pt x="3830029" y="279298"/>
                  <a:pt x="3830029" y="279298"/>
                  <a:pt x="3830029" y="279298"/>
                </a:cubicBezTo>
                <a:cubicBezTo>
                  <a:pt x="3835560" y="265754"/>
                  <a:pt x="3845393" y="258982"/>
                  <a:pt x="3858300" y="258982"/>
                </a:cubicBezTo>
                <a:cubicBezTo>
                  <a:pt x="3934528" y="258982"/>
                  <a:pt x="3934528" y="258982"/>
                  <a:pt x="3934528" y="258982"/>
                </a:cubicBezTo>
                <a:cubicBezTo>
                  <a:pt x="3947436" y="258982"/>
                  <a:pt x="3957269" y="265754"/>
                  <a:pt x="3962181" y="279298"/>
                </a:cubicBezTo>
                <a:cubicBezTo>
                  <a:pt x="4089430" y="622780"/>
                  <a:pt x="4089430" y="622780"/>
                  <a:pt x="4089430" y="622780"/>
                </a:cubicBezTo>
                <a:cubicBezTo>
                  <a:pt x="4216060" y="279298"/>
                  <a:pt x="4216060" y="279298"/>
                  <a:pt x="4216060" y="279298"/>
                </a:cubicBezTo>
                <a:cubicBezTo>
                  <a:pt x="4221591" y="265754"/>
                  <a:pt x="4230805" y="258982"/>
                  <a:pt x="4243722" y="258982"/>
                </a:cubicBezTo>
                <a:cubicBezTo>
                  <a:pt x="4320559" y="258982"/>
                  <a:pt x="4320559" y="258982"/>
                  <a:pt x="4320559" y="258982"/>
                </a:cubicBezTo>
                <a:cubicBezTo>
                  <a:pt x="4332848" y="258982"/>
                  <a:pt x="4342681" y="265754"/>
                  <a:pt x="4348221" y="279298"/>
                </a:cubicBezTo>
                <a:cubicBezTo>
                  <a:pt x="4477307" y="622780"/>
                  <a:pt x="4477307" y="622780"/>
                  <a:pt x="4477307" y="622780"/>
                </a:cubicBezTo>
                <a:cubicBezTo>
                  <a:pt x="4602700" y="279298"/>
                  <a:pt x="4602700" y="279298"/>
                  <a:pt x="4602700" y="279298"/>
                </a:cubicBezTo>
                <a:cubicBezTo>
                  <a:pt x="4608231" y="265754"/>
                  <a:pt x="4618073" y="258982"/>
                  <a:pt x="4630981" y="258982"/>
                </a:cubicBezTo>
                <a:cubicBezTo>
                  <a:pt x="4708427" y="258982"/>
                  <a:pt x="4708427" y="258982"/>
                  <a:pt x="4708427" y="258982"/>
                </a:cubicBezTo>
                <a:cubicBezTo>
                  <a:pt x="4721344" y="258982"/>
                  <a:pt x="4730558" y="265754"/>
                  <a:pt x="4736089" y="279298"/>
                </a:cubicBezTo>
                <a:cubicBezTo>
                  <a:pt x="4915587" y="749586"/>
                  <a:pt x="4915587" y="749586"/>
                  <a:pt x="4915587" y="749586"/>
                </a:cubicBezTo>
                <a:moveTo>
                  <a:pt x="1941664" y="258982"/>
                </a:moveTo>
                <a:cubicBezTo>
                  <a:pt x="1877735" y="258982"/>
                  <a:pt x="1877735" y="258982"/>
                  <a:pt x="1877735" y="258982"/>
                </a:cubicBezTo>
                <a:cubicBezTo>
                  <a:pt x="1865446" y="258982"/>
                  <a:pt x="1853148" y="269450"/>
                  <a:pt x="1853148" y="283613"/>
                </a:cubicBezTo>
                <a:cubicBezTo>
                  <a:pt x="1853148" y="326695"/>
                  <a:pt x="1853148" y="326695"/>
                  <a:pt x="1853148" y="326695"/>
                </a:cubicBezTo>
                <a:cubicBezTo>
                  <a:pt x="1821183" y="278070"/>
                  <a:pt x="1758491" y="244208"/>
                  <a:pt x="1684720" y="244208"/>
                </a:cubicBezTo>
                <a:cubicBezTo>
                  <a:pt x="1545182" y="244208"/>
                  <a:pt x="1424700" y="355013"/>
                  <a:pt x="1424700" y="516290"/>
                </a:cubicBezTo>
                <a:cubicBezTo>
                  <a:pt x="1424700" y="680025"/>
                  <a:pt x="1545182" y="789600"/>
                  <a:pt x="1683492" y="789600"/>
                </a:cubicBezTo>
                <a:cubicBezTo>
                  <a:pt x="1758491" y="789600"/>
                  <a:pt x="1819955" y="755129"/>
                  <a:pt x="1853148" y="706495"/>
                </a:cubicBezTo>
                <a:cubicBezTo>
                  <a:pt x="1853148" y="752053"/>
                  <a:pt x="1853148" y="752053"/>
                  <a:pt x="1853148" y="752053"/>
                </a:cubicBezTo>
                <a:cubicBezTo>
                  <a:pt x="1853148" y="764978"/>
                  <a:pt x="1865446" y="775437"/>
                  <a:pt x="1877735" y="775437"/>
                </a:cubicBezTo>
                <a:cubicBezTo>
                  <a:pt x="1941664" y="775437"/>
                  <a:pt x="1941664" y="775437"/>
                  <a:pt x="1941664" y="775437"/>
                </a:cubicBezTo>
                <a:cubicBezTo>
                  <a:pt x="1954572" y="775437"/>
                  <a:pt x="1965023" y="764978"/>
                  <a:pt x="1965023" y="752053"/>
                </a:cubicBezTo>
                <a:cubicBezTo>
                  <a:pt x="1965023" y="283613"/>
                  <a:pt x="1965023" y="283613"/>
                  <a:pt x="1965023" y="283613"/>
                </a:cubicBezTo>
                <a:cubicBezTo>
                  <a:pt x="1965023" y="269450"/>
                  <a:pt x="1954572" y="258982"/>
                  <a:pt x="1941664" y="258982"/>
                </a:cubicBezTo>
                <a:moveTo>
                  <a:pt x="1696399" y="686187"/>
                </a:moveTo>
                <a:cubicBezTo>
                  <a:pt x="1604199" y="686187"/>
                  <a:pt x="1538423" y="611083"/>
                  <a:pt x="1538423" y="517519"/>
                </a:cubicBezTo>
                <a:cubicBezTo>
                  <a:pt x="1538423" y="422726"/>
                  <a:pt x="1604199" y="349469"/>
                  <a:pt x="1696399" y="349469"/>
                </a:cubicBezTo>
                <a:cubicBezTo>
                  <a:pt x="1787990" y="349469"/>
                  <a:pt x="1854375" y="422726"/>
                  <a:pt x="1854375" y="517519"/>
                </a:cubicBezTo>
                <a:cubicBezTo>
                  <a:pt x="1854375" y="611083"/>
                  <a:pt x="1787990" y="686187"/>
                  <a:pt x="1696399" y="686187"/>
                </a:cubicBezTo>
                <a:moveTo>
                  <a:pt x="2697743" y="702190"/>
                </a:moveTo>
                <a:cubicBezTo>
                  <a:pt x="2711888" y="719430"/>
                  <a:pt x="2700209" y="732355"/>
                  <a:pt x="2692831" y="737889"/>
                </a:cubicBezTo>
                <a:cubicBezTo>
                  <a:pt x="2648568" y="771131"/>
                  <a:pt x="2590179" y="789600"/>
                  <a:pt x="2526859" y="789600"/>
                </a:cubicBezTo>
                <a:cubicBezTo>
                  <a:pt x="2367036" y="789600"/>
                  <a:pt x="2260701" y="672024"/>
                  <a:pt x="2260701" y="517519"/>
                </a:cubicBezTo>
                <a:cubicBezTo>
                  <a:pt x="2260701" y="362404"/>
                  <a:pt x="2367036" y="244208"/>
                  <a:pt x="2526859" y="244208"/>
                </a:cubicBezTo>
                <a:cubicBezTo>
                  <a:pt x="2590179" y="244208"/>
                  <a:pt x="2648568" y="262068"/>
                  <a:pt x="2692831" y="295301"/>
                </a:cubicBezTo>
                <a:cubicBezTo>
                  <a:pt x="2700209" y="300844"/>
                  <a:pt x="2710660" y="312541"/>
                  <a:pt x="2697743" y="331010"/>
                </a:cubicBezTo>
                <a:cubicBezTo>
                  <a:pt x="2667625" y="372863"/>
                  <a:pt x="2667625" y="372863"/>
                  <a:pt x="2667625" y="372863"/>
                </a:cubicBezTo>
                <a:cubicBezTo>
                  <a:pt x="2655946" y="389484"/>
                  <a:pt x="2641810" y="385178"/>
                  <a:pt x="2630130" y="377177"/>
                </a:cubicBezTo>
                <a:cubicBezTo>
                  <a:pt x="2602468" y="359937"/>
                  <a:pt x="2568657" y="346393"/>
                  <a:pt x="2530553" y="346393"/>
                </a:cubicBezTo>
                <a:cubicBezTo>
                  <a:pt x="2436496" y="346393"/>
                  <a:pt x="2374414" y="421497"/>
                  <a:pt x="2374414" y="517519"/>
                </a:cubicBezTo>
                <a:cubicBezTo>
                  <a:pt x="2374414" y="612931"/>
                  <a:pt x="2436496" y="687416"/>
                  <a:pt x="2530553" y="687416"/>
                </a:cubicBezTo>
                <a:cubicBezTo>
                  <a:pt x="2568657" y="687416"/>
                  <a:pt x="2600012" y="672024"/>
                  <a:pt x="2628284" y="656022"/>
                </a:cubicBezTo>
                <a:cubicBezTo>
                  <a:pt x="2639963" y="649869"/>
                  <a:pt x="2652871" y="644325"/>
                  <a:pt x="2665788" y="661565"/>
                </a:cubicBezTo>
                <a:lnTo>
                  <a:pt x="2697743" y="702190"/>
                </a:lnTo>
                <a:close/>
                <a:moveTo>
                  <a:pt x="2996495" y="244827"/>
                </a:moveTo>
                <a:cubicBezTo>
                  <a:pt x="2845886" y="244827"/>
                  <a:pt x="2726024" y="363633"/>
                  <a:pt x="2726024" y="517519"/>
                </a:cubicBezTo>
                <a:cubicBezTo>
                  <a:pt x="2726024" y="672024"/>
                  <a:pt x="2845886" y="789600"/>
                  <a:pt x="2996495" y="789600"/>
                </a:cubicBezTo>
                <a:cubicBezTo>
                  <a:pt x="3147094" y="789600"/>
                  <a:pt x="3267575" y="672024"/>
                  <a:pt x="3267575" y="517519"/>
                </a:cubicBezTo>
                <a:cubicBezTo>
                  <a:pt x="3267575" y="363633"/>
                  <a:pt x="3147094" y="244827"/>
                  <a:pt x="2996495" y="244827"/>
                </a:cubicBezTo>
                <a:moveTo>
                  <a:pt x="2996495" y="684949"/>
                </a:moveTo>
                <a:cubicBezTo>
                  <a:pt x="2904285" y="684949"/>
                  <a:pt x="2838519" y="611083"/>
                  <a:pt x="2838519" y="517519"/>
                </a:cubicBezTo>
                <a:cubicBezTo>
                  <a:pt x="2838519" y="422726"/>
                  <a:pt x="2904285" y="349469"/>
                  <a:pt x="2996495" y="349469"/>
                </a:cubicBezTo>
                <a:cubicBezTo>
                  <a:pt x="3089314" y="349469"/>
                  <a:pt x="3154471" y="422726"/>
                  <a:pt x="3154471" y="517519"/>
                </a:cubicBezTo>
                <a:cubicBezTo>
                  <a:pt x="3154471" y="611083"/>
                  <a:pt x="3089314" y="684949"/>
                  <a:pt x="2996495" y="684949"/>
                </a:cubicBezTo>
                <a:moveTo>
                  <a:pt x="2163569" y="13989"/>
                </a:moveTo>
                <a:cubicBezTo>
                  <a:pt x="2177715" y="13989"/>
                  <a:pt x="2187548" y="25686"/>
                  <a:pt x="2187548" y="38611"/>
                </a:cubicBezTo>
                <a:cubicBezTo>
                  <a:pt x="2187548" y="750815"/>
                  <a:pt x="2187548" y="750815"/>
                  <a:pt x="2187548" y="750815"/>
                </a:cubicBezTo>
                <a:cubicBezTo>
                  <a:pt x="2187548" y="763750"/>
                  <a:pt x="2177715" y="775437"/>
                  <a:pt x="2163569" y="775437"/>
                </a:cubicBezTo>
                <a:cubicBezTo>
                  <a:pt x="2100259" y="775437"/>
                  <a:pt x="2100259" y="775437"/>
                  <a:pt x="2100259" y="775437"/>
                </a:cubicBezTo>
                <a:cubicBezTo>
                  <a:pt x="2087351" y="775437"/>
                  <a:pt x="2075672" y="763750"/>
                  <a:pt x="2075672" y="750815"/>
                </a:cubicBezTo>
                <a:cubicBezTo>
                  <a:pt x="2075672" y="38611"/>
                  <a:pt x="2075672" y="38611"/>
                  <a:pt x="2075672" y="38611"/>
                </a:cubicBezTo>
                <a:cubicBezTo>
                  <a:pt x="2075672" y="25686"/>
                  <a:pt x="2087351" y="13989"/>
                  <a:pt x="2100259" y="13989"/>
                </a:cubicBezTo>
                <a:cubicBezTo>
                  <a:pt x="2163569" y="13989"/>
                  <a:pt x="2163569" y="13989"/>
                  <a:pt x="2163569" y="13989"/>
                </a:cubicBezTo>
              </a:path>
            </a:pathLst>
          </a:custGeom>
          <a:solidFill>
            <a:schemeClr val="tx1"/>
          </a:solidFill>
          <a:ln w="9507" cap="flat">
            <a:noFill/>
            <a:prstDash val="solid"/>
            <a:miter/>
          </a:ln>
        </p:spPr>
        <p:txBody>
          <a:bodyPr rtlCol="0" anchor="ctr"/>
          <a:lstStyle/>
          <a:p>
            <a:endParaRPr lang="en-US"/>
          </a:p>
        </p:txBody>
      </p:sp>
      <p:sp>
        <p:nvSpPr>
          <p:cNvPr id="4" name="Title 2">
            <a:extLst>
              <a:ext uri="{FF2B5EF4-FFF2-40B4-BE49-F238E27FC236}">
                <a16:creationId xmlns:a16="http://schemas.microsoft.com/office/drawing/2014/main" id="{AE26A26D-3BB6-3DA7-C72C-3F2C422C0EEE}"/>
              </a:ext>
            </a:extLst>
          </p:cNvPr>
          <p:cNvSpPr>
            <a:spLocks noGrp="1"/>
          </p:cNvSpPr>
          <p:nvPr>
            <p:ph type="title" hasCustomPrompt="1"/>
          </p:nvPr>
        </p:nvSpPr>
        <p:spPr bwMode="gray">
          <a:xfrm>
            <a:off x="515939" y="1628775"/>
            <a:ext cx="4787900" cy="2160588"/>
          </a:xfrm>
        </p:spPr>
        <p:txBody>
          <a:bodyPr wrap="square" anchor="b">
            <a:noAutofit/>
          </a:bodyPr>
          <a:lstStyle>
            <a:lvl1pPr marL="0" algn="l" defTabSz="914400" rtl="0" eaLnBrk="1" latinLnBrk="0" hangingPunct="1">
              <a:lnSpc>
                <a:spcPct val="80000"/>
              </a:lnSpc>
              <a:defRPr lang="en-US" sz="48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4800" spc="-110">
                <a:solidFill>
                  <a:srgbClr val="FFFFFE"/>
                </a:solidFill>
                <a:ea typeface="Alfabet" pitchFamily="2" charset="0"/>
                <a:cs typeface="Microsoft Sans Serif" panose="020B0604020202020204" pitchFamily="34" charset="0"/>
              </a:rPr>
              <a:t>Presentation </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title goes here</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4 lines</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maximum</a:t>
            </a:r>
            <a:endParaRPr lang="en-US"/>
          </a:p>
        </p:txBody>
      </p:sp>
      <p:sp>
        <p:nvSpPr>
          <p:cNvPr id="5" name="Text Placeholder 22">
            <a:extLst>
              <a:ext uri="{FF2B5EF4-FFF2-40B4-BE49-F238E27FC236}">
                <a16:creationId xmlns:a16="http://schemas.microsoft.com/office/drawing/2014/main" id="{39A1C756-596E-F77D-84E5-F1DB03F7856F}"/>
              </a:ext>
            </a:extLst>
          </p:cNvPr>
          <p:cNvSpPr>
            <a:spLocks noGrp="1"/>
          </p:cNvSpPr>
          <p:nvPr>
            <p:ph type="body" sz="quarter" idx="13" hasCustomPrompt="1"/>
          </p:nvPr>
        </p:nvSpPr>
        <p:spPr>
          <a:xfrm>
            <a:off x="515938" y="4518160"/>
            <a:ext cx="4787899" cy="263149"/>
          </a:xfrm>
        </p:spPr>
        <p:txBody>
          <a:bodyPr wrap="square" anchor="t">
            <a:noAutofit/>
          </a:bodyPr>
          <a:lstStyle>
            <a:lvl1pPr marL="0" indent="0">
              <a:buNone/>
              <a:defRPr sz="1600" spc="0">
                <a:solidFill>
                  <a:schemeClr val="tx1"/>
                </a:solidFill>
              </a:defRPr>
            </a:lvl1pPr>
          </a:lstStyle>
          <a:p>
            <a:pPr lvl="0"/>
            <a:r>
              <a:rPr lang="en-US"/>
              <a:t>Speaker title, Employing entity</a:t>
            </a:r>
          </a:p>
        </p:txBody>
      </p:sp>
      <p:grpSp>
        <p:nvGrpSpPr>
          <p:cNvPr id="16" name="Group 15">
            <a:extLst>
              <a:ext uri="{FF2B5EF4-FFF2-40B4-BE49-F238E27FC236}">
                <a16:creationId xmlns:a16="http://schemas.microsoft.com/office/drawing/2014/main" id="{8E16927F-82CD-278F-FF9D-C6A28CC273C4}"/>
              </a:ext>
            </a:extLst>
          </p:cNvPr>
          <p:cNvGrpSpPr/>
          <p:nvPr userDrawn="1"/>
        </p:nvGrpSpPr>
        <p:grpSpPr>
          <a:xfrm>
            <a:off x="12290489" y="-1"/>
            <a:ext cx="2910882" cy="6858001"/>
            <a:chOff x="12290489" y="-1"/>
            <a:chExt cx="2910882" cy="6858001"/>
          </a:xfrm>
        </p:grpSpPr>
        <p:sp>
          <p:nvSpPr>
            <p:cNvPr id="8" name="Rectangle 7">
              <a:extLst>
                <a:ext uri="{FF2B5EF4-FFF2-40B4-BE49-F238E27FC236}">
                  <a16:creationId xmlns:a16="http://schemas.microsoft.com/office/drawing/2014/main" id="{7CF50A69-0086-3DFD-F8A1-D5E846AB33E5}"/>
                </a:ext>
              </a:extLst>
            </p:cNvPr>
            <p:cNvSpPr/>
            <p:nvPr userDrawn="1"/>
          </p:nvSpPr>
          <p:spPr>
            <a:xfrm>
              <a:off x="12290489" y="-1"/>
              <a:ext cx="2735151" cy="6858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latin typeface="Aptos" panose="020B0004020202020204" pitchFamily="34" charset="0"/>
                <a:cs typeface="Aparajita" panose="02020603050405020304" pitchFamily="18" charset="0"/>
              </a:endParaRPr>
            </a:p>
          </p:txBody>
        </p:sp>
        <p:grpSp>
          <p:nvGrpSpPr>
            <p:cNvPr id="15" name="Group 14">
              <a:extLst>
                <a:ext uri="{FF2B5EF4-FFF2-40B4-BE49-F238E27FC236}">
                  <a16:creationId xmlns:a16="http://schemas.microsoft.com/office/drawing/2014/main" id="{77113677-2D7C-DD8C-5EFC-327EE41809C0}"/>
                </a:ext>
              </a:extLst>
            </p:cNvPr>
            <p:cNvGrpSpPr/>
            <p:nvPr userDrawn="1"/>
          </p:nvGrpSpPr>
          <p:grpSpPr>
            <a:xfrm>
              <a:off x="12429548" y="173148"/>
              <a:ext cx="2771823" cy="5642861"/>
              <a:chOff x="12429548" y="173148"/>
              <a:chExt cx="2771823" cy="5642861"/>
            </a:xfrm>
          </p:grpSpPr>
          <p:grpSp>
            <p:nvGrpSpPr>
              <p:cNvPr id="7" name="Group 6">
                <a:extLst>
                  <a:ext uri="{FF2B5EF4-FFF2-40B4-BE49-F238E27FC236}">
                    <a16:creationId xmlns:a16="http://schemas.microsoft.com/office/drawing/2014/main" id="{159C415E-F380-7375-5AD3-2E9ACD4DF94C}"/>
                  </a:ext>
                </a:extLst>
              </p:cNvPr>
              <p:cNvGrpSpPr/>
              <p:nvPr userDrawn="1"/>
            </p:nvGrpSpPr>
            <p:grpSpPr>
              <a:xfrm>
                <a:off x="12449814" y="173148"/>
                <a:ext cx="2751557" cy="2005214"/>
                <a:chOff x="12449814" y="173148"/>
                <a:chExt cx="2751557" cy="2005214"/>
              </a:xfrm>
            </p:grpSpPr>
            <p:grpSp>
              <p:nvGrpSpPr>
                <p:cNvPr id="2" name="Group 1">
                  <a:extLst>
                    <a:ext uri="{FF2B5EF4-FFF2-40B4-BE49-F238E27FC236}">
                      <a16:creationId xmlns:a16="http://schemas.microsoft.com/office/drawing/2014/main" id="{5D4D145D-9446-D229-C022-A3ECE1F64AB9}"/>
                    </a:ext>
                  </a:extLst>
                </p:cNvPr>
                <p:cNvGrpSpPr/>
                <p:nvPr userDrawn="1"/>
              </p:nvGrpSpPr>
              <p:grpSpPr>
                <a:xfrm>
                  <a:off x="12449814" y="173148"/>
                  <a:ext cx="1534074" cy="249864"/>
                  <a:chOff x="12449814" y="173148"/>
                  <a:chExt cx="1534074" cy="249864"/>
                </a:xfrm>
              </p:grpSpPr>
              <p:sp>
                <p:nvSpPr>
                  <p:cNvPr id="9" name="TextBox 8">
                    <a:extLst>
                      <a:ext uri="{FF2B5EF4-FFF2-40B4-BE49-F238E27FC236}">
                        <a16:creationId xmlns:a16="http://schemas.microsoft.com/office/drawing/2014/main" id="{A3057112-442E-4CD7-B1AB-27BCA434F0CD}"/>
                      </a:ext>
                    </a:extLst>
                  </p:cNvPr>
                  <p:cNvSpPr txBox="1"/>
                  <p:nvPr userDrawn="1"/>
                </p:nvSpPr>
                <p:spPr>
                  <a:xfrm>
                    <a:off x="12449814" y="173148"/>
                    <a:ext cx="1534074"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lvl="0"/>
                    <a:r>
                      <a:rPr lang="en-US" b="1">
                        <a:solidFill>
                          <a:schemeClr val="bg1"/>
                        </a:solidFill>
                        <a:latin typeface="Aptos" panose="020B0004020202020204" pitchFamily="34" charset="0"/>
                        <a:cs typeface="Aparajita" panose="02020603050405020304" pitchFamily="18" charset="0"/>
                      </a:rPr>
                      <a:t>HOW TO ADD AN IMAGE</a:t>
                    </a:r>
                  </a:p>
                </p:txBody>
              </p:sp>
              <p:cxnSp>
                <p:nvCxnSpPr>
                  <p:cNvPr id="10" name="Straight Connector 9">
                    <a:extLst>
                      <a:ext uri="{FF2B5EF4-FFF2-40B4-BE49-F238E27FC236}">
                        <a16:creationId xmlns:a16="http://schemas.microsoft.com/office/drawing/2014/main" id="{7E6860D8-A0E2-7509-3307-FE6ABC7193BB}"/>
                      </a:ext>
                    </a:extLst>
                  </p:cNvPr>
                  <p:cNvCxnSpPr>
                    <a:cxnSpLocks/>
                  </p:cNvCxnSpPr>
                  <p:nvPr userDrawn="1"/>
                </p:nvCxnSpPr>
                <p:spPr>
                  <a:xfrm>
                    <a:off x="12449814" y="423012"/>
                    <a:ext cx="270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8C0ED071-E3D5-D617-0311-6EA1B0C02087}"/>
                    </a:ext>
                  </a:extLst>
                </p:cNvPr>
                <p:cNvGrpSpPr/>
                <p:nvPr userDrawn="1"/>
              </p:nvGrpSpPr>
              <p:grpSpPr>
                <a:xfrm>
                  <a:off x="12449814" y="545515"/>
                  <a:ext cx="2751557" cy="1632847"/>
                  <a:chOff x="12449814" y="545515"/>
                  <a:chExt cx="2751557" cy="1632847"/>
                </a:xfrm>
              </p:grpSpPr>
              <p:sp>
                <p:nvSpPr>
                  <p:cNvPr id="11" name="TextBox 10">
                    <a:extLst>
                      <a:ext uri="{FF2B5EF4-FFF2-40B4-BE49-F238E27FC236}">
                        <a16:creationId xmlns:a16="http://schemas.microsoft.com/office/drawing/2014/main" id="{16DA6383-5AF6-171A-518D-549F73EC7D6A}"/>
                      </a:ext>
                    </a:extLst>
                  </p:cNvPr>
                  <p:cNvSpPr txBox="1"/>
                  <p:nvPr userDrawn="1"/>
                </p:nvSpPr>
                <p:spPr>
                  <a:xfrm>
                    <a:off x="12614407" y="1281322"/>
                    <a:ext cx="1828957" cy="89704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b="1">
                        <a:latin typeface="Aptos" panose="020B0004020202020204" pitchFamily="34" charset="0"/>
                        <a:cs typeface="Aparajita" panose="02020603050405020304" pitchFamily="18" charset="0"/>
                      </a:rPr>
                      <a:t>Method 1: </a:t>
                    </a:r>
                    <a:r>
                      <a:rPr lang="en-US" sz="600" b="0">
                        <a:latin typeface="Aptos" panose="020B0004020202020204" pitchFamily="34" charset="0"/>
                        <a:cs typeface="Aparajita" panose="02020603050405020304" pitchFamily="18" charset="0"/>
                      </a:rPr>
                      <a:t>from file browser</a:t>
                    </a:r>
                  </a:p>
                  <a:p>
                    <a:pPr lvl="1">
                      <a:buNone/>
                    </a:pPr>
                    <a:r>
                      <a:rPr lang="en-US" sz="1050">
                        <a:latin typeface="Aptos" panose="020B0004020202020204" pitchFamily="34" charset="0"/>
                        <a:cs typeface="Aparajita" panose="02020603050405020304" pitchFamily="18" charset="0"/>
                      </a:rPr>
                      <a:t>Drag the image onto the slide.</a:t>
                    </a:r>
                  </a:p>
                  <a:p>
                    <a:pPr marL="0" marR="0" lvl="1" indent="0" algn="l" defTabSz="914400" rtl="0" eaLnBrk="1" fontAlgn="auto" latinLnBrk="0" hangingPunct="1">
                      <a:lnSpc>
                        <a:spcPct val="90000"/>
                      </a:lnSpc>
                      <a:spcBef>
                        <a:spcPts val="0"/>
                      </a:spcBef>
                      <a:spcAft>
                        <a:spcPts val="300"/>
                      </a:spcAft>
                      <a:buClrTx/>
                      <a:buSzTx/>
                      <a:buFontTx/>
                      <a:buNone/>
                      <a:tabLst/>
                      <a:defRPr/>
                    </a:pPr>
                    <a:r>
                      <a:rPr lang="en-US" sz="700">
                        <a:latin typeface="Aptos" panose="020B0004020202020204" pitchFamily="34" charset="0"/>
                        <a:cs typeface="Aparajita" panose="02020603050405020304" pitchFamily="18" charset="0"/>
                      </a:rPr>
                      <a:t>Note: The image placeholder is on the bottom. To change and existing image, select the overlay, right-click &gt; </a:t>
                    </a:r>
                    <a:r>
                      <a:rPr lang="en-US" sz="700" i="1">
                        <a:latin typeface="Aptos" panose="020B0004020202020204" pitchFamily="34" charset="0"/>
                        <a:cs typeface="Aparajita" panose="02020603050405020304" pitchFamily="18" charset="0"/>
                      </a:rPr>
                      <a:t>Send to Back…</a:t>
                    </a:r>
                    <a:r>
                      <a:rPr lang="en-US" sz="700">
                        <a:latin typeface="Aptos" panose="020B0004020202020204" pitchFamily="34" charset="0"/>
                        <a:cs typeface="Aparajita" panose="02020603050405020304" pitchFamily="18" charset="0"/>
                      </a:rPr>
                      <a:t> &gt; Send to Back. Next, use the tip below to change the image. Then, reset the slide or send the image to the back again.</a:t>
                    </a:r>
                    <a:endParaRPr lang="en-US" sz="1000">
                      <a:latin typeface="Aptos" panose="020B0004020202020204" pitchFamily="34" charset="0"/>
                      <a:cs typeface="Aparajita" panose="02020603050405020304" pitchFamily="18" charset="0"/>
                    </a:endParaRPr>
                  </a:p>
                </p:txBody>
              </p:sp>
              <p:sp>
                <p:nvSpPr>
                  <p:cNvPr id="12" name="TextBox 11">
                    <a:extLst>
                      <a:ext uri="{FF2B5EF4-FFF2-40B4-BE49-F238E27FC236}">
                        <a16:creationId xmlns:a16="http://schemas.microsoft.com/office/drawing/2014/main" id="{77A83939-F838-416B-1CFC-06BB970803B4}"/>
                      </a:ext>
                    </a:extLst>
                  </p:cNvPr>
                  <p:cNvSpPr txBox="1">
                    <a:spLocks noChangeAspect="1"/>
                  </p:cNvSpPr>
                  <p:nvPr/>
                </p:nvSpPr>
                <p:spPr>
                  <a:xfrm>
                    <a:off x="12449814" y="566082"/>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1</a:t>
                    </a:r>
                  </a:p>
                </p:txBody>
              </p:sp>
              <p:sp>
                <p:nvSpPr>
                  <p:cNvPr id="13" name="TextBox 12">
                    <a:extLst>
                      <a:ext uri="{FF2B5EF4-FFF2-40B4-BE49-F238E27FC236}">
                        <a16:creationId xmlns:a16="http://schemas.microsoft.com/office/drawing/2014/main" id="{2189B7A8-17CF-B28A-1454-915888893AB4}"/>
                      </a:ext>
                    </a:extLst>
                  </p:cNvPr>
                  <p:cNvSpPr txBox="1">
                    <a:spLocks noChangeAspect="1"/>
                  </p:cNvSpPr>
                  <p:nvPr/>
                </p:nvSpPr>
                <p:spPr>
                  <a:xfrm>
                    <a:off x="12449814" y="1018081"/>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2</a:t>
                    </a:r>
                  </a:p>
                </p:txBody>
              </p:sp>
              <p:sp>
                <p:nvSpPr>
                  <p:cNvPr id="14" name="TextBox 13">
                    <a:extLst>
                      <a:ext uri="{FF2B5EF4-FFF2-40B4-BE49-F238E27FC236}">
                        <a16:creationId xmlns:a16="http://schemas.microsoft.com/office/drawing/2014/main" id="{973E0BBC-9695-998B-B368-22C8F079394D}"/>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0">
                      <a:spcBef>
                        <a:spcPts val="700"/>
                      </a:spcBef>
                    </a:pPr>
                    <a:r>
                      <a:rPr lang="en-US">
                        <a:latin typeface="Aptos" panose="020B0004020202020204" pitchFamily="34" charset="0"/>
                        <a:cs typeface="Aparajita" panose="02020603050405020304" pitchFamily="18" charset="0"/>
                      </a:rPr>
                      <a:t>Source images from the </a:t>
                    </a:r>
                    <a:r>
                      <a:rPr lang="en-US">
                        <a:solidFill>
                          <a:schemeClr val="accent1"/>
                        </a:solidFill>
                        <a:latin typeface="Aptos" panose="020B0004020202020204" pitchFamily="34" charset="0"/>
                        <a:cs typeface="Aparajita" panose="02020603050405020304" pitchFamily="18" charset="0"/>
                      </a:rPr>
                      <a:t>Qualcomm Brand Portal</a:t>
                    </a:r>
                  </a:p>
                  <a:p>
                    <a:pPr lvl="0">
                      <a:spcBef>
                        <a:spcPts val="700"/>
                      </a:spcBef>
                    </a:pPr>
                    <a:r>
                      <a:rPr lang="en-US">
                        <a:latin typeface="Aptos" panose="020B0004020202020204" pitchFamily="34" charset="0"/>
                        <a:cs typeface="Aparajita" panose="02020603050405020304" pitchFamily="18" charset="0"/>
                      </a:rPr>
                      <a:t>Add the image to the placeholder.</a:t>
                    </a:r>
                  </a:p>
                </p:txBody>
              </p:sp>
            </p:grpSp>
          </p:grpSp>
          <p:grpSp>
            <p:nvGrpSpPr>
              <p:cNvPr id="17" name="Group 16">
                <a:extLst>
                  <a:ext uri="{FF2B5EF4-FFF2-40B4-BE49-F238E27FC236}">
                    <a16:creationId xmlns:a16="http://schemas.microsoft.com/office/drawing/2014/main" id="{9EAD45E2-1365-A92C-1F7B-8B35FD5E3817}"/>
                  </a:ext>
                </a:extLst>
              </p:cNvPr>
              <p:cNvGrpSpPr/>
              <p:nvPr userDrawn="1"/>
            </p:nvGrpSpPr>
            <p:grpSpPr>
              <a:xfrm>
                <a:off x="12429548" y="2309174"/>
                <a:ext cx="2735151" cy="1280928"/>
                <a:chOff x="9286315" y="6976989"/>
                <a:chExt cx="2735151" cy="1280928"/>
              </a:xfrm>
            </p:grpSpPr>
            <p:sp>
              <p:nvSpPr>
                <p:cNvPr id="29" name="Rectangle 28">
                  <a:extLst>
                    <a:ext uri="{FF2B5EF4-FFF2-40B4-BE49-F238E27FC236}">
                      <a16:creationId xmlns:a16="http://schemas.microsoft.com/office/drawing/2014/main" id="{2C75C5B4-54FD-CD9F-6004-24A5CF5AB881}"/>
                    </a:ext>
                  </a:extLst>
                </p:cNvPr>
                <p:cNvSpPr/>
                <p:nvPr userDrawn="1"/>
              </p:nvSpPr>
              <p:spPr>
                <a:xfrm>
                  <a:off x="9286315" y="6976989"/>
                  <a:ext cx="2735151" cy="128092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30" name="TextBox 29">
                  <a:extLst>
                    <a:ext uri="{FF2B5EF4-FFF2-40B4-BE49-F238E27FC236}">
                      <a16:creationId xmlns:a16="http://schemas.microsoft.com/office/drawing/2014/main" id="{12AA6BDC-9581-2416-8FCF-B639C7874A6F}"/>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Cropping Images</a:t>
                  </a:r>
                </a:p>
              </p:txBody>
            </p:sp>
            <p:pic>
              <p:nvPicPr>
                <p:cNvPr id="31" name="Graphic 30">
                  <a:extLst>
                    <a:ext uri="{FF2B5EF4-FFF2-40B4-BE49-F238E27FC236}">
                      <a16:creationId xmlns:a16="http://schemas.microsoft.com/office/drawing/2014/main" id="{707DE680-B659-AA14-3DA6-FB810A70960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32" name="TextBox 31">
                  <a:extLst>
                    <a:ext uri="{FF2B5EF4-FFF2-40B4-BE49-F238E27FC236}">
                      <a16:creationId xmlns:a16="http://schemas.microsoft.com/office/drawing/2014/main" id="{4AA67D63-8AA8-4A9B-3D31-E4198794E6D0}"/>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Right-click on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Choose “Crop” from the menu. (           )</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Adjust the size and position of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Press Esc or click outside the image area to exit the cropping mode.</a:t>
                  </a:r>
                </a:p>
              </p:txBody>
            </p:sp>
            <p:pic>
              <p:nvPicPr>
                <p:cNvPr id="33" name="Picture 32">
                  <a:extLst>
                    <a:ext uri="{FF2B5EF4-FFF2-40B4-BE49-F238E27FC236}">
                      <a16:creationId xmlns:a16="http://schemas.microsoft.com/office/drawing/2014/main" id="{A72EF414-721B-FBA5-FD95-E553CFAC16CB}"/>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34" name="TextBox 33">
                  <a:extLst>
                    <a:ext uri="{FF2B5EF4-FFF2-40B4-BE49-F238E27FC236}">
                      <a16:creationId xmlns:a16="http://schemas.microsoft.com/office/drawing/2014/main" id="{02318D11-BFD1-1429-4B0B-F2CEE2CCA884}"/>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nvGrpSpPr>
              <p:cNvPr id="18" name="Group 17">
                <a:extLst>
                  <a:ext uri="{FF2B5EF4-FFF2-40B4-BE49-F238E27FC236}">
                    <a16:creationId xmlns:a16="http://schemas.microsoft.com/office/drawing/2014/main" id="{D7FF212E-AA60-50B3-8621-551BA74B31E3}"/>
                  </a:ext>
                </a:extLst>
              </p:cNvPr>
              <p:cNvGrpSpPr/>
              <p:nvPr userDrawn="1"/>
            </p:nvGrpSpPr>
            <p:grpSpPr>
              <a:xfrm>
                <a:off x="12429548" y="3615901"/>
                <a:ext cx="2735151" cy="2200108"/>
                <a:chOff x="9538241" y="5155416"/>
                <a:chExt cx="2735151" cy="2200108"/>
              </a:xfrm>
            </p:grpSpPr>
            <p:sp>
              <p:nvSpPr>
                <p:cNvPr id="19" name="Rectangle 18">
                  <a:extLst>
                    <a:ext uri="{FF2B5EF4-FFF2-40B4-BE49-F238E27FC236}">
                      <a16:creationId xmlns:a16="http://schemas.microsoft.com/office/drawing/2014/main" id="{F952CBEE-EDAC-0869-1112-AAD15E4B0E40}"/>
                    </a:ext>
                  </a:extLst>
                </p:cNvPr>
                <p:cNvSpPr/>
                <p:nvPr userDrawn="1"/>
              </p:nvSpPr>
              <p:spPr>
                <a:xfrm>
                  <a:off x="9538241" y="5155416"/>
                  <a:ext cx="2735151" cy="220010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20" name="TextBox 19">
                  <a:extLst>
                    <a:ext uri="{FF2B5EF4-FFF2-40B4-BE49-F238E27FC236}">
                      <a16:creationId xmlns:a16="http://schemas.microsoft.com/office/drawing/2014/main" id="{AD940715-F001-536F-7A25-FA3F088FAB35}"/>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Changing Images</a:t>
                  </a:r>
                </a:p>
              </p:txBody>
            </p:sp>
            <p:pic>
              <p:nvPicPr>
                <p:cNvPr id="22" name="Graphic 21">
                  <a:extLst>
                    <a:ext uri="{FF2B5EF4-FFF2-40B4-BE49-F238E27FC236}">
                      <a16:creationId xmlns:a16="http://schemas.microsoft.com/office/drawing/2014/main" id="{84D7E2A3-F06D-FD70-A217-487EF552C69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23" name="TextBox 22">
                  <a:extLst>
                    <a:ext uri="{FF2B5EF4-FFF2-40B4-BE49-F238E27FC236}">
                      <a16:creationId xmlns:a16="http://schemas.microsoft.com/office/drawing/2014/main" id="{61CCA6E5-0618-E143-3C2F-C4123C7F2481}"/>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600" b="1" kern="1200" cap="all" spc="20" baseline="0" noProof="0">
                      <a:solidFill>
                        <a:schemeClr val="tx1"/>
                      </a:solidFill>
                      <a:latin typeface="Aptos" panose="020B0004020202020204" pitchFamily="34" charset="0"/>
                      <a:ea typeface="+mn-ea"/>
                      <a:cs typeface="Aparajita" panose="02020603050405020304" pitchFamily="18" charset="0"/>
                    </a:rPr>
                    <a:t>Method 1: </a:t>
                  </a:r>
                  <a:r>
                    <a:rPr lang="en-US" sz="600" b="0" kern="1200" cap="all" spc="20" baseline="0" noProof="0">
                      <a:solidFill>
                        <a:schemeClr val="tx1"/>
                      </a:solidFill>
                      <a:latin typeface="Aptos" panose="020B0004020202020204" pitchFamily="34" charset="0"/>
                      <a:ea typeface="+mn-ea"/>
                      <a:cs typeface="Aparajita" panose="02020603050405020304" pitchFamily="18" charset="0"/>
                    </a:rPr>
                    <a:t>RIGHT CLICK</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Right-click on image and select “Change Picture”</a:t>
                  </a:r>
                </a:p>
              </p:txBody>
            </p:sp>
            <p:sp>
              <p:nvSpPr>
                <p:cNvPr id="24" name="TextBox 23">
                  <a:extLst>
                    <a:ext uri="{FF2B5EF4-FFF2-40B4-BE49-F238E27FC236}">
                      <a16:creationId xmlns:a16="http://schemas.microsoft.com/office/drawing/2014/main" id="{13381E4C-1F94-5284-9A2E-A7EE2720B039}"/>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lvl="1" indent="-131763" algn="l" defTabSz="914400" rtl="0" eaLnBrk="1" latinLnBrk="0" hangingPunct="1">
                    <a:lnSpc>
                      <a:spcPct val="90000"/>
                    </a:lnSpc>
                    <a:spcBef>
                      <a:spcPts val="0"/>
                    </a:spcBef>
                    <a:spcAft>
                      <a:spcPts val="300"/>
                    </a:spcAft>
                    <a:buFont typeface="Wingdings" pitchFamily="2" charset="2"/>
                    <a:buChar char="§"/>
                    <a:tabLst/>
                    <a:defRPr/>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25" name="TextBox 24">
                  <a:extLst>
                    <a:ext uri="{FF2B5EF4-FFF2-40B4-BE49-F238E27FC236}">
                      <a16:creationId xmlns:a16="http://schemas.microsoft.com/office/drawing/2014/main" id="{6AC5059D-A958-0D6E-F617-DA08E66FE158}"/>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Method 2: </a:t>
                  </a:r>
                  <a:r>
                    <a:rPr kumimoji="0" lang="en-US" sz="600" b="0"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RESET PLACEHOLDER</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First, delete the existing image to reset the photo placeholder functionality.</a:t>
                  </a:r>
                </a:p>
              </p:txBody>
            </p:sp>
            <p:sp>
              <p:nvSpPr>
                <p:cNvPr id="26" name="TextBox 25">
                  <a:extLst>
                    <a:ext uri="{FF2B5EF4-FFF2-40B4-BE49-F238E27FC236}">
                      <a16:creationId xmlns:a16="http://schemas.microsoft.com/office/drawing/2014/main" id="{2AA3306C-FE79-59C9-5DCC-63D2DF20636C}"/>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You can now add a new image as normal.</a:t>
                  </a:r>
                </a:p>
              </p:txBody>
            </p:sp>
            <p:cxnSp>
              <p:nvCxnSpPr>
                <p:cNvPr id="27" name="Straight Connector 26">
                  <a:extLst>
                    <a:ext uri="{FF2B5EF4-FFF2-40B4-BE49-F238E27FC236}">
                      <a16:creationId xmlns:a16="http://schemas.microsoft.com/office/drawing/2014/main" id="{286AAF4E-AA4F-9737-1BC4-4B8A70508177}"/>
                    </a:ext>
                  </a:extLst>
                </p:cNvPr>
                <p:cNvCxnSpPr>
                  <a:cxnSpLocks/>
                </p:cNvCxnSpPr>
                <p:nvPr userDrawn="1"/>
              </p:nvCxnSpPr>
              <p:spPr>
                <a:xfrm>
                  <a:off x="9713479" y="5957047"/>
                  <a:ext cx="27000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EB2F455C-F85E-6BE9-B90C-47F429186A08}"/>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grpSp>
      <p:sp>
        <p:nvSpPr>
          <p:cNvPr id="36" name="Text Placeholder 22">
            <a:extLst>
              <a:ext uri="{FF2B5EF4-FFF2-40B4-BE49-F238E27FC236}">
                <a16:creationId xmlns:a16="http://schemas.microsoft.com/office/drawing/2014/main" id="{9AA5EA8C-68B4-06D3-5949-DB4A6B5DE9DE}"/>
              </a:ext>
            </a:extLst>
          </p:cNvPr>
          <p:cNvSpPr>
            <a:spLocks noGrp="1"/>
          </p:cNvSpPr>
          <p:nvPr>
            <p:ph type="body" sz="quarter" idx="15" hasCustomPrompt="1"/>
          </p:nvPr>
        </p:nvSpPr>
        <p:spPr>
          <a:xfrm>
            <a:off x="515939" y="5886850"/>
            <a:ext cx="4787899" cy="263149"/>
          </a:xfrm>
        </p:spPr>
        <p:txBody>
          <a:bodyPr wrap="square" anchor="t">
            <a:noAutofit/>
          </a:bodyPr>
          <a:lstStyle>
            <a:lvl1pPr marL="0" indent="0">
              <a:buNone/>
              <a:defRPr sz="1600" spc="0">
                <a:solidFill>
                  <a:schemeClr val="tx1"/>
                </a:solidFill>
              </a:defRPr>
            </a:lvl1pPr>
          </a:lstStyle>
          <a:p>
            <a:pPr lvl="0"/>
            <a:r>
              <a:rPr lang="en-US"/>
              <a:t>@</a:t>
            </a:r>
            <a:r>
              <a:rPr lang="en-US" err="1"/>
              <a:t>qualcomm</a:t>
            </a:r>
            <a:endParaRPr lang="en-US"/>
          </a:p>
        </p:txBody>
      </p:sp>
      <p:sp>
        <p:nvSpPr>
          <p:cNvPr id="37" name="Text Placeholder 7">
            <a:extLst>
              <a:ext uri="{FF2B5EF4-FFF2-40B4-BE49-F238E27FC236}">
                <a16:creationId xmlns:a16="http://schemas.microsoft.com/office/drawing/2014/main" id="{8D83F911-9A89-2C00-EB5B-2C510B40C22F}"/>
              </a:ext>
            </a:extLst>
          </p:cNvPr>
          <p:cNvSpPr>
            <a:spLocks noGrp="1"/>
          </p:cNvSpPr>
          <p:nvPr>
            <p:ph type="body" sz="quarter" idx="10" hasCustomPrompt="1"/>
          </p:nvPr>
        </p:nvSpPr>
        <p:spPr bwMode="gray">
          <a:xfrm>
            <a:off x="515937" y="4041775"/>
            <a:ext cx="4787901" cy="450485"/>
          </a:xfrm>
          <a:prstGeom prst="rect">
            <a:avLst/>
          </a:prstGeom>
        </p:spPr>
        <p:txBody>
          <a:bodyPr>
            <a:noAutofit/>
          </a:bodyPr>
          <a:lstStyle>
            <a:lvl1pPr marL="0" indent="0" algn="l" defTabSz="914400" rtl="0" eaLnBrk="1" latinLnBrk="0" hangingPunct="1">
              <a:lnSpc>
                <a:spcPct val="96000"/>
              </a:lnSpc>
              <a:spcBef>
                <a:spcPts val="0"/>
              </a:spcBef>
              <a:spcAft>
                <a:spcPts val="600"/>
              </a:spcAft>
              <a:buFont typeface="Microsoft Sans Serif" panose="020B0604020202020204" pitchFamily="34" charset="0"/>
              <a:buChar char="​"/>
              <a:defRPr lang="en-US" sz="2800" kern="1200" spc="-50" baseline="0" dirty="0">
                <a:solidFill>
                  <a:schemeClr val="tx1"/>
                </a:solidFill>
                <a:latin typeface="+mj-lt"/>
                <a:ea typeface="Alfabet" pitchFamily="2" charset="0"/>
                <a:cs typeface="Microsoft Sans Serif" panose="020B0604020202020204" pitchFamily="34" charset="0"/>
              </a:defRPr>
            </a:lvl1pPr>
            <a:lvl2pPr marL="0" indent="0" algn="l" defTabSz="914400" rtl="0" eaLnBrk="1" latinLnBrk="0" hangingPunct="1">
              <a:lnSpc>
                <a:spcPct val="96000"/>
              </a:lnSpc>
              <a:spcBef>
                <a:spcPts val="0"/>
              </a:spcBef>
              <a:buFont typeface="Microsoft Sans Serif" panose="020B0604020202020204" pitchFamily="34" charset="0"/>
              <a:buNone/>
              <a:defRPr lang="en-US" sz="2000" kern="1200" dirty="0">
                <a:solidFill>
                  <a:schemeClr val="tx1"/>
                </a:solidFill>
                <a:latin typeface="Aptos" panose="020B0004020202020204" pitchFamily="34" charset="0"/>
                <a:ea typeface="Alfabet" pitchFamily="2" charset="0"/>
                <a:cs typeface="Microsoft Sans Serif" panose="020B0604020202020204" pitchFamily="34" charset="0"/>
              </a:defRPr>
            </a:lvl2pPr>
            <a:lvl3pPr marL="0" indent="0">
              <a:lnSpc>
                <a:spcPct val="98000"/>
              </a:lnSpc>
              <a:spcBef>
                <a:spcPts val="0"/>
              </a:spcBef>
              <a:buFont typeface="Microsoft Sans Serif" panose="020B0604020202020204" pitchFamily="34" charset="0"/>
              <a:buChar char="​"/>
              <a:defRPr sz="1800">
                <a:solidFill>
                  <a:schemeClr val="bg1"/>
                </a:solidFill>
              </a:defRPr>
            </a:lvl3pPr>
            <a:lvl4pPr marL="0" indent="0">
              <a:lnSpc>
                <a:spcPct val="98000"/>
              </a:lnSpc>
              <a:spcBef>
                <a:spcPts val="0"/>
              </a:spcBef>
              <a:buFont typeface="Microsoft Sans Serif" panose="020B0604020202020204" pitchFamily="34" charset="0"/>
              <a:buChar char="​"/>
              <a:defRPr sz="1800" baseline="0">
                <a:solidFill>
                  <a:schemeClr val="bg1"/>
                </a:solidFill>
              </a:defRPr>
            </a:lvl4pPr>
            <a:lvl5pPr>
              <a:lnSpc>
                <a:spcPct val="98000"/>
              </a:lnSpc>
              <a:spcBef>
                <a:spcPts val="0"/>
              </a:spcBef>
              <a:defRPr sz="1800">
                <a:solidFill>
                  <a:schemeClr val="bg1"/>
                </a:solidFill>
              </a:defRPr>
            </a:lvl5pPr>
            <a:lvl6pPr>
              <a:lnSpc>
                <a:spcPct val="98000"/>
              </a:lnSpc>
              <a:spcBef>
                <a:spcPts val="0"/>
              </a:spcBef>
              <a:defRPr sz="1800">
                <a:solidFill>
                  <a:schemeClr val="bg1"/>
                </a:solidFill>
              </a:defRPr>
            </a:lvl6pPr>
            <a:lvl7pPr>
              <a:lnSpc>
                <a:spcPct val="98000"/>
              </a:lnSpc>
              <a:spcBef>
                <a:spcPts val="0"/>
              </a:spcBef>
              <a:defRPr sz="1800" baseline="0">
                <a:solidFill>
                  <a:schemeClr val="bg1"/>
                </a:solidFill>
              </a:defRPr>
            </a:lvl7pPr>
            <a:lvl8pPr>
              <a:lnSpc>
                <a:spcPct val="98000"/>
              </a:lnSpc>
              <a:spcBef>
                <a:spcPts val="0"/>
              </a:spcBef>
              <a:defRPr sz="1800" baseline="0">
                <a:solidFill>
                  <a:schemeClr val="bg1"/>
                </a:solidFill>
              </a:defRPr>
            </a:lvl8pPr>
            <a:lvl9pPr>
              <a:lnSpc>
                <a:spcPct val="98000"/>
              </a:lnSpc>
              <a:spcBef>
                <a:spcPts val="0"/>
              </a:spcBef>
              <a:defRPr sz="1800" baseline="0">
                <a:solidFill>
                  <a:schemeClr val="bg1"/>
                </a:solidFill>
              </a:defRPr>
            </a:lvl9pPr>
          </a:lstStyle>
          <a:p>
            <a:pPr lvl="0"/>
            <a:r>
              <a:rPr lang="en-US"/>
              <a:t>Speaker name</a:t>
            </a:r>
          </a:p>
        </p:txBody>
      </p:sp>
      <p:sp>
        <p:nvSpPr>
          <p:cNvPr id="42" name="Text Placeholder 41">
            <a:extLst>
              <a:ext uri="{FF2B5EF4-FFF2-40B4-BE49-F238E27FC236}">
                <a16:creationId xmlns:a16="http://schemas.microsoft.com/office/drawing/2014/main" id="{29FE9151-3621-EA29-D8EC-2BCB091B1B92}"/>
              </a:ext>
            </a:extLst>
          </p:cNvPr>
          <p:cNvSpPr>
            <a:spLocks noGrp="1"/>
          </p:cNvSpPr>
          <p:nvPr>
            <p:ph type="body" sz="quarter" idx="17" hasCustomPrompt="1"/>
          </p:nvPr>
        </p:nvSpPr>
        <p:spPr>
          <a:xfrm>
            <a:off x="515938" y="6396526"/>
            <a:ext cx="11160125" cy="116955"/>
          </a:xfrm>
        </p:spPr>
        <p:txBody>
          <a:bodyPr>
            <a:spAutoFit/>
          </a:bodyPr>
          <a:lstStyle>
            <a:lvl1pPr marL="0" indent="0">
              <a:buNone/>
              <a:defRPr sz="800">
                <a:solidFill>
                  <a:schemeClr val="accent6">
                    <a:lumMod val="90000"/>
                  </a:schemeClr>
                </a:solidFill>
              </a:defRPr>
            </a:lvl1pPr>
          </a:lstStyle>
          <a:p>
            <a:pPr lvl="0" algn="l"/>
            <a:r>
              <a:rPr lang="en-US">
                <a:solidFill>
                  <a:schemeClr val="accent6">
                    <a:lumMod val="90000"/>
                  </a:schemeClr>
                </a:solidFill>
              </a:rPr>
              <a:t>Confidential – Qualcomm Technologies, Inc. and/or its affiliated companies – May Contain Trade Secrets</a:t>
            </a:r>
          </a:p>
        </p:txBody>
      </p:sp>
      <p:sp>
        <p:nvSpPr>
          <p:cNvPr id="43" name="Text Placeholder 41">
            <a:extLst>
              <a:ext uri="{FF2B5EF4-FFF2-40B4-BE49-F238E27FC236}">
                <a16:creationId xmlns:a16="http://schemas.microsoft.com/office/drawing/2014/main" id="{CEC40FEA-4875-3D17-B0B1-ED7156EBAB17}"/>
              </a:ext>
            </a:extLst>
          </p:cNvPr>
          <p:cNvSpPr>
            <a:spLocks noGrp="1"/>
          </p:cNvSpPr>
          <p:nvPr>
            <p:ph type="body" sz="quarter" idx="18" hasCustomPrompt="1"/>
          </p:nvPr>
        </p:nvSpPr>
        <p:spPr>
          <a:xfrm>
            <a:off x="515938" y="6209389"/>
            <a:ext cx="11160125" cy="116955"/>
          </a:xfrm>
        </p:spPr>
        <p:txBody>
          <a:bodyPr>
            <a:spAutoFit/>
          </a:bodyPr>
          <a:lstStyle>
            <a:lvl1pPr marL="0" indent="0">
              <a:buNone/>
              <a:defRPr sz="800">
                <a:solidFill>
                  <a:schemeClr val="accent6">
                    <a:lumMod val="90000"/>
                  </a:schemeClr>
                </a:solidFill>
              </a:defRPr>
            </a:lvl1pPr>
          </a:lstStyle>
          <a:p>
            <a:pPr lvl="0" algn="l"/>
            <a:r>
              <a:rPr lang="en-US">
                <a:solidFill>
                  <a:schemeClr val="accent6">
                    <a:lumMod val="90000"/>
                  </a:schemeClr>
                </a:solidFill>
              </a:rPr>
              <a:t>Footer</a:t>
            </a:r>
          </a:p>
        </p:txBody>
      </p:sp>
    </p:spTree>
    <p:extLst>
      <p:ext uri="{BB962C8B-B14F-4D97-AF65-F5344CB8AC3E}">
        <p14:creationId xmlns:p14="http://schemas.microsoft.com/office/powerpoint/2010/main" val="1174369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2523" userDrawn="1">
          <p15:clr>
            <a:srgbClr val="FBAE40"/>
          </p15:clr>
        </p15:guide>
        <p15:guide id="4" orient="horz" pos="2387" userDrawn="1">
          <p15:clr>
            <a:srgbClr val="FBAE40"/>
          </p15:clr>
        </p15:guide>
        <p15:guide id="5" orient="horz" pos="3022" userDrawn="1">
          <p15:clr>
            <a:srgbClr val="FBAE40"/>
          </p15:clr>
        </p15:guide>
        <p15:guide id="6" pos="3341"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Photo_Dark Blue">
    <p:bg>
      <p:bgPr>
        <a:solidFill>
          <a:schemeClr val="accent2"/>
        </a:solidFill>
        <a:effectLst/>
      </p:bgPr>
    </p:bg>
    <p:spTree>
      <p:nvGrpSpPr>
        <p:cNvPr id="1" name=""/>
        <p:cNvGrpSpPr/>
        <p:nvPr/>
      </p:nvGrpSpPr>
      <p:grpSpPr>
        <a:xfrm>
          <a:off x="0" y="0"/>
          <a:ext cx="0" cy="0"/>
          <a:chOff x="0" y="0"/>
          <a:chExt cx="0" cy="0"/>
        </a:xfrm>
      </p:grpSpPr>
      <p:sp>
        <p:nvSpPr>
          <p:cNvPr id="8" name="Freeform 5">
            <a:extLst>
              <a:ext uri="{FF2B5EF4-FFF2-40B4-BE49-F238E27FC236}">
                <a16:creationId xmlns:a16="http://schemas.microsoft.com/office/drawing/2014/main" id="{7E7F3CFB-9BFC-B97E-E28E-E1CC3CEB589E}"/>
              </a:ext>
            </a:extLst>
          </p:cNvPr>
          <p:cNvSpPr>
            <a:spLocks noChangeAspect="1" noEditPoints="1"/>
          </p:cNvSpPr>
          <p:nvPr userDrawn="1"/>
        </p:nvSpPr>
        <p:spPr bwMode="black">
          <a:xfrm>
            <a:off x="515937" y="460180"/>
            <a:ext cx="1817861" cy="333196"/>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3" name="Title 2">
            <a:extLst>
              <a:ext uri="{FF2B5EF4-FFF2-40B4-BE49-F238E27FC236}">
                <a16:creationId xmlns:a16="http://schemas.microsoft.com/office/drawing/2014/main" id="{89B859C2-4BEA-9848-AC63-40AF86018B01}"/>
              </a:ext>
            </a:extLst>
          </p:cNvPr>
          <p:cNvSpPr>
            <a:spLocks noGrp="1"/>
          </p:cNvSpPr>
          <p:nvPr>
            <p:ph type="title" hasCustomPrompt="1"/>
          </p:nvPr>
        </p:nvSpPr>
        <p:spPr bwMode="gray">
          <a:xfrm>
            <a:off x="515939" y="1628775"/>
            <a:ext cx="4787900" cy="2160588"/>
          </a:xfrm>
        </p:spPr>
        <p:txBody>
          <a:bodyPr wrap="square" anchor="b">
            <a:noAutofit/>
          </a:bodyPr>
          <a:lstStyle>
            <a:lvl1pPr marL="0" marR="0" indent="0" algn="l" defTabSz="914400" rtl="0" eaLnBrk="1" fontAlgn="auto" latinLnBrk="0" hangingPunct="1">
              <a:lnSpc>
                <a:spcPct val="80000"/>
              </a:lnSpc>
              <a:spcBef>
                <a:spcPct val="0"/>
              </a:spcBef>
              <a:spcAft>
                <a:spcPts val="0"/>
              </a:spcAft>
              <a:buClrTx/>
              <a:buSzTx/>
              <a:buFontTx/>
              <a:buNone/>
              <a:tabLst/>
              <a:defRPr lang="en-US" sz="48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4800" spc="-110">
                <a:solidFill>
                  <a:srgbClr val="FFFFFE"/>
                </a:solidFill>
                <a:ea typeface="Alfabet" pitchFamily="2" charset="0"/>
                <a:cs typeface="Microsoft Sans Serif" panose="020B0604020202020204" pitchFamily="34" charset="0"/>
              </a:rPr>
              <a:t>Presentation </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title goes here</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4 lines</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maximum</a:t>
            </a:r>
            <a:endParaRPr lang="en-US"/>
          </a:p>
        </p:txBody>
      </p:sp>
      <p:sp>
        <p:nvSpPr>
          <p:cNvPr id="6" name="Picture Placeholder 5">
            <a:extLst>
              <a:ext uri="{FF2B5EF4-FFF2-40B4-BE49-F238E27FC236}">
                <a16:creationId xmlns:a16="http://schemas.microsoft.com/office/drawing/2014/main" id="{A653871A-ABE6-AE14-4749-BCCA9C632B11}"/>
              </a:ext>
            </a:extLst>
          </p:cNvPr>
          <p:cNvSpPr>
            <a:spLocks noGrp="1" noChangeAspect="1"/>
          </p:cNvSpPr>
          <p:nvPr>
            <p:ph type="pic" sz="quarter" idx="12" hasCustomPrompt="1"/>
          </p:nvPr>
        </p:nvSpPr>
        <p:spPr>
          <a:xfrm>
            <a:off x="6448428" y="0"/>
            <a:ext cx="5743572" cy="6858000"/>
          </a:xfrm>
          <a:custGeom>
            <a:avLst/>
            <a:gdLst>
              <a:gd name="connsiteX0" fmla="*/ 1678722 w 5743572"/>
              <a:gd name="connsiteY0" fmla="*/ 0 h 6858000"/>
              <a:gd name="connsiteX1" fmla="*/ 5743572 w 5743572"/>
              <a:gd name="connsiteY1" fmla="*/ 0 h 6858000"/>
              <a:gd name="connsiteX2" fmla="*/ 5743572 w 5743572"/>
              <a:gd name="connsiteY2" fmla="*/ 6858000 h 6858000"/>
              <a:gd name="connsiteX3" fmla="*/ 1672152 w 5743572"/>
              <a:gd name="connsiteY3" fmla="*/ 6858000 h 6858000"/>
              <a:gd name="connsiteX4" fmla="*/ 1582239 w 5743572"/>
              <a:gd name="connsiteY4" fmla="*/ 6787328 h 6858000"/>
              <a:gd name="connsiteX5" fmla="*/ 0 w 5743572"/>
              <a:gd name="connsiteY5" fmla="*/ 3431582 h 6858000"/>
              <a:gd name="connsiteX6" fmla="*/ 1582239 w 5743572"/>
              <a:gd name="connsiteY6" fmla="*/ 7583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43572" h="6858000">
                <a:moveTo>
                  <a:pt x="1678722" y="0"/>
                </a:moveTo>
                <a:lnTo>
                  <a:pt x="5743572" y="0"/>
                </a:lnTo>
                <a:lnTo>
                  <a:pt x="5743572" y="6858000"/>
                </a:lnTo>
                <a:lnTo>
                  <a:pt x="1672152" y="6858000"/>
                </a:lnTo>
                <a:lnTo>
                  <a:pt x="1582239" y="6787328"/>
                </a:lnTo>
                <a:cubicBezTo>
                  <a:pt x="615926" y="5989694"/>
                  <a:pt x="0" y="4782581"/>
                  <a:pt x="0" y="3431582"/>
                </a:cubicBezTo>
                <a:cubicBezTo>
                  <a:pt x="0" y="2080583"/>
                  <a:pt x="615926" y="873471"/>
                  <a:pt x="1582239" y="75837"/>
                </a:cubicBezTo>
                <a:close/>
              </a:path>
            </a:pathLst>
          </a:custGeom>
          <a:noFill/>
        </p:spPr>
        <p:txBody>
          <a:bodyPr wrap="square" lIns="360000" rIns="0" bIns="1440000" anchor="ctr">
            <a:no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2800" kern="1200" baseline="0" dirty="0">
                <a:solidFill>
                  <a:schemeClr val="tx2"/>
                </a:solidFill>
                <a:latin typeface="+mj-lt"/>
                <a:ea typeface="+mn-ea"/>
                <a:cs typeface="+mn-cs"/>
              </a:defRPr>
            </a:lvl1pPr>
          </a:lstStyle>
          <a:p>
            <a:r>
              <a:rPr lang="en-US"/>
              <a:t>Click the icon to insert photo</a:t>
            </a:r>
          </a:p>
        </p:txBody>
      </p:sp>
      <p:grpSp>
        <p:nvGrpSpPr>
          <p:cNvPr id="69" name="Group 68">
            <a:extLst>
              <a:ext uri="{FF2B5EF4-FFF2-40B4-BE49-F238E27FC236}">
                <a16:creationId xmlns:a16="http://schemas.microsoft.com/office/drawing/2014/main" id="{D01F1EB7-3875-6F2E-6810-8D4458FCF0B0}"/>
              </a:ext>
            </a:extLst>
          </p:cNvPr>
          <p:cNvGrpSpPr/>
          <p:nvPr userDrawn="1"/>
        </p:nvGrpSpPr>
        <p:grpSpPr>
          <a:xfrm>
            <a:off x="12290489" y="-1"/>
            <a:ext cx="2910882" cy="6858001"/>
            <a:chOff x="12290489" y="-1"/>
            <a:chExt cx="2910882" cy="6858001"/>
          </a:xfrm>
        </p:grpSpPr>
        <p:sp>
          <p:nvSpPr>
            <p:cNvPr id="70" name="Rectangle 69">
              <a:extLst>
                <a:ext uri="{FF2B5EF4-FFF2-40B4-BE49-F238E27FC236}">
                  <a16:creationId xmlns:a16="http://schemas.microsoft.com/office/drawing/2014/main" id="{910B572A-6F6C-AE6E-92A2-01DEA3B384B1}"/>
                </a:ext>
              </a:extLst>
            </p:cNvPr>
            <p:cNvSpPr/>
            <p:nvPr userDrawn="1"/>
          </p:nvSpPr>
          <p:spPr>
            <a:xfrm>
              <a:off x="12290489" y="-1"/>
              <a:ext cx="2735151" cy="6858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latin typeface="Aptos" panose="020B0004020202020204" pitchFamily="34" charset="0"/>
                <a:cs typeface="Aparajita" panose="02020603050405020304" pitchFamily="18" charset="0"/>
              </a:endParaRPr>
            </a:p>
          </p:txBody>
        </p:sp>
        <p:sp>
          <p:nvSpPr>
            <p:cNvPr id="71" name="TextBox 70">
              <a:extLst>
                <a:ext uri="{FF2B5EF4-FFF2-40B4-BE49-F238E27FC236}">
                  <a16:creationId xmlns:a16="http://schemas.microsoft.com/office/drawing/2014/main" id="{2721C162-E5A5-870C-BEF7-D2E5976CCF2B}"/>
                </a:ext>
              </a:extLst>
            </p:cNvPr>
            <p:cNvSpPr txBox="1"/>
            <p:nvPr userDrawn="1"/>
          </p:nvSpPr>
          <p:spPr>
            <a:xfrm>
              <a:off x="12449814" y="173148"/>
              <a:ext cx="1534074"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lvl="0"/>
              <a:r>
                <a:rPr lang="en-US" b="1">
                  <a:solidFill>
                    <a:schemeClr val="bg1"/>
                  </a:solidFill>
                  <a:latin typeface="Aptos" panose="020B0004020202020204" pitchFamily="34" charset="0"/>
                  <a:cs typeface="Aparajita" panose="02020603050405020304" pitchFamily="18" charset="0"/>
                </a:rPr>
                <a:t>HOW TO ADD AN IMAGE</a:t>
              </a:r>
            </a:p>
          </p:txBody>
        </p:sp>
        <p:cxnSp>
          <p:nvCxnSpPr>
            <p:cNvPr id="72" name="Straight Connector 71">
              <a:extLst>
                <a:ext uri="{FF2B5EF4-FFF2-40B4-BE49-F238E27FC236}">
                  <a16:creationId xmlns:a16="http://schemas.microsoft.com/office/drawing/2014/main" id="{77C2ED05-B79A-2483-18C7-4D808AC45261}"/>
                </a:ext>
              </a:extLst>
            </p:cNvPr>
            <p:cNvCxnSpPr>
              <a:cxnSpLocks/>
            </p:cNvCxnSpPr>
            <p:nvPr userDrawn="1"/>
          </p:nvCxnSpPr>
          <p:spPr>
            <a:xfrm>
              <a:off x="12449814" y="423012"/>
              <a:ext cx="270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C223D940-A19F-7D58-BE9D-084303740E00}"/>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b="1">
                  <a:latin typeface="Aptos" panose="020B0004020202020204" pitchFamily="34" charset="0"/>
                  <a:cs typeface="Aparajita" panose="02020603050405020304" pitchFamily="18" charset="0"/>
                </a:rPr>
                <a:t>Method 1: </a:t>
              </a:r>
              <a:r>
                <a:rPr lang="en-US" sz="600" b="0">
                  <a:latin typeface="Aptos" panose="020B0004020202020204" pitchFamily="34" charset="0"/>
                  <a:cs typeface="Aparajita" panose="02020603050405020304" pitchFamily="18" charset="0"/>
                </a:rPr>
                <a:t>from file browser</a:t>
              </a:r>
            </a:p>
            <a:p>
              <a:pPr lvl="1">
                <a:buNone/>
              </a:pPr>
              <a:r>
                <a:rPr lang="en-US" sz="1050">
                  <a:latin typeface="Aptos" panose="020B0004020202020204" pitchFamily="34" charset="0"/>
                  <a:cs typeface="Aparajita" panose="02020603050405020304" pitchFamily="18" charset="0"/>
                </a:rPr>
                <a:t>Drag the image onto the slide.</a:t>
              </a:r>
            </a:p>
            <a:p>
              <a:pPr marL="0" marR="0" lvl="1" indent="0" algn="l" defTabSz="914400" rtl="0" eaLnBrk="1" fontAlgn="auto" latinLnBrk="0" hangingPunct="1">
                <a:lnSpc>
                  <a:spcPct val="90000"/>
                </a:lnSpc>
                <a:spcBef>
                  <a:spcPts val="0"/>
                </a:spcBef>
                <a:spcAft>
                  <a:spcPts val="300"/>
                </a:spcAft>
                <a:buClrTx/>
                <a:buSzTx/>
                <a:buFontTx/>
                <a:buNone/>
                <a:tabLst/>
                <a:defRPr/>
              </a:pPr>
              <a:r>
                <a:rPr lang="en-US" sz="700">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lang="en-US" sz="1000">
                <a:latin typeface="Aptos" panose="020B0004020202020204" pitchFamily="34" charset="0"/>
                <a:cs typeface="Aparajita" panose="02020603050405020304" pitchFamily="18" charset="0"/>
              </a:endParaRPr>
            </a:p>
          </p:txBody>
        </p:sp>
        <p:sp>
          <p:nvSpPr>
            <p:cNvPr id="74" name="TextBox 73">
              <a:extLst>
                <a:ext uri="{FF2B5EF4-FFF2-40B4-BE49-F238E27FC236}">
                  <a16:creationId xmlns:a16="http://schemas.microsoft.com/office/drawing/2014/main" id="{5A536D75-7601-C857-68EF-8862CC5D10FD}"/>
                </a:ext>
              </a:extLst>
            </p:cNvPr>
            <p:cNvSpPr txBox="1">
              <a:spLocks noChangeAspect="1"/>
            </p:cNvSpPr>
            <p:nvPr/>
          </p:nvSpPr>
          <p:spPr>
            <a:xfrm>
              <a:off x="12449814" y="566082"/>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1</a:t>
              </a:r>
            </a:p>
          </p:txBody>
        </p:sp>
        <p:sp>
          <p:nvSpPr>
            <p:cNvPr id="75" name="TextBox 74">
              <a:extLst>
                <a:ext uri="{FF2B5EF4-FFF2-40B4-BE49-F238E27FC236}">
                  <a16:creationId xmlns:a16="http://schemas.microsoft.com/office/drawing/2014/main" id="{82597C60-F330-194D-A5B5-F6F78B4B6FA1}"/>
                </a:ext>
              </a:extLst>
            </p:cNvPr>
            <p:cNvSpPr txBox="1">
              <a:spLocks noChangeAspect="1"/>
            </p:cNvSpPr>
            <p:nvPr/>
          </p:nvSpPr>
          <p:spPr>
            <a:xfrm>
              <a:off x="12449814" y="1018081"/>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2</a:t>
              </a:r>
            </a:p>
          </p:txBody>
        </p:sp>
        <p:sp>
          <p:nvSpPr>
            <p:cNvPr id="76" name="TextBox 75">
              <a:extLst>
                <a:ext uri="{FF2B5EF4-FFF2-40B4-BE49-F238E27FC236}">
                  <a16:creationId xmlns:a16="http://schemas.microsoft.com/office/drawing/2014/main" id="{89CCF034-C9C9-597E-046F-ED3CBC6E3DDF}"/>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0">
                <a:spcBef>
                  <a:spcPts val="700"/>
                </a:spcBef>
              </a:pPr>
              <a:r>
                <a:rPr lang="en-US">
                  <a:latin typeface="Aptos" panose="020B0004020202020204" pitchFamily="34" charset="0"/>
                  <a:cs typeface="Aparajita" panose="02020603050405020304" pitchFamily="18" charset="0"/>
                </a:rPr>
                <a:t>Source images from the </a:t>
              </a:r>
              <a:r>
                <a:rPr lang="en-US">
                  <a:solidFill>
                    <a:schemeClr val="accent1"/>
                  </a:solidFill>
                  <a:latin typeface="Aptos" panose="020B0004020202020204" pitchFamily="34" charset="0"/>
                  <a:cs typeface="Aparajita" panose="02020603050405020304" pitchFamily="18" charset="0"/>
                </a:rPr>
                <a:t>Qualcomm Brand Portal</a:t>
              </a:r>
            </a:p>
            <a:p>
              <a:pPr lvl="0">
                <a:spcBef>
                  <a:spcPts val="700"/>
                </a:spcBef>
              </a:pPr>
              <a:r>
                <a:rPr lang="en-US">
                  <a:latin typeface="Aptos" panose="020B0004020202020204" pitchFamily="34" charset="0"/>
                  <a:cs typeface="Aparajita" panose="02020603050405020304" pitchFamily="18" charset="0"/>
                </a:rPr>
                <a:t>Add the image to the placeholder.</a:t>
              </a:r>
            </a:p>
          </p:txBody>
        </p:sp>
        <p:sp>
          <p:nvSpPr>
            <p:cNvPr id="77" name="TextBox 76">
              <a:extLst>
                <a:ext uri="{FF2B5EF4-FFF2-40B4-BE49-F238E27FC236}">
                  <a16:creationId xmlns:a16="http://schemas.microsoft.com/office/drawing/2014/main" id="{EEADB430-BFDD-4691-9AE8-139AC2026205}"/>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2: </a:t>
              </a:r>
              <a:r>
                <a:rPr lang="en-US" sz="600" b="0">
                  <a:latin typeface="Aptos" panose="020B0004020202020204" pitchFamily="34" charset="0"/>
                  <a:cs typeface="Aparajita" panose="02020603050405020304" pitchFamily="18" charset="0"/>
                </a:rPr>
                <a:t>Paste from clipboard</a:t>
              </a:r>
            </a:p>
            <a:p>
              <a:pPr lvl="1">
                <a:buNone/>
              </a:pPr>
              <a:r>
                <a:rPr lang="en-US" sz="1050">
                  <a:latin typeface="Aptos" panose="020B0004020202020204" pitchFamily="34" charset="0"/>
                  <a:cs typeface="Aparajita" panose="02020603050405020304" pitchFamily="18" charset="0"/>
                </a:rPr>
                <a:t>Select the image placeholder.</a:t>
              </a:r>
            </a:p>
            <a:p>
              <a:pPr lvl="1">
                <a:buNone/>
              </a:pPr>
              <a:r>
                <a:rPr lang="en-US" sz="1050">
                  <a:latin typeface="Aptos" panose="020B0004020202020204" pitchFamily="34" charset="0"/>
                  <a:cs typeface="Aparajita" panose="02020603050405020304" pitchFamily="18" charset="0"/>
                </a:rPr>
                <a:t>Right-click or use keyboard shortcuts to paste the image.</a:t>
              </a:r>
            </a:p>
          </p:txBody>
        </p:sp>
        <p:sp>
          <p:nvSpPr>
            <p:cNvPr id="78" name="TextBox 77">
              <a:extLst>
                <a:ext uri="{FF2B5EF4-FFF2-40B4-BE49-F238E27FC236}">
                  <a16:creationId xmlns:a16="http://schemas.microsoft.com/office/drawing/2014/main" id="{898460C8-78EA-91E4-834D-F15A8E2FD6C7}"/>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3: </a:t>
              </a:r>
              <a:r>
                <a:rPr lang="en-US" sz="600" b="0">
                  <a:latin typeface="Aptos" panose="020B0004020202020204" pitchFamily="34" charset="0"/>
                  <a:cs typeface="Aparajita" panose="02020603050405020304" pitchFamily="18" charset="0"/>
                </a:rPr>
                <a:t>Placeholder icon</a:t>
              </a:r>
            </a:p>
            <a:p>
              <a:pPr lvl="1">
                <a:buNone/>
              </a:pPr>
              <a:r>
                <a:rPr lang="en-US" sz="1050">
                  <a:latin typeface="Aptos" panose="020B0004020202020204" pitchFamily="34" charset="0"/>
                  <a:cs typeface="Aparajita" panose="02020603050405020304" pitchFamily="18" charset="0"/>
                </a:rPr>
                <a:t>Click the image icon inside the placeholder to browse for an image.</a:t>
              </a:r>
            </a:p>
          </p:txBody>
        </p:sp>
        <p:grpSp>
          <p:nvGrpSpPr>
            <p:cNvPr id="79" name="Group 78">
              <a:extLst>
                <a:ext uri="{FF2B5EF4-FFF2-40B4-BE49-F238E27FC236}">
                  <a16:creationId xmlns:a16="http://schemas.microsoft.com/office/drawing/2014/main" id="{0B0828C1-C99F-F3B8-00AD-2B9E20E5ECAB}"/>
                </a:ext>
              </a:extLst>
            </p:cNvPr>
            <p:cNvGrpSpPr/>
            <p:nvPr userDrawn="1"/>
          </p:nvGrpSpPr>
          <p:grpSpPr>
            <a:xfrm>
              <a:off x="12429548" y="3236396"/>
              <a:ext cx="2735151" cy="1280928"/>
              <a:chOff x="9286315" y="6976989"/>
              <a:chExt cx="2735151" cy="1280928"/>
            </a:xfrm>
          </p:grpSpPr>
          <p:sp>
            <p:nvSpPr>
              <p:cNvPr id="90" name="Rectangle 89">
                <a:extLst>
                  <a:ext uri="{FF2B5EF4-FFF2-40B4-BE49-F238E27FC236}">
                    <a16:creationId xmlns:a16="http://schemas.microsoft.com/office/drawing/2014/main" id="{BCA9A0D3-18C9-EB84-F3B0-D4932A927440}"/>
                  </a:ext>
                </a:extLst>
              </p:cNvPr>
              <p:cNvSpPr/>
              <p:nvPr userDrawn="1"/>
            </p:nvSpPr>
            <p:spPr>
              <a:xfrm>
                <a:off x="9286315" y="6976989"/>
                <a:ext cx="2735151" cy="128092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91" name="TextBox 90">
                <a:extLst>
                  <a:ext uri="{FF2B5EF4-FFF2-40B4-BE49-F238E27FC236}">
                    <a16:creationId xmlns:a16="http://schemas.microsoft.com/office/drawing/2014/main" id="{A63B7FDA-EDC1-2420-ECDD-ADF1CFFC431D}"/>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Cropping Images</a:t>
                </a:r>
              </a:p>
            </p:txBody>
          </p:sp>
          <p:pic>
            <p:nvPicPr>
              <p:cNvPr id="92" name="Graphic 91">
                <a:extLst>
                  <a:ext uri="{FF2B5EF4-FFF2-40B4-BE49-F238E27FC236}">
                    <a16:creationId xmlns:a16="http://schemas.microsoft.com/office/drawing/2014/main" id="{FE7532BB-EDFB-CC6D-0216-A2491935383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93" name="TextBox 92">
                <a:extLst>
                  <a:ext uri="{FF2B5EF4-FFF2-40B4-BE49-F238E27FC236}">
                    <a16:creationId xmlns:a16="http://schemas.microsoft.com/office/drawing/2014/main" id="{BF07FF1C-692A-1113-3BA8-468E6AC5B66E}"/>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Right-click on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Choose “Crop” from the menu. (           )</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Adjust the size and position of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Press Esc or click outside the image area to exit the cropping mode.</a:t>
                </a:r>
              </a:p>
            </p:txBody>
          </p:sp>
          <p:pic>
            <p:nvPicPr>
              <p:cNvPr id="94" name="Picture 93">
                <a:extLst>
                  <a:ext uri="{FF2B5EF4-FFF2-40B4-BE49-F238E27FC236}">
                    <a16:creationId xmlns:a16="http://schemas.microsoft.com/office/drawing/2014/main" id="{916609B1-3E3C-9817-C94D-240B7C8E1648}"/>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95" name="TextBox 94">
                <a:extLst>
                  <a:ext uri="{FF2B5EF4-FFF2-40B4-BE49-F238E27FC236}">
                    <a16:creationId xmlns:a16="http://schemas.microsoft.com/office/drawing/2014/main" id="{DF229F99-26B7-F915-0AD2-D7E144ACEFE6}"/>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nvGrpSpPr>
            <p:cNvPr id="80" name="Group 79">
              <a:extLst>
                <a:ext uri="{FF2B5EF4-FFF2-40B4-BE49-F238E27FC236}">
                  <a16:creationId xmlns:a16="http://schemas.microsoft.com/office/drawing/2014/main" id="{202797B2-52D9-3B3F-B1DF-CAC764192258}"/>
                </a:ext>
              </a:extLst>
            </p:cNvPr>
            <p:cNvGrpSpPr/>
            <p:nvPr userDrawn="1"/>
          </p:nvGrpSpPr>
          <p:grpSpPr>
            <a:xfrm>
              <a:off x="12429548" y="4543123"/>
              <a:ext cx="2735151" cy="2200108"/>
              <a:chOff x="9538241" y="5155416"/>
              <a:chExt cx="2735151" cy="2200108"/>
            </a:xfrm>
          </p:grpSpPr>
          <p:sp>
            <p:nvSpPr>
              <p:cNvPr id="81" name="Rectangle 80">
                <a:extLst>
                  <a:ext uri="{FF2B5EF4-FFF2-40B4-BE49-F238E27FC236}">
                    <a16:creationId xmlns:a16="http://schemas.microsoft.com/office/drawing/2014/main" id="{0E0036C0-7960-CA85-022B-1746BF93DB5E}"/>
                  </a:ext>
                </a:extLst>
              </p:cNvPr>
              <p:cNvSpPr/>
              <p:nvPr userDrawn="1"/>
            </p:nvSpPr>
            <p:spPr>
              <a:xfrm>
                <a:off x="9538241" y="5155416"/>
                <a:ext cx="2735151" cy="220010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82" name="TextBox 81">
                <a:extLst>
                  <a:ext uri="{FF2B5EF4-FFF2-40B4-BE49-F238E27FC236}">
                    <a16:creationId xmlns:a16="http://schemas.microsoft.com/office/drawing/2014/main" id="{9AD4720B-5134-EBDB-479F-4AEFD7808B7C}"/>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Changing Images</a:t>
                </a:r>
              </a:p>
            </p:txBody>
          </p:sp>
          <p:pic>
            <p:nvPicPr>
              <p:cNvPr id="83" name="Graphic 82">
                <a:extLst>
                  <a:ext uri="{FF2B5EF4-FFF2-40B4-BE49-F238E27FC236}">
                    <a16:creationId xmlns:a16="http://schemas.microsoft.com/office/drawing/2014/main" id="{723941AD-9419-FC12-D18A-F0C20921160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84" name="TextBox 83">
                <a:extLst>
                  <a:ext uri="{FF2B5EF4-FFF2-40B4-BE49-F238E27FC236}">
                    <a16:creationId xmlns:a16="http://schemas.microsoft.com/office/drawing/2014/main" id="{2AFC8782-1651-9B42-E469-1DB05A7BCB5E}"/>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600" b="1" kern="1200" cap="all" spc="20" baseline="0" noProof="0">
                    <a:solidFill>
                      <a:schemeClr val="tx1"/>
                    </a:solidFill>
                    <a:latin typeface="Aptos" panose="020B0004020202020204" pitchFamily="34" charset="0"/>
                    <a:ea typeface="+mn-ea"/>
                    <a:cs typeface="Aparajita" panose="02020603050405020304" pitchFamily="18" charset="0"/>
                  </a:rPr>
                  <a:t>Method 1: </a:t>
                </a:r>
                <a:r>
                  <a:rPr lang="en-US" sz="600" b="0" kern="1200" cap="all" spc="20" baseline="0" noProof="0">
                    <a:solidFill>
                      <a:schemeClr val="tx1"/>
                    </a:solidFill>
                    <a:latin typeface="Aptos" panose="020B0004020202020204" pitchFamily="34" charset="0"/>
                    <a:ea typeface="+mn-ea"/>
                    <a:cs typeface="Aparajita" panose="02020603050405020304" pitchFamily="18" charset="0"/>
                  </a:rPr>
                  <a:t>RIGHT CLICK</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Right-click on image and select “Change Picture”</a:t>
                </a:r>
              </a:p>
            </p:txBody>
          </p:sp>
          <p:sp>
            <p:nvSpPr>
              <p:cNvPr id="85" name="TextBox 84">
                <a:extLst>
                  <a:ext uri="{FF2B5EF4-FFF2-40B4-BE49-F238E27FC236}">
                    <a16:creationId xmlns:a16="http://schemas.microsoft.com/office/drawing/2014/main" id="{213BFA95-8984-E338-F0AF-77F8051174B7}"/>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lvl="1" indent="-131763" algn="l" defTabSz="914400" rtl="0" eaLnBrk="1" latinLnBrk="0" hangingPunct="1">
                  <a:lnSpc>
                    <a:spcPct val="90000"/>
                  </a:lnSpc>
                  <a:spcBef>
                    <a:spcPts val="0"/>
                  </a:spcBef>
                  <a:spcAft>
                    <a:spcPts val="300"/>
                  </a:spcAft>
                  <a:buFont typeface="Wingdings" pitchFamily="2" charset="2"/>
                  <a:buChar char="§"/>
                  <a:tabLst/>
                  <a:defRPr/>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86" name="TextBox 85">
                <a:extLst>
                  <a:ext uri="{FF2B5EF4-FFF2-40B4-BE49-F238E27FC236}">
                    <a16:creationId xmlns:a16="http://schemas.microsoft.com/office/drawing/2014/main" id="{DD27BFE6-06FF-B3CE-A08D-6B5E84B42A9F}"/>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Method 2: </a:t>
                </a:r>
                <a:r>
                  <a:rPr kumimoji="0" lang="en-US" sz="600" b="0"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RESET PLACEHOLDER</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First, delete the existing image to reset the photo placeholder functionality.</a:t>
                </a:r>
              </a:p>
            </p:txBody>
          </p:sp>
          <p:sp>
            <p:nvSpPr>
              <p:cNvPr id="87" name="TextBox 86">
                <a:extLst>
                  <a:ext uri="{FF2B5EF4-FFF2-40B4-BE49-F238E27FC236}">
                    <a16:creationId xmlns:a16="http://schemas.microsoft.com/office/drawing/2014/main" id="{988BAC7E-BD8C-BBD4-F01A-A5234672389F}"/>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You can now add a new image as normal.</a:t>
                </a:r>
              </a:p>
            </p:txBody>
          </p:sp>
          <p:cxnSp>
            <p:nvCxnSpPr>
              <p:cNvPr id="88" name="Straight Connector 87">
                <a:extLst>
                  <a:ext uri="{FF2B5EF4-FFF2-40B4-BE49-F238E27FC236}">
                    <a16:creationId xmlns:a16="http://schemas.microsoft.com/office/drawing/2014/main" id="{521707E9-6017-D9DD-6258-9D1046541ED0}"/>
                  </a:ext>
                </a:extLst>
              </p:cNvPr>
              <p:cNvCxnSpPr>
                <a:cxnSpLocks/>
              </p:cNvCxnSpPr>
              <p:nvPr userDrawn="1"/>
            </p:nvCxnSpPr>
            <p:spPr>
              <a:xfrm>
                <a:off x="9713479" y="5957047"/>
                <a:ext cx="27000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023955C5-7F4D-E0E5-945F-A25AC673C5AA}"/>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sp>
        <p:nvSpPr>
          <p:cNvPr id="2" name="TextBox 1">
            <a:extLst>
              <a:ext uri="{FF2B5EF4-FFF2-40B4-BE49-F238E27FC236}">
                <a16:creationId xmlns:a16="http://schemas.microsoft.com/office/drawing/2014/main" id="{B53EA102-590A-06E9-B03C-339A5C410D02}"/>
              </a:ext>
            </a:extLst>
          </p:cNvPr>
          <p:cNvSpPr txBox="1"/>
          <p:nvPr userDrawn="1"/>
        </p:nvSpPr>
        <p:spPr>
          <a:xfrm>
            <a:off x="515938"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a:solidFill>
                  <a:schemeClr val="accent6">
                    <a:lumMod val="90000"/>
                  </a:schemeClr>
                </a:solidFill>
              </a:rPr>
              <a:t>Confidential – Qualcomm Technologies, Inc. and/or its affiliated companies – May Contain Trade Secrets</a:t>
            </a:r>
          </a:p>
        </p:txBody>
      </p:sp>
      <p:sp>
        <p:nvSpPr>
          <p:cNvPr id="7" name="Text Placeholder 22">
            <a:extLst>
              <a:ext uri="{FF2B5EF4-FFF2-40B4-BE49-F238E27FC236}">
                <a16:creationId xmlns:a16="http://schemas.microsoft.com/office/drawing/2014/main" id="{B5DE35B9-A6C1-F642-76AA-57E9301FEDD8}"/>
              </a:ext>
            </a:extLst>
          </p:cNvPr>
          <p:cNvSpPr>
            <a:spLocks noGrp="1"/>
          </p:cNvSpPr>
          <p:nvPr>
            <p:ph type="body" sz="quarter" idx="13" hasCustomPrompt="1"/>
          </p:nvPr>
        </p:nvSpPr>
        <p:spPr>
          <a:xfrm>
            <a:off x="515939" y="4539039"/>
            <a:ext cx="4786822" cy="263149"/>
          </a:xfrm>
        </p:spPr>
        <p:txBody>
          <a:bodyPr wrap="square" anchor="t">
            <a:noAutofit/>
          </a:bodyPr>
          <a:lstStyle>
            <a:lvl1pPr marL="0" indent="0">
              <a:buNone/>
              <a:defRPr sz="1800" spc="0">
                <a:solidFill>
                  <a:schemeClr val="tx1"/>
                </a:solidFill>
              </a:defRPr>
            </a:lvl1pPr>
          </a:lstStyle>
          <a:p>
            <a:pPr lvl="0"/>
            <a:r>
              <a:rPr lang="en-US"/>
              <a:t>Speaker title, Employing entity</a:t>
            </a:r>
          </a:p>
          <a:p>
            <a:pPr lvl="0"/>
            <a:endParaRPr lang="en-US"/>
          </a:p>
        </p:txBody>
      </p:sp>
      <p:sp>
        <p:nvSpPr>
          <p:cNvPr id="9" name="Text Placeholder 7">
            <a:extLst>
              <a:ext uri="{FF2B5EF4-FFF2-40B4-BE49-F238E27FC236}">
                <a16:creationId xmlns:a16="http://schemas.microsoft.com/office/drawing/2014/main" id="{56D0D8D4-9FF5-368F-7FF8-03A41AC95FFB}"/>
              </a:ext>
            </a:extLst>
          </p:cNvPr>
          <p:cNvSpPr>
            <a:spLocks noGrp="1"/>
          </p:cNvSpPr>
          <p:nvPr>
            <p:ph type="body" sz="quarter" idx="10" hasCustomPrompt="1"/>
          </p:nvPr>
        </p:nvSpPr>
        <p:spPr bwMode="gray">
          <a:xfrm>
            <a:off x="515937" y="4080516"/>
            <a:ext cx="4787901" cy="450485"/>
          </a:xfrm>
          <a:prstGeom prst="rect">
            <a:avLst/>
          </a:prstGeom>
        </p:spPr>
        <p:txBody>
          <a:bodyPr>
            <a:noAutofit/>
          </a:bodyPr>
          <a:lstStyle>
            <a:lvl1pPr marL="0" indent="0" algn="l" defTabSz="914400" rtl="0" eaLnBrk="1" latinLnBrk="0" hangingPunct="1">
              <a:lnSpc>
                <a:spcPct val="96000"/>
              </a:lnSpc>
              <a:spcBef>
                <a:spcPts val="0"/>
              </a:spcBef>
              <a:spcAft>
                <a:spcPts val="600"/>
              </a:spcAft>
              <a:buFont typeface="Microsoft Sans Serif" panose="020B0604020202020204" pitchFamily="34" charset="0"/>
              <a:buChar char="​"/>
              <a:defRPr lang="en-US" sz="2800" kern="1200" spc="-50" baseline="0" dirty="0">
                <a:solidFill>
                  <a:schemeClr val="tx1"/>
                </a:solidFill>
                <a:latin typeface="+mj-lt"/>
                <a:ea typeface="Alfabet" pitchFamily="2" charset="0"/>
                <a:cs typeface="Microsoft Sans Serif" panose="020B0604020202020204" pitchFamily="34" charset="0"/>
              </a:defRPr>
            </a:lvl1pPr>
            <a:lvl2pPr marL="0" indent="0" algn="l" defTabSz="914400" rtl="0" eaLnBrk="1" latinLnBrk="0" hangingPunct="1">
              <a:lnSpc>
                <a:spcPct val="96000"/>
              </a:lnSpc>
              <a:spcBef>
                <a:spcPts val="0"/>
              </a:spcBef>
              <a:buFont typeface="Microsoft Sans Serif" panose="020B0604020202020204" pitchFamily="34" charset="0"/>
              <a:buNone/>
              <a:defRPr lang="en-US" sz="2000" kern="1200" dirty="0">
                <a:solidFill>
                  <a:schemeClr val="tx1"/>
                </a:solidFill>
                <a:latin typeface="Aptos" panose="020B0004020202020204" pitchFamily="34" charset="0"/>
                <a:ea typeface="Alfabet" pitchFamily="2" charset="0"/>
                <a:cs typeface="Microsoft Sans Serif" panose="020B0604020202020204" pitchFamily="34" charset="0"/>
              </a:defRPr>
            </a:lvl2pPr>
            <a:lvl3pPr marL="0" indent="0">
              <a:lnSpc>
                <a:spcPct val="98000"/>
              </a:lnSpc>
              <a:spcBef>
                <a:spcPts val="0"/>
              </a:spcBef>
              <a:buFont typeface="Microsoft Sans Serif" panose="020B0604020202020204" pitchFamily="34" charset="0"/>
              <a:buChar char="​"/>
              <a:defRPr sz="1800">
                <a:solidFill>
                  <a:schemeClr val="bg1"/>
                </a:solidFill>
              </a:defRPr>
            </a:lvl3pPr>
            <a:lvl4pPr marL="0" indent="0">
              <a:lnSpc>
                <a:spcPct val="98000"/>
              </a:lnSpc>
              <a:spcBef>
                <a:spcPts val="0"/>
              </a:spcBef>
              <a:buFont typeface="Microsoft Sans Serif" panose="020B0604020202020204" pitchFamily="34" charset="0"/>
              <a:buChar char="​"/>
              <a:defRPr sz="1800" baseline="0">
                <a:solidFill>
                  <a:schemeClr val="bg1"/>
                </a:solidFill>
              </a:defRPr>
            </a:lvl4pPr>
            <a:lvl5pPr>
              <a:lnSpc>
                <a:spcPct val="98000"/>
              </a:lnSpc>
              <a:spcBef>
                <a:spcPts val="0"/>
              </a:spcBef>
              <a:defRPr sz="1800">
                <a:solidFill>
                  <a:schemeClr val="bg1"/>
                </a:solidFill>
              </a:defRPr>
            </a:lvl5pPr>
            <a:lvl6pPr>
              <a:lnSpc>
                <a:spcPct val="98000"/>
              </a:lnSpc>
              <a:spcBef>
                <a:spcPts val="0"/>
              </a:spcBef>
              <a:defRPr sz="1800">
                <a:solidFill>
                  <a:schemeClr val="bg1"/>
                </a:solidFill>
              </a:defRPr>
            </a:lvl6pPr>
            <a:lvl7pPr>
              <a:lnSpc>
                <a:spcPct val="98000"/>
              </a:lnSpc>
              <a:spcBef>
                <a:spcPts val="0"/>
              </a:spcBef>
              <a:defRPr sz="1800" baseline="0">
                <a:solidFill>
                  <a:schemeClr val="bg1"/>
                </a:solidFill>
              </a:defRPr>
            </a:lvl7pPr>
            <a:lvl8pPr>
              <a:lnSpc>
                <a:spcPct val="98000"/>
              </a:lnSpc>
              <a:spcBef>
                <a:spcPts val="0"/>
              </a:spcBef>
              <a:defRPr sz="1800" baseline="0">
                <a:solidFill>
                  <a:schemeClr val="bg1"/>
                </a:solidFill>
              </a:defRPr>
            </a:lvl8pPr>
            <a:lvl9pPr>
              <a:lnSpc>
                <a:spcPct val="98000"/>
              </a:lnSpc>
              <a:spcBef>
                <a:spcPts val="0"/>
              </a:spcBef>
              <a:defRPr sz="1800" baseline="0">
                <a:solidFill>
                  <a:schemeClr val="bg1"/>
                </a:solidFill>
              </a:defRPr>
            </a:lvl9pPr>
          </a:lstStyle>
          <a:p>
            <a:pPr lvl="0"/>
            <a:r>
              <a:rPr lang="en-US"/>
              <a:t>Speaker name</a:t>
            </a:r>
          </a:p>
        </p:txBody>
      </p:sp>
      <p:sp>
        <p:nvSpPr>
          <p:cNvPr id="11" name="TextBox 10">
            <a:extLst>
              <a:ext uri="{FF2B5EF4-FFF2-40B4-BE49-F238E27FC236}">
                <a16:creationId xmlns:a16="http://schemas.microsoft.com/office/drawing/2014/main" id="{F6AD5693-C1C6-9DF3-0CF6-15688C300F5B}"/>
              </a:ext>
            </a:extLst>
          </p:cNvPr>
          <p:cNvSpPr txBox="1"/>
          <p:nvPr userDrawn="1"/>
        </p:nvSpPr>
        <p:spPr>
          <a:xfrm>
            <a:off x="515938" y="6096960"/>
            <a:ext cx="5247709" cy="233910"/>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marL="0" lvl="0" indent="0" algn="l" defTabSz="685800" rtl="0" eaLnBrk="1" latinLnBrk="0" hangingPunct="1">
              <a:lnSpc>
                <a:spcPct val="95000"/>
              </a:lnSpc>
              <a:spcBef>
                <a:spcPts val="1200"/>
              </a:spcBef>
              <a:buClr>
                <a:srgbClr val="3253DC"/>
              </a:buClr>
              <a:buFont typeface="Arial" panose="020B0604020202020204" pitchFamily="34" charset="0"/>
              <a:buNone/>
              <a:tabLst/>
            </a:pPr>
            <a:r>
              <a:rPr lang="en-CA" sz="800" kern="1200" baseline="0">
                <a:solidFill>
                  <a:schemeClr val="accent6">
                    <a:lumMod val="90000"/>
                  </a:schemeClr>
                </a:solidFill>
                <a:latin typeface="+mn-lt"/>
                <a:ea typeface="+mn-ea"/>
                <a:cs typeface="+mn-cs"/>
              </a:rPr>
              <a:t>Snapdragon and Qualcomm branded products are products of Qualcomm Technologies, Inc. and/or its subsidiaries. Qualcomm patented technologies are licensed by Qualcomm Incorporated.</a:t>
            </a:r>
            <a:endParaRPr lang="en-US" sz="800" kern="1200" baseline="0">
              <a:solidFill>
                <a:schemeClr val="accent6">
                  <a:lumMod val="90000"/>
                </a:schemeClr>
              </a:solidFill>
              <a:latin typeface="+mn-lt"/>
              <a:ea typeface="+mn-ea"/>
              <a:cs typeface="+mn-cs"/>
            </a:endParaRPr>
          </a:p>
        </p:txBody>
      </p:sp>
      <p:sp>
        <p:nvSpPr>
          <p:cNvPr id="12" name="Text Placeholder 22">
            <a:extLst>
              <a:ext uri="{FF2B5EF4-FFF2-40B4-BE49-F238E27FC236}">
                <a16:creationId xmlns:a16="http://schemas.microsoft.com/office/drawing/2014/main" id="{169A3A7F-36DB-2DDF-329F-F8A56895062D}"/>
              </a:ext>
            </a:extLst>
          </p:cNvPr>
          <p:cNvSpPr>
            <a:spLocks noGrp="1"/>
          </p:cNvSpPr>
          <p:nvPr>
            <p:ph type="body" sz="quarter" idx="14" hasCustomPrompt="1"/>
          </p:nvPr>
        </p:nvSpPr>
        <p:spPr>
          <a:xfrm>
            <a:off x="515939" y="5763332"/>
            <a:ext cx="4786822" cy="263149"/>
          </a:xfrm>
        </p:spPr>
        <p:txBody>
          <a:bodyPr wrap="square" anchor="t">
            <a:noAutofit/>
          </a:bodyPr>
          <a:lstStyle>
            <a:lvl1pPr marL="0" indent="0">
              <a:buNone/>
              <a:defRPr sz="1600" spc="0">
                <a:solidFill>
                  <a:schemeClr val="tx1"/>
                </a:solidFill>
              </a:defRPr>
            </a:lvl1pPr>
          </a:lstStyle>
          <a:p>
            <a:pPr lvl="0"/>
            <a:r>
              <a:rPr lang="en-US"/>
              <a:t>@</a:t>
            </a:r>
            <a:r>
              <a:rPr lang="en-US" err="1"/>
              <a:t>qualcomm</a:t>
            </a:r>
            <a:endParaRPr lang="en-US"/>
          </a:p>
        </p:txBody>
      </p:sp>
    </p:spTree>
    <p:extLst>
      <p:ext uri="{BB962C8B-B14F-4D97-AF65-F5344CB8AC3E}">
        <p14:creationId xmlns:p14="http://schemas.microsoft.com/office/powerpoint/2010/main" val="1426959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2387" userDrawn="1">
          <p15:clr>
            <a:srgbClr val="FBAE40"/>
          </p15:clr>
        </p15:guide>
        <p15:guide id="4" orient="horz" pos="2568" userDrawn="1">
          <p15:clr>
            <a:srgbClr val="FBAE40"/>
          </p15:clr>
        </p15:guide>
        <p15:guide id="5" orient="horz" pos="3022" userDrawn="1">
          <p15:clr>
            <a:srgbClr val="FBAE40"/>
          </p15:clr>
        </p15:guide>
        <p15:guide id="6" pos="3341"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Photo_Black">
    <p:spTree>
      <p:nvGrpSpPr>
        <p:cNvPr id="1" name=""/>
        <p:cNvGrpSpPr/>
        <p:nvPr/>
      </p:nvGrpSpPr>
      <p:grpSpPr>
        <a:xfrm>
          <a:off x="0" y="0"/>
          <a:ext cx="0" cy="0"/>
          <a:chOff x="0" y="0"/>
          <a:chExt cx="0" cy="0"/>
        </a:xfrm>
      </p:grpSpPr>
      <p:sp>
        <p:nvSpPr>
          <p:cNvPr id="38" name="Freeform 5">
            <a:extLst>
              <a:ext uri="{FF2B5EF4-FFF2-40B4-BE49-F238E27FC236}">
                <a16:creationId xmlns:a16="http://schemas.microsoft.com/office/drawing/2014/main" id="{B84DB87B-4411-D45F-596A-3F51AD07A0C2}"/>
              </a:ext>
            </a:extLst>
          </p:cNvPr>
          <p:cNvSpPr>
            <a:spLocks noChangeAspect="1" noEditPoints="1"/>
          </p:cNvSpPr>
          <p:nvPr userDrawn="1"/>
        </p:nvSpPr>
        <p:spPr bwMode="black">
          <a:xfrm>
            <a:off x="515937" y="460180"/>
            <a:ext cx="1817861" cy="333196"/>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3" name="Title 2">
            <a:extLst>
              <a:ext uri="{FF2B5EF4-FFF2-40B4-BE49-F238E27FC236}">
                <a16:creationId xmlns:a16="http://schemas.microsoft.com/office/drawing/2014/main" id="{8B76B047-B3CB-334D-D7F4-B842FB3D8A89}"/>
              </a:ext>
            </a:extLst>
          </p:cNvPr>
          <p:cNvSpPr>
            <a:spLocks noGrp="1"/>
          </p:cNvSpPr>
          <p:nvPr>
            <p:ph type="title" hasCustomPrompt="1"/>
          </p:nvPr>
        </p:nvSpPr>
        <p:spPr bwMode="gray">
          <a:xfrm>
            <a:off x="515939" y="1628775"/>
            <a:ext cx="4787900" cy="2160588"/>
          </a:xfrm>
        </p:spPr>
        <p:txBody>
          <a:bodyPr wrap="square" anchor="b">
            <a:noAutofit/>
          </a:bodyPr>
          <a:lstStyle>
            <a:lvl1pPr marL="0" algn="l" defTabSz="914400" rtl="0" eaLnBrk="1" latinLnBrk="0" hangingPunct="1">
              <a:lnSpc>
                <a:spcPct val="80000"/>
              </a:lnSpc>
              <a:defRPr lang="en-US" sz="48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4800" spc="-110">
                <a:solidFill>
                  <a:srgbClr val="FFFFFE"/>
                </a:solidFill>
                <a:ea typeface="Alfabet" pitchFamily="2" charset="0"/>
                <a:cs typeface="Microsoft Sans Serif" panose="020B0604020202020204" pitchFamily="34" charset="0"/>
              </a:rPr>
              <a:t>Presentation </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title goes here</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4 lines</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maximum</a:t>
            </a:r>
            <a:endParaRPr lang="en-US"/>
          </a:p>
        </p:txBody>
      </p:sp>
      <p:sp>
        <p:nvSpPr>
          <p:cNvPr id="40" name="Text Placeholder 7">
            <a:extLst>
              <a:ext uri="{FF2B5EF4-FFF2-40B4-BE49-F238E27FC236}">
                <a16:creationId xmlns:a16="http://schemas.microsoft.com/office/drawing/2014/main" id="{173B11F6-8E4D-8BF2-1D11-5EC207F243EE}"/>
              </a:ext>
            </a:extLst>
          </p:cNvPr>
          <p:cNvSpPr>
            <a:spLocks noGrp="1"/>
          </p:cNvSpPr>
          <p:nvPr>
            <p:ph type="body" sz="quarter" idx="10" hasCustomPrompt="1"/>
          </p:nvPr>
        </p:nvSpPr>
        <p:spPr bwMode="gray">
          <a:xfrm>
            <a:off x="515937" y="4080516"/>
            <a:ext cx="4787901" cy="450485"/>
          </a:xfrm>
          <a:prstGeom prst="rect">
            <a:avLst/>
          </a:prstGeom>
        </p:spPr>
        <p:txBody>
          <a:bodyPr>
            <a:noAutofit/>
          </a:bodyPr>
          <a:lstStyle>
            <a:lvl1pPr marL="457200" indent="-457200" algn="l" defTabSz="914400" rtl="0" eaLnBrk="1" latinLnBrk="0" hangingPunct="1">
              <a:lnSpc>
                <a:spcPct val="96000"/>
              </a:lnSpc>
              <a:spcBef>
                <a:spcPts val="0"/>
              </a:spcBef>
              <a:spcAft>
                <a:spcPts val="600"/>
              </a:spcAft>
              <a:buFontTx/>
              <a:buNone/>
              <a:defRPr lang="en-US" sz="2800" kern="1200" spc="-50" baseline="0" dirty="0">
                <a:solidFill>
                  <a:schemeClr val="tx1"/>
                </a:solidFill>
                <a:latin typeface="+mj-lt"/>
                <a:ea typeface="Alfabet" pitchFamily="2" charset="0"/>
                <a:cs typeface="Microsoft Sans Serif" panose="020B0604020202020204" pitchFamily="34" charset="0"/>
              </a:defRPr>
            </a:lvl1pPr>
            <a:lvl2pPr marL="0" indent="0" algn="l" defTabSz="914400" rtl="0" eaLnBrk="1" latinLnBrk="0" hangingPunct="1">
              <a:lnSpc>
                <a:spcPct val="96000"/>
              </a:lnSpc>
              <a:spcBef>
                <a:spcPts val="0"/>
              </a:spcBef>
              <a:buFont typeface="Microsoft Sans Serif" panose="020B0604020202020204" pitchFamily="34" charset="0"/>
              <a:buNone/>
              <a:defRPr lang="en-US" sz="2000" kern="1200" dirty="0">
                <a:solidFill>
                  <a:schemeClr val="tx1"/>
                </a:solidFill>
                <a:latin typeface="Aptos" panose="020B0004020202020204" pitchFamily="34" charset="0"/>
                <a:ea typeface="Alfabet" pitchFamily="2" charset="0"/>
                <a:cs typeface="Microsoft Sans Serif" panose="020B0604020202020204" pitchFamily="34" charset="0"/>
              </a:defRPr>
            </a:lvl2pPr>
            <a:lvl3pPr marL="0" indent="0">
              <a:lnSpc>
                <a:spcPct val="98000"/>
              </a:lnSpc>
              <a:spcBef>
                <a:spcPts val="0"/>
              </a:spcBef>
              <a:buFont typeface="Microsoft Sans Serif" panose="020B0604020202020204" pitchFamily="34" charset="0"/>
              <a:buChar char="​"/>
              <a:defRPr sz="1800">
                <a:solidFill>
                  <a:schemeClr val="bg1"/>
                </a:solidFill>
              </a:defRPr>
            </a:lvl3pPr>
            <a:lvl4pPr marL="0" indent="0">
              <a:lnSpc>
                <a:spcPct val="98000"/>
              </a:lnSpc>
              <a:spcBef>
                <a:spcPts val="0"/>
              </a:spcBef>
              <a:buFont typeface="Microsoft Sans Serif" panose="020B0604020202020204" pitchFamily="34" charset="0"/>
              <a:buChar char="​"/>
              <a:defRPr sz="1800" baseline="0">
                <a:solidFill>
                  <a:schemeClr val="bg1"/>
                </a:solidFill>
              </a:defRPr>
            </a:lvl4pPr>
            <a:lvl5pPr>
              <a:lnSpc>
                <a:spcPct val="98000"/>
              </a:lnSpc>
              <a:spcBef>
                <a:spcPts val="0"/>
              </a:spcBef>
              <a:defRPr sz="1800">
                <a:solidFill>
                  <a:schemeClr val="bg1"/>
                </a:solidFill>
              </a:defRPr>
            </a:lvl5pPr>
            <a:lvl6pPr>
              <a:lnSpc>
                <a:spcPct val="98000"/>
              </a:lnSpc>
              <a:spcBef>
                <a:spcPts val="0"/>
              </a:spcBef>
              <a:defRPr sz="1800">
                <a:solidFill>
                  <a:schemeClr val="bg1"/>
                </a:solidFill>
              </a:defRPr>
            </a:lvl6pPr>
            <a:lvl7pPr>
              <a:lnSpc>
                <a:spcPct val="98000"/>
              </a:lnSpc>
              <a:spcBef>
                <a:spcPts val="0"/>
              </a:spcBef>
              <a:defRPr sz="1800" baseline="0">
                <a:solidFill>
                  <a:schemeClr val="bg1"/>
                </a:solidFill>
              </a:defRPr>
            </a:lvl7pPr>
            <a:lvl8pPr>
              <a:lnSpc>
                <a:spcPct val="98000"/>
              </a:lnSpc>
              <a:spcBef>
                <a:spcPts val="0"/>
              </a:spcBef>
              <a:defRPr sz="1800" baseline="0">
                <a:solidFill>
                  <a:schemeClr val="bg1"/>
                </a:solidFill>
              </a:defRPr>
            </a:lvl8pPr>
            <a:lvl9pPr>
              <a:lnSpc>
                <a:spcPct val="98000"/>
              </a:lnSpc>
              <a:spcBef>
                <a:spcPts val="0"/>
              </a:spcBef>
              <a:defRPr sz="1800" baseline="0">
                <a:solidFill>
                  <a:schemeClr val="bg1"/>
                </a:solidFill>
              </a:defRPr>
            </a:lvl9pPr>
          </a:lstStyle>
          <a:p>
            <a:pPr marL="0" lvl="0" indent="0" algn="l" defTabSz="914400" rtl="0" eaLnBrk="1" latinLnBrk="0" hangingPunct="1">
              <a:lnSpc>
                <a:spcPct val="96000"/>
              </a:lnSpc>
              <a:spcBef>
                <a:spcPts val="0"/>
              </a:spcBef>
              <a:spcAft>
                <a:spcPts val="600"/>
              </a:spcAft>
              <a:buClrTx/>
              <a:buFont typeface="Microsoft Sans Serif" panose="020B0604020202020204" pitchFamily="34" charset="0"/>
              <a:buChar char="​"/>
            </a:pPr>
            <a:r>
              <a:rPr lang="en-US"/>
              <a:t>Speaker name</a:t>
            </a:r>
          </a:p>
        </p:txBody>
      </p:sp>
      <p:sp>
        <p:nvSpPr>
          <p:cNvPr id="5" name="Picture Placeholder 4">
            <a:extLst>
              <a:ext uri="{FF2B5EF4-FFF2-40B4-BE49-F238E27FC236}">
                <a16:creationId xmlns:a16="http://schemas.microsoft.com/office/drawing/2014/main" id="{EC64425E-E669-2320-C453-2FA7B3C91BA2}"/>
              </a:ext>
            </a:extLst>
          </p:cNvPr>
          <p:cNvSpPr>
            <a:spLocks noGrp="1" noChangeAspect="1"/>
          </p:cNvSpPr>
          <p:nvPr>
            <p:ph type="pic" sz="quarter" idx="12" hasCustomPrompt="1"/>
          </p:nvPr>
        </p:nvSpPr>
        <p:spPr>
          <a:xfrm>
            <a:off x="6448428" y="0"/>
            <a:ext cx="5743572" cy="6858000"/>
          </a:xfrm>
          <a:custGeom>
            <a:avLst/>
            <a:gdLst>
              <a:gd name="connsiteX0" fmla="*/ 1678722 w 5743572"/>
              <a:gd name="connsiteY0" fmla="*/ 0 h 6858000"/>
              <a:gd name="connsiteX1" fmla="*/ 5743572 w 5743572"/>
              <a:gd name="connsiteY1" fmla="*/ 0 h 6858000"/>
              <a:gd name="connsiteX2" fmla="*/ 5743572 w 5743572"/>
              <a:gd name="connsiteY2" fmla="*/ 6858000 h 6858000"/>
              <a:gd name="connsiteX3" fmla="*/ 1672152 w 5743572"/>
              <a:gd name="connsiteY3" fmla="*/ 6858000 h 6858000"/>
              <a:gd name="connsiteX4" fmla="*/ 1582239 w 5743572"/>
              <a:gd name="connsiteY4" fmla="*/ 6787328 h 6858000"/>
              <a:gd name="connsiteX5" fmla="*/ 0 w 5743572"/>
              <a:gd name="connsiteY5" fmla="*/ 3431582 h 6858000"/>
              <a:gd name="connsiteX6" fmla="*/ 1582239 w 5743572"/>
              <a:gd name="connsiteY6" fmla="*/ 7583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43572" h="6858000">
                <a:moveTo>
                  <a:pt x="1678722" y="0"/>
                </a:moveTo>
                <a:lnTo>
                  <a:pt x="5743572" y="0"/>
                </a:lnTo>
                <a:lnTo>
                  <a:pt x="5743572" y="6858000"/>
                </a:lnTo>
                <a:lnTo>
                  <a:pt x="1672152" y="6858000"/>
                </a:lnTo>
                <a:lnTo>
                  <a:pt x="1582239" y="6787328"/>
                </a:lnTo>
                <a:cubicBezTo>
                  <a:pt x="615926" y="5989694"/>
                  <a:pt x="0" y="4782581"/>
                  <a:pt x="0" y="3431582"/>
                </a:cubicBezTo>
                <a:cubicBezTo>
                  <a:pt x="0" y="2080583"/>
                  <a:pt x="615926" y="873471"/>
                  <a:pt x="1582239" y="75837"/>
                </a:cubicBezTo>
                <a:close/>
              </a:path>
            </a:pathLst>
          </a:custGeom>
          <a:noFill/>
        </p:spPr>
        <p:txBody>
          <a:bodyPr wrap="square" lIns="360000" rIns="0" bIns="1440000" anchor="ctr">
            <a:no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2800" kern="1200" baseline="0" dirty="0">
                <a:solidFill>
                  <a:schemeClr val="tx2"/>
                </a:solidFill>
                <a:latin typeface="+mj-lt"/>
                <a:ea typeface="+mn-ea"/>
                <a:cs typeface="+mn-cs"/>
              </a:defRPr>
            </a:lvl1pPr>
          </a:lstStyle>
          <a:p>
            <a:r>
              <a:rPr lang="en-US"/>
              <a:t>Click the icon to insert photo</a:t>
            </a:r>
          </a:p>
        </p:txBody>
      </p:sp>
      <p:grpSp>
        <p:nvGrpSpPr>
          <p:cNvPr id="7" name="Group 6">
            <a:extLst>
              <a:ext uri="{FF2B5EF4-FFF2-40B4-BE49-F238E27FC236}">
                <a16:creationId xmlns:a16="http://schemas.microsoft.com/office/drawing/2014/main" id="{E37B91EA-919A-7638-0BA3-B129FE4D943F}"/>
              </a:ext>
            </a:extLst>
          </p:cNvPr>
          <p:cNvGrpSpPr/>
          <p:nvPr userDrawn="1"/>
        </p:nvGrpSpPr>
        <p:grpSpPr>
          <a:xfrm>
            <a:off x="12290489" y="-1"/>
            <a:ext cx="2910882" cy="6858001"/>
            <a:chOff x="12290489" y="-1"/>
            <a:chExt cx="2910882" cy="6858001"/>
          </a:xfrm>
        </p:grpSpPr>
        <p:sp>
          <p:nvSpPr>
            <p:cNvPr id="8" name="Rectangle 7">
              <a:extLst>
                <a:ext uri="{FF2B5EF4-FFF2-40B4-BE49-F238E27FC236}">
                  <a16:creationId xmlns:a16="http://schemas.microsoft.com/office/drawing/2014/main" id="{2EDA7097-6BD6-5F3A-BE43-2276781396DA}"/>
                </a:ext>
              </a:extLst>
            </p:cNvPr>
            <p:cNvSpPr/>
            <p:nvPr userDrawn="1"/>
          </p:nvSpPr>
          <p:spPr>
            <a:xfrm>
              <a:off x="12290489" y="-1"/>
              <a:ext cx="2735151" cy="6858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latin typeface="Aptos" panose="020B0004020202020204" pitchFamily="34" charset="0"/>
                <a:cs typeface="Aparajita" panose="02020603050405020304" pitchFamily="18" charset="0"/>
              </a:endParaRPr>
            </a:p>
          </p:txBody>
        </p:sp>
        <p:sp>
          <p:nvSpPr>
            <p:cNvPr id="9" name="TextBox 8">
              <a:extLst>
                <a:ext uri="{FF2B5EF4-FFF2-40B4-BE49-F238E27FC236}">
                  <a16:creationId xmlns:a16="http://schemas.microsoft.com/office/drawing/2014/main" id="{B2C20B70-21BA-6DCA-5971-AD83BA107546}"/>
                </a:ext>
              </a:extLst>
            </p:cNvPr>
            <p:cNvSpPr txBox="1"/>
            <p:nvPr userDrawn="1"/>
          </p:nvSpPr>
          <p:spPr>
            <a:xfrm>
              <a:off x="12449814" y="173148"/>
              <a:ext cx="1534074"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lvl="0"/>
              <a:r>
                <a:rPr lang="en-US" b="1">
                  <a:solidFill>
                    <a:schemeClr val="bg1"/>
                  </a:solidFill>
                  <a:latin typeface="Aptos" panose="020B0004020202020204" pitchFamily="34" charset="0"/>
                  <a:cs typeface="Aparajita" panose="02020603050405020304" pitchFamily="18" charset="0"/>
                </a:rPr>
                <a:t>HOW TO ADD AN IMAGE</a:t>
              </a:r>
            </a:p>
          </p:txBody>
        </p:sp>
        <p:cxnSp>
          <p:nvCxnSpPr>
            <p:cNvPr id="10" name="Straight Connector 9">
              <a:extLst>
                <a:ext uri="{FF2B5EF4-FFF2-40B4-BE49-F238E27FC236}">
                  <a16:creationId xmlns:a16="http://schemas.microsoft.com/office/drawing/2014/main" id="{6B019D8F-CF6D-52FB-9386-AD25FEDB7709}"/>
                </a:ext>
              </a:extLst>
            </p:cNvPr>
            <p:cNvCxnSpPr>
              <a:cxnSpLocks/>
            </p:cNvCxnSpPr>
            <p:nvPr userDrawn="1"/>
          </p:nvCxnSpPr>
          <p:spPr>
            <a:xfrm>
              <a:off x="12449814" y="423012"/>
              <a:ext cx="270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95B849A-03DE-1D9D-8CD2-42E7163D9647}"/>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b="1">
                  <a:latin typeface="Aptos" panose="020B0004020202020204" pitchFamily="34" charset="0"/>
                  <a:cs typeface="Aparajita" panose="02020603050405020304" pitchFamily="18" charset="0"/>
                </a:rPr>
                <a:t>Method 1: </a:t>
              </a:r>
              <a:r>
                <a:rPr lang="en-US" sz="600" b="0">
                  <a:latin typeface="Aptos" panose="020B0004020202020204" pitchFamily="34" charset="0"/>
                  <a:cs typeface="Aparajita" panose="02020603050405020304" pitchFamily="18" charset="0"/>
                </a:rPr>
                <a:t>from file browser</a:t>
              </a:r>
            </a:p>
            <a:p>
              <a:pPr lvl="1">
                <a:buNone/>
              </a:pPr>
              <a:r>
                <a:rPr lang="en-US" sz="1050">
                  <a:latin typeface="Aptos" panose="020B0004020202020204" pitchFamily="34" charset="0"/>
                  <a:cs typeface="Aparajita" panose="02020603050405020304" pitchFamily="18" charset="0"/>
                </a:rPr>
                <a:t>Drag the image onto the slide.</a:t>
              </a:r>
            </a:p>
            <a:p>
              <a:pPr marL="0" marR="0" lvl="1" indent="0" algn="l" defTabSz="914400" rtl="0" eaLnBrk="1" fontAlgn="auto" latinLnBrk="0" hangingPunct="1">
                <a:lnSpc>
                  <a:spcPct val="90000"/>
                </a:lnSpc>
                <a:spcBef>
                  <a:spcPts val="0"/>
                </a:spcBef>
                <a:spcAft>
                  <a:spcPts val="300"/>
                </a:spcAft>
                <a:buClrTx/>
                <a:buSzTx/>
                <a:buFontTx/>
                <a:buNone/>
                <a:tabLst/>
                <a:defRPr/>
              </a:pPr>
              <a:r>
                <a:rPr lang="en-US" sz="700">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lang="en-US" sz="1000">
                <a:latin typeface="Aptos" panose="020B0004020202020204" pitchFamily="34" charset="0"/>
                <a:cs typeface="Aparajita" panose="02020603050405020304" pitchFamily="18" charset="0"/>
              </a:endParaRPr>
            </a:p>
          </p:txBody>
        </p:sp>
        <p:sp>
          <p:nvSpPr>
            <p:cNvPr id="12" name="TextBox 11">
              <a:extLst>
                <a:ext uri="{FF2B5EF4-FFF2-40B4-BE49-F238E27FC236}">
                  <a16:creationId xmlns:a16="http://schemas.microsoft.com/office/drawing/2014/main" id="{28304DE3-9AD6-BE3E-6D17-CDF04FB498E7}"/>
                </a:ext>
              </a:extLst>
            </p:cNvPr>
            <p:cNvSpPr txBox="1">
              <a:spLocks noChangeAspect="1"/>
            </p:cNvSpPr>
            <p:nvPr/>
          </p:nvSpPr>
          <p:spPr>
            <a:xfrm>
              <a:off x="12449814" y="566082"/>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1</a:t>
              </a:r>
            </a:p>
          </p:txBody>
        </p:sp>
        <p:sp>
          <p:nvSpPr>
            <p:cNvPr id="13" name="TextBox 12">
              <a:extLst>
                <a:ext uri="{FF2B5EF4-FFF2-40B4-BE49-F238E27FC236}">
                  <a16:creationId xmlns:a16="http://schemas.microsoft.com/office/drawing/2014/main" id="{FBD9A725-248B-2C7F-A33D-ECC81EA8B752}"/>
                </a:ext>
              </a:extLst>
            </p:cNvPr>
            <p:cNvSpPr txBox="1">
              <a:spLocks noChangeAspect="1"/>
            </p:cNvSpPr>
            <p:nvPr/>
          </p:nvSpPr>
          <p:spPr>
            <a:xfrm>
              <a:off x="12449814" y="1018081"/>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2</a:t>
              </a:r>
            </a:p>
          </p:txBody>
        </p:sp>
        <p:sp>
          <p:nvSpPr>
            <p:cNvPr id="14" name="TextBox 13">
              <a:extLst>
                <a:ext uri="{FF2B5EF4-FFF2-40B4-BE49-F238E27FC236}">
                  <a16:creationId xmlns:a16="http://schemas.microsoft.com/office/drawing/2014/main" id="{C2A7AB11-C1E1-8FC7-2ADA-B558F7355D96}"/>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0">
                <a:spcBef>
                  <a:spcPts val="700"/>
                </a:spcBef>
              </a:pPr>
              <a:r>
                <a:rPr lang="en-US">
                  <a:latin typeface="Aptos" panose="020B0004020202020204" pitchFamily="34" charset="0"/>
                  <a:cs typeface="Aparajita" panose="02020603050405020304" pitchFamily="18" charset="0"/>
                </a:rPr>
                <a:t>Source images from the </a:t>
              </a:r>
              <a:r>
                <a:rPr lang="en-US">
                  <a:solidFill>
                    <a:schemeClr val="accent1"/>
                  </a:solidFill>
                  <a:latin typeface="Aptos" panose="020B0004020202020204" pitchFamily="34" charset="0"/>
                  <a:cs typeface="Aparajita" panose="02020603050405020304" pitchFamily="18" charset="0"/>
                </a:rPr>
                <a:t>Qualcomm Brand Portal</a:t>
              </a:r>
            </a:p>
            <a:p>
              <a:pPr lvl="0">
                <a:spcBef>
                  <a:spcPts val="700"/>
                </a:spcBef>
              </a:pPr>
              <a:r>
                <a:rPr lang="en-US">
                  <a:latin typeface="Aptos" panose="020B0004020202020204" pitchFamily="34" charset="0"/>
                  <a:cs typeface="Aparajita" panose="02020603050405020304" pitchFamily="18" charset="0"/>
                </a:rPr>
                <a:t>Add the image to the placeholder.</a:t>
              </a:r>
            </a:p>
          </p:txBody>
        </p:sp>
        <p:sp>
          <p:nvSpPr>
            <p:cNvPr id="15" name="TextBox 14">
              <a:extLst>
                <a:ext uri="{FF2B5EF4-FFF2-40B4-BE49-F238E27FC236}">
                  <a16:creationId xmlns:a16="http://schemas.microsoft.com/office/drawing/2014/main" id="{542A33C5-F04C-9963-9CE2-6531F6D3963E}"/>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2: </a:t>
              </a:r>
              <a:r>
                <a:rPr lang="en-US" sz="600" b="0">
                  <a:latin typeface="Aptos" panose="020B0004020202020204" pitchFamily="34" charset="0"/>
                  <a:cs typeface="Aparajita" panose="02020603050405020304" pitchFamily="18" charset="0"/>
                </a:rPr>
                <a:t>Paste from clipboard</a:t>
              </a:r>
            </a:p>
            <a:p>
              <a:pPr lvl="1">
                <a:buNone/>
              </a:pPr>
              <a:r>
                <a:rPr lang="en-US" sz="1050">
                  <a:latin typeface="Aptos" panose="020B0004020202020204" pitchFamily="34" charset="0"/>
                  <a:cs typeface="Aparajita" panose="02020603050405020304" pitchFamily="18" charset="0"/>
                </a:rPr>
                <a:t>Select the image placeholder.</a:t>
              </a:r>
            </a:p>
            <a:p>
              <a:pPr lvl="1">
                <a:buNone/>
              </a:pPr>
              <a:r>
                <a:rPr lang="en-US" sz="1050">
                  <a:latin typeface="Aptos" panose="020B0004020202020204" pitchFamily="34" charset="0"/>
                  <a:cs typeface="Aparajita" panose="02020603050405020304" pitchFamily="18" charset="0"/>
                </a:rPr>
                <a:t>Right-click or use keyboard shortcuts to paste the image.</a:t>
              </a:r>
            </a:p>
          </p:txBody>
        </p:sp>
        <p:sp>
          <p:nvSpPr>
            <p:cNvPr id="16" name="TextBox 15">
              <a:extLst>
                <a:ext uri="{FF2B5EF4-FFF2-40B4-BE49-F238E27FC236}">
                  <a16:creationId xmlns:a16="http://schemas.microsoft.com/office/drawing/2014/main" id="{A24A1867-B209-8D6E-A7CA-30564448C193}"/>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3: </a:t>
              </a:r>
              <a:r>
                <a:rPr lang="en-US" sz="600" b="0">
                  <a:latin typeface="Aptos" panose="020B0004020202020204" pitchFamily="34" charset="0"/>
                  <a:cs typeface="Aparajita" panose="02020603050405020304" pitchFamily="18" charset="0"/>
                </a:rPr>
                <a:t>Placeholder icon</a:t>
              </a:r>
            </a:p>
            <a:p>
              <a:pPr lvl="1">
                <a:buNone/>
              </a:pPr>
              <a:r>
                <a:rPr lang="en-US" sz="1050">
                  <a:latin typeface="Aptos" panose="020B0004020202020204" pitchFamily="34" charset="0"/>
                  <a:cs typeface="Aparajita" panose="02020603050405020304" pitchFamily="18" charset="0"/>
                </a:rPr>
                <a:t>Click the image icon inside the placeholder to browse for an image.</a:t>
              </a:r>
            </a:p>
          </p:txBody>
        </p:sp>
        <p:grpSp>
          <p:nvGrpSpPr>
            <p:cNvPr id="17" name="Group 16">
              <a:extLst>
                <a:ext uri="{FF2B5EF4-FFF2-40B4-BE49-F238E27FC236}">
                  <a16:creationId xmlns:a16="http://schemas.microsoft.com/office/drawing/2014/main" id="{918BAF9A-56C5-0BFC-4A1C-54EDE4760FB6}"/>
                </a:ext>
              </a:extLst>
            </p:cNvPr>
            <p:cNvGrpSpPr/>
            <p:nvPr userDrawn="1"/>
          </p:nvGrpSpPr>
          <p:grpSpPr>
            <a:xfrm>
              <a:off x="12429548" y="3236396"/>
              <a:ext cx="2735151" cy="1280928"/>
              <a:chOff x="9286315" y="6976989"/>
              <a:chExt cx="2735151" cy="1280928"/>
            </a:xfrm>
          </p:grpSpPr>
          <p:sp>
            <p:nvSpPr>
              <p:cNvPr id="28" name="Rectangle 27">
                <a:extLst>
                  <a:ext uri="{FF2B5EF4-FFF2-40B4-BE49-F238E27FC236}">
                    <a16:creationId xmlns:a16="http://schemas.microsoft.com/office/drawing/2014/main" id="{602A8BC7-7AC3-F47D-D037-7C160857FCE9}"/>
                  </a:ext>
                </a:extLst>
              </p:cNvPr>
              <p:cNvSpPr/>
              <p:nvPr userDrawn="1"/>
            </p:nvSpPr>
            <p:spPr>
              <a:xfrm>
                <a:off x="9286315" y="6976989"/>
                <a:ext cx="2735151" cy="128092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29" name="TextBox 28">
                <a:extLst>
                  <a:ext uri="{FF2B5EF4-FFF2-40B4-BE49-F238E27FC236}">
                    <a16:creationId xmlns:a16="http://schemas.microsoft.com/office/drawing/2014/main" id="{0788AE65-C3F4-D60E-3138-8483401C3174}"/>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Cropping Images</a:t>
                </a:r>
              </a:p>
            </p:txBody>
          </p:sp>
          <p:pic>
            <p:nvPicPr>
              <p:cNvPr id="30" name="Graphic 29">
                <a:extLst>
                  <a:ext uri="{FF2B5EF4-FFF2-40B4-BE49-F238E27FC236}">
                    <a16:creationId xmlns:a16="http://schemas.microsoft.com/office/drawing/2014/main" id="{F0E09E2D-984E-E6C1-A7D4-FE2C9611DAB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31" name="TextBox 30">
                <a:extLst>
                  <a:ext uri="{FF2B5EF4-FFF2-40B4-BE49-F238E27FC236}">
                    <a16:creationId xmlns:a16="http://schemas.microsoft.com/office/drawing/2014/main" id="{AF0852D7-AE0B-9059-4803-52264E3FDF71}"/>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Right-click on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Choose “Crop” from the menu. (           )</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Adjust the size and position of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Press Esc or click outside the image area to exit the cropping mode.</a:t>
                </a:r>
              </a:p>
            </p:txBody>
          </p:sp>
          <p:pic>
            <p:nvPicPr>
              <p:cNvPr id="32" name="Picture 31">
                <a:extLst>
                  <a:ext uri="{FF2B5EF4-FFF2-40B4-BE49-F238E27FC236}">
                    <a16:creationId xmlns:a16="http://schemas.microsoft.com/office/drawing/2014/main" id="{1C604B59-3B60-D2BB-118E-FE3FCD7FB8A5}"/>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33" name="TextBox 32">
                <a:extLst>
                  <a:ext uri="{FF2B5EF4-FFF2-40B4-BE49-F238E27FC236}">
                    <a16:creationId xmlns:a16="http://schemas.microsoft.com/office/drawing/2014/main" id="{2A0EE686-51E2-8DD7-4575-9D2BDC4464A7}"/>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nvGrpSpPr>
            <p:cNvPr id="18" name="Group 17">
              <a:extLst>
                <a:ext uri="{FF2B5EF4-FFF2-40B4-BE49-F238E27FC236}">
                  <a16:creationId xmlns:a16="http://schemas.microsoft.com/office/drawing/2014/main" id="{D94A9BFF-954E-1137-1601-F334BCCBC7C3}"/>
                </a:ext>
              </a:extLst>
            </p:cNvPr>
            <p:cNvGrpSpPr/>
            <p:nvPr userDrawn="1"/>
          </p:nvGrpSpPr>
          <p:grpSpPr>
            <a:xfrm>
              <a:off x="12429548" y="4543123"/>
              <a:ext cx="2735151" cy="2200108"/>
              <a:chOff x="9538241" y="5155416"/>
              <a:chExt cx="2735151" cy="2200108"/>
            </a:xfrm>
          </p:grpSpPr>
          <p:sp>
            <p:nvSpPr>
              <p:cNvPr id="19" name="Rectangle 18">
                <a:extLst>
                  <a:ext uri="{FF2B5EF4-FFF2-40B4-BE49-F238E27FC236}">
                    <a16:creationId xmlns:a16="http://schemas.microsoft.com/office/drawing/2014/main" id="{FCA5F60D-195D-7137-B351-926F412EFE37}"/>
                  </a:ext>
                </a:extLst>
              </p:cNvPr>
              <p:cNvSpPr/>
              <p:nvPr userDrawn="1"/>
            </p:nvSpPr>
            <p:spPr>
              <a:xfrm>
                <a:off x="9538241" y="5155416"/>
                <a:ext cx="2735151" cy="220010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20" name="TextBox 19">
                <a:extLst>
                  <a:ext uri="{FF2B5EF4-FFF2-40B4-BE49-F238E27FC236}">
                    <a16:creationId xmlns:a16="http://schemas.microsoft.com/office/drawing/2014/main" id="{2D0765D1-6318-8980-341C-6C5575F2CAA5}"/>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Changing Images</a:t>
                </a:r>
              </a:p>
            </p:txBody>
          </p:sp>
          <p:pic>
            <p:nvPicPr>
              <p:cNvPr id="21" name="Graphic 20">
                <a:extLst>
                  <a:ext uri="{FF2B5EF4-FFF2-40B4-BE49-F238E27FC236}">
                    <a16:creationId xmlns:a16="http://schemas.microsoft.com/office/drawing/2014/main" id="{73265450-984F-A5C7-B9DD-9F557825C4C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22" name="TextBox 21">
                <a:extLst>
                  <a:ext uri="{FF2B5EF4-FFF2-40B4-BE49-F238E27FC236}">
                    <a16:creationId xmlns:a16="http://schemas.microsoft.com/office/drawing/2014/main" id="{1A5B91AD-3675-916A-77B0-2911D0FB6E4E}"/>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600" b="1" kern="1200" cap="all" spc="20" baseline="0" noProof="0">
                    <a:solidFill>
                      <a:schemeClr val="tx1"/>
                    </a:solidFill>
                    <a:latin typeface="Aptos" panose="020B0004020202020204" pitchFamily="34" charset="0"/>
                    <a:ea typeface="+mn-ea"/>
                    <a:cs typeface="Aparajita" panose="02020603050405020304" pitchFamily="18" charset="0"/>
                  </a:rPr>
                  <a:t>Method 1: </a:t>
                </a:r>
                <a:r>
                  <a:rPr lang="en-US" sz="600" b="0" kern="1200" cap="all" spc="20" baseline="0" noProof="0">
                    <a:solidFill>
                      <a:schemeClr val="tx1"/>
                    </a:solidFill>
                    <a:latin typeface="Aptos" panose="020B0004020202020204" pitchFamily="34" charset="0"/>
                    <a:ea typeface="+mn-ea"/>
                    <a:cs typeface="Aparajita" panose="02020603050405020304" pitchFamily="18" charset="0"/>
                  </a:rPr>
                  <a:t>RIGHT CLICK</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Right-click on image and select “Change Picture”</a:t>
                </a:r>
              </a:p>
            </p:txBody>
          </p:sp>
          <p:sp>
            <p:nvSpPr>
              <p:cNvPr id="23" name="TextBox 22">
                <a:extLst>
                  <a:ext uri="{FF2B5EF4-FFF2-40B4-BE49-F238E27FC236}">
                    <a16:creationId xmlns:a16="http://schemas.microsoft.com/office/drawing/2014/main" id="{52968CC0-E353-D7C2-4DED-C4D22414C994}"/>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lvl="1" indent="-131763" algn="l" defTabSz="914400" rtl="0" eaLnBrk="1" latinLnBrk="0" hangingPunct="1">
                  <a:lnSpc>
                    <a:spcPct val="90000"/>
                  </a:lnSpc>
                  <a:spcBef>
                    <a:spcPts val="0"/>
                  </a:spcBef>
                  <a:spcAft>
                    <a:spcPts val="300"/>
                  </a:spcAft>
                  <a:buFont typeface="Wingdings" pitchFamily="2" charset="2"/>
                  <a:buChar char="§"/>
                  <a:tabLst/>
                  <a:defRPr/>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24" name="TextBox 23">
                <a:extLst>
                  <a:ext uri="{FF2B5EF4-FFF2-40B4-BE49-F238E27FC236}">
                    <a16:creationId xmlns:a16="http://schemas.microsoft.com/office/drawing/2014/main" id="{BA634610-204D-ACD2-871C-4BE8E48E6446}"/>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Method 2: </a:t>
                </a:r>
                <a:r>
                  <a:rPr kumimoji="0" lang="en-US" sz="600" b="0"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RESET PLACEHOLDER</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First, delete the existing image to reset the photo placeholder functionality.</a:t>
                </a:r>
              </a:p>
            </p:txBody>
          </p:sp>
          <p:sp>
            <p:nvSpPr>
              <p:cNvPr id="25" name="TextBox 24">
                <a:extLst>
                  <a:ext uri="{FF2B5EF4-FFF2-40B4-BE49-F238E27FC236}">
                    <a16:creationId xmlns:a16="http://schemas.microsoft.com/office/drawing/2014/main" id="{26F873F0-D1B8-2F28-7877-CCB130F10B61}"/>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You can now add a new image as normal.</a:t>
                </a:r>
              </a:p>
            </p:txBody>
          </p:sp>
          <p:cxnSp>
            <p:nvCxnSpPr>
              <p:cNvPr id="26" name="Straight Connector 25">
                <a:extLst>
                  <a:ext uri="{FF2B5EF4-FFF2-40B4-BE49-F238E27FC236}">
                    <a16:creationId xmlns:a16="http://schemas.microsoft.com/office/drawing/2014/main" id="{74E03996-18F9-5B34-22DA-0EB0B94B6136}"/>
                  </a:ext>
                </a:extLst>
              </p:cNvPr>
              <p:cNvCxnSpPr>
                <a:cxnSpLocks/>
              </p:cNvCxnSpPr>
              <p:nvPr userDrawn="1"/>
            </p:nvCxnSpPr>
            <p:spPr>
              <a:xfrm>
                <a:off x="9713479" y="5957047"/>
                <a:ext cx="27000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897EA99C-C1ED-1A46-6825-0BA3DBC6752F}"/>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sp>
        <p:nvSpPr>
          <p:cNvPr id="2" name="TextBox 1">
            <a:extLst>
              <a:ext uri="{FF2B5EF4-FFF2-40B4-BE49-F238E27FC236}">
                <a16:creationId xmlns:a16="http://schemas.microsoft.com/office/drawing/2014/main" id="{7B75F639-CD07-743B-2848-E089E6C7B144}"/>
              </a:ext>
            </a:extLst>
          </p:cNvPr>
          <p:cNvSpPr txBox="1"/>
          <p:nvPr userDrawn="1"/>
        </p:nvSpPr>
        <p:spPr>
          <a:xfrm>
            <a:off x="515938"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a:solidFill>
                  <a:schemeClr val="accent6">
                    <a:lumMod val="90000"/>
                  </a:schemeClr>
                </a:solidFill>
              </a:rPr>
              <a:t>Confidential – Qualcomm Technologies, Inc. and/or its affiliated companies – May Contain Trade Secrets</a:t>
            </a:r>
          </a:p>
        </p:txBody>
      </p:sp>
      <p:sp>
        <p:nvSpPr>
          <p:cNvPr id="6" name="Text Placeholder 22">
            <a:extLst>
              <a:ext uri="{FF2B5EF4-FFF2-40B4-BE49-F238E27FC236}">
                <a16:creationId xmlns:a16="http://schemas.microsoft.com/office/drawing/2014/main" id="{F207FFAA-40C6-D488-3F67-778BAA1A9B4B}"/>
              </a:ext>
            </a:extLst>
          </p:cNvPr>
          <p:cNvSpPr>
            <a:spLocks noGrp="1"/>
          </p:cNvSpPr>
          <p:nvPr>
            <p:ph type="body" sz="quarter" idx="13" hasCustomPrompt="1"/>
          </p:nvPr>
        </p:nvSpPr>
        <p:spPr>
          <a:xfrm>
            <a:off x="515939" y="4539039"/>
            <a:ext cx="4786822" cy="263149"/>
          </a:xfrm>
        </p:spPr>
        <p:txBody>
          <a:bodyPr wrap="square" anchor="t">
            <a:noAutofit/>
          </a:bodyPr>
          <a:lstStyle>
            <a:lvl1pPr marL="0" indent="0">
              <a:buNone/>
              <a:defRPr sz="1800" spc="0">
                <a:solidFill>
                  <a:schemeClr val="tx1"/>
                </a:solidFill>
              </a:defRPr>
            </a:lvl1pPr>
          </a:lstStyle>
          <a:p>
            <a:pPr lvl="0"/>
            <a:r>
              <a:rPr lang="en-US"/>
              <a:t>Speaker title, Employing entity</a:t>
            </a:r>
          </a:p>
          <a:p>
            <a:pPr lvl="0"/>
            <a:endParaRPr lang="en-US"/>
          </a:p>
        </p:txBody>
      </p:sp>
      <p:sp>
        <p:nvSpPr>
          <p:cNvPr id="34" name="TextBox 33">
            <a:extLst>
              <a:ext uri="{FF2B5EF4-FFF2-40B4-BE49-F238E27FC236}">
                <a16:creationId xmlns:a16="http://schemas.microsoft.com/office/drawing/2014/main" id="{5858619D-FB76-6901-2D61-B068B8426EC5}"/>
              </a:ext>
            </a:extLst>
          </p:cNvPr>
          <p:cNvSpPr txBox="1"/>
          <p:nvPr userDrawn="1"/>
        </p:nvSpPr>
        <p:spPr>
          <a:xfrm>
            <a:off x="515938" y="6096960"/>
            <a:ext cx="5247709" cy="233910"/>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marL="0" lvl="0" indent="0" algn="l" defTabSz="685800" rtl="0" eaLnBrk="1" latinLnBrk="0" hangingPunct="1">
              <a:lnSpc>
                <a:spcPct val="95000"/>
              </a:lnSpc>
              <a:spcBef>
                <a:spcPts val="1200"/>
              </a:spcBef>
              <a:buClr>
                <a:srgbClr val="3253DC"/>
              </a:buClr>
              <a:buFont typeface="Arial" panose="020B0604020202020204" pitchFamily="34" charset="0"/>
              <a:buNone/>
              <a:tabLst/>
            </a:pPr>
            <a:r>
              <a:rPr lang="en-CA" sz="800" kern="1200" baseline="0">
                <a:solidFill>
                  <a:schemeClr val="accent6">
                    <a:lumMod val="90000"/>
                  </a:schemeClr>
                </a:solidFill>
                <a:latin typeface="+mn-lt"/>
                <a:ea typeface="+mn-ea"/>
                <a:cs typeface="+mn-cs"/>
              </a:rPr>
              <a:t>Snapdragon and Qualcomm branded products are products of Qualcomm Technologies, Inc. and/or its subsidiaries. Qualcomm patented technologies are licensed by Qualcomm Incorporated.</a:t>
            </a:r>
            <a:endParaRPr lang="en-US" sz="800" kern="1200" baseline="0">
              <a:solidFill>
                <a:schemeClr val="accent6">
                  <a:lumMod val="90000"/>
                </a:schemeClr>
              </a:solidFill>
              <a:latin typeface="+mn-lt"/>
              <a:ea typeface="+mn-ea"/>
              <a:cs typeface="+mn-cs"/>
            </a:endParaRPr>
          </a:p>
        </p:txBody>
      </p:sp>
      <p:sp>
        <p:nvSpPr>
          <p:cNvPr id="35" name="Text Placeholder 22">
            <a:extLst>
              <a:ext uri="{FF2B5EF4-FFF2-40B4-BE49-F238E27FC236}">
                <a16:creationId xmlns:a16="http://schemas.microsoft.com/office/drawing/2014/main" id="{2171F63C-C833-568B-2A5D-D7AA7179F0D9}"/>
              </a:ext>
            </a:extLst>
          </p:cNvPr>
          <p:cNvSpPr>
            <a:spLocks noGrp="1"/>
          </p:cNvSpPr>
          <p:nvPr>
            <p:ph type="body" sz="quarter" idx="14" hasCustomPrompt="1"/>
          </p:nvPr>
        </p:nvSpPr>
        <p:spPr>
          <a:xfrm>
            <a:off x="515939" y="5763332"/>
            <a:ext cx="4786822" cy="263149"/>
          </a:xfrm>
        </p:spPr>
        <p:txBody>
          <a:bodyPr wrap="square" anchor="t">
            <a:noAutofit/>
          </a:bodyPr>
          <a:lstStyle>
            <a:lvl1pPr marL="0" indent="0">
              <a:buNone/>
              <a:defRPr sz="1600" spc="0">
                <a:solidFill>
                  <a:schemeClr val="tx1"/>
                </a:solidFill>
              </a:defRPr>
            </a:lvl1pPr>
          </a:lstStyle>
          <a:p>
            <a:pPr lvl="0"/>
            <a:r>
              <a:rPr lang="en-US"/>
              <a:t>@</a:t>
            </a:r>
            <a:r>
              <a:rPr lang="en-US" err="1"/>
              <a:t>qualcomm</a:t>
            </a:r>
            <a:endParaRPr lang="en-US"/>
          </a:p>
        </p:txBody>
      </p:sp>
    </p:spTree>
    <p:extLst>
      <p:ext uri="{BB962C8B-B14F-4D97-AF65-F5344CB8AC3E}">
        <p14:creationId xmlns:p14="http://schemas.microsoft.com/office/powerpoint/2010/main" val="3566171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2387" userDrawn="1">
          <p15:clr>
            <a:srgbClr val="FBAE40"/>
          </p15:clr>
        </p15:guide>
        <p15:guide id="4" orient="horz" pos="2568" userDrawn="1">
          <p15:clr>
            <a:srgbClr val="FBAE40"/>
          </p15:clr>
        </p15:guide>
        <p15:guide id="5" orient="horz" pos="3022" userDrawn="1">
          <p15:clr>
            <a:srgbClr val="FBAE40"/>
          </p15:clr>
        </p15:guide>
        <p15:guide id="6" pos="3341"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Photo_Grey">
    <p:bg>
      <p:bgPr>
        <a:solidFill>
          <a:srgbClr val="EFF1F5"/>
        </a:solidFill>
        <a:effectLst/>
      </p:bgPr>
    </p:bg>
    <p:spTree>
      <p:nvGrpSpPr>
        <p:cNvPr id="1" name=""/>
        <p:cNvGrpSpPr/>
        <p:nvPr/>
      </p:nvGrpSpPr>
      <p:grpSpPr>
        <a:xfrm>
          <a:off x="0" y="0"/>
          <a:ext cx="0" cy="0"/>
          <a:chOff x="0" y="0"/>
          <a:chExt cx="0" cy="0"/>
        </a:xfrm>
      </p:grpSpPr>
      <p:sp>
        <p:nvSpPr>
          <p:cNvPr id="2" name="Freeform 5">
            <a:extLst>
              <a:ext uri="{FF2B5EF4-FFF2-40B4-BE49-F238E27FC236}">
                <a16:creationId xmlns:a16="http://schemas.microsoft.com/office/drawing/2014/main" id="{50273CAA-AA8E-2322-C677-61BB5E3B7290}"/>
              </a:ext>
            </a:extLst>
          </p:cNvPr>
          <p:cNvSpPr>
            <a:spLocks noChangeAspect="1" noEditPoints="1"/>
          </p:cNvSpPr>
          <p:nvPr userDrawn="1"/>
        </p:nvSpPr>
        <p:spPr bwMode="black">
          <a:xfrm>
            <a:off x="515937" y="460180"/>
            <a:ext cx="1817861" cy="333196"/>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4" name="Title 3">
            <a:extLst>
              <a:ext uri="{FF2B5EF4-FFF2-40B4-BE49-F238E27FC236}">
                <a16:creationId xmlns:a16="http://schemas.microsoft.com/office/drawing/2014/main" id="{2F85B3C7-6442-1485-863A-E4B7FF5300D7}"/>
              </a:ext>
            </a:extLst>
          </p:cNvPr>
          <p:cNvSpPr>
            <a:spLocks noGrp="1"/>
          </p:cNvSpPr>
          <p:nvPr>
            <p:ph type="title" hasCustomPrompt="1"/>
          </p:nvPr>
        </p:nvSpPr>
        <p:spPr>
          <a:xfrm>
            <a:off x="515938" y="1640840"/>
            <a:ext cx="4787900" cy="2148523"/>
          </a:xfrm>
        </p:spPr>
        <p:txBody>
          <a:bodyPr anchor="b"/>
          <a:lstStyle>
            <a:lvl1pPr marL="0" marR="0" indent="0" algn="l" defTabSz="914400" rtl="0" eaLnBrk="1" fontAlgn="auto" latinLnBrk="0" hangingPunct="1">
              <a:lnSpc>
                <a:spcPct val="80000"/>
              </a:lnSpc>
              <a:spcBef>
                <a:spcPct val="0"/>
              </a:spcBef>
              <a:spcAft>
                <a:spcPts val="0"/>
              </a:spcAft>
              <a:buClrTx/>
              <a:buSzTx/>
              <a:buFontTx/>
              <a:buNone/>
              <a:tabLst/>
              <a:defRPr lang="en-US" sz="4800" kern="1200" spc="0" baseline="0" dirty="0">
                <a:solidFill>
                  <a:schemeClr val="accent1"/>
                </a:solidFill>
                <a:latin typeface="Aptos" panose="020B0004020202020204" pitchFamily="34" charset="0"/>
                <a:ea typeface="Alfabet" pitchFamily="2" charset="0"/>
                <a:cs typeface="Microsoft Sans Serif" panose="020B0604020202020204" pitchFamily="34" charset="0"/>
              </a:defRPr>
            </a:lvl1pPr>
          </a:lstStyle>
          <a:p>
            <a:r>
              <a:rPr lang="en-US"/>
              <a:t>Presentation </a:t>
            </a:r>
            <a:br>
              <a:rPr lang="en-US"/>
            </a:br>
            <a:r>
              <a:rPr lang="en-US"/>
              <a:t>title goes here</a:t>
            </a:r>
            <a:br>
              <a:rPr lang="en-US"/>
            </a:br>
            <a:r>
              <a:rPr lang="en-US"/>
              <a:t>four lines</a:t>
            </a:r>
            <a:br>
              <a:rPr lang="en-US"/>
            </a:br>
            <a:r>
              <a:rPr lang="en-US"/>
              <a:t>maximum</a:t>
            </a:r>
          </a:p>
        </p:txBody>
      </p:sp>
      <p:sp>
        <p:nvSpPr>
          <p:cNvPr id="14" name="Text Placeholder 7">
            <a:extLst>
              <a:ext uri="{FF2B5EF4-FFF2-40B4-BE49-F238E27FC236}">
                <a16:creationId xmlns:a16="http://schemas.microsoft.com/office/drawing/2014/main" id="{E20EDF44-7C69-E22E-2904-F047187746FC}"/>
              </a:ext>
            </a:extLst>
          </p:cNvPr>
          <p:cNvSpPr>
            <a:spLocks noGrp="1"/>
          </p:cNvSpPr>
          <p:nvPr>
            <p:ph type="body" sz="quarter" idx="10" hasCustomPrompt="1"/>
          </p:nvPr>
        </p:nvSpPr>
        <p:spPr bwMode="gray">
          <a:xfrm>
            <a:off x="515937" y="4080516"/>
            <a:ext cx="4787901" cy="450485"/>
          </a:xfrm>
          <a:prstGeom prst="rect">
            <a:avLst/>
          </a:prstGeom>
        </p:spPr>
        <p:txBody>
          <a:bodyPr vert="horz" lIns="0" tIns="0" rIns="0" bIns="0" rtlCol="0">
            <a:noAutofit/>
          </a:bodyPr>
          <a:lstStyle>
            <a:lvl1pPr marL="457200" indent="-457200" algn="l" defTabSz="914400" rtl="0" eaLnBrk="1" latinLnBrk="0" hangingPunct="1">
              <a:lnSpc>
                <a:spcPct val="96000"/>
              </a:lnSpc>
              <a:spcBef>
                <a:spcPts val="0"/>
              </a:spcBef>
              <a:spcAft>
                <a:spcPts val="600"/>
              </a:spcAft>
              <a:buClrTx/>
              <a:buFontTx/>
              <a:buNone/>
              <a:defRPr lang="en-US" sz="2800" kern="1200" spc="-50" baseline="0" dirty="0">
                <a:solidFill>
                  <a:schemeClr val="tx1"/>
                </a:solidFill>
                <a:latin typeface="+mj-lt"/>
                <a:ea typeface="Alfabet" pitchFamily="2" charset="0"/>
                <a:cs typeface="Microsoft Sans Serif" panose="020B0604020202020204" pitchFamily="34" charset="0"/>
              </a:defRPr>
            </a:lvl1pPr>
          </a:lstStyle>
          <a:p>
            <a:pPr marL="457200" lvl="0" indent="-457200">
              <a:lnSpc>
                <a:spcPct val="96000"/>
              </a:lnSpc>
              <a:spcBef>
                <a:spcPts val="0"/>
              </a:spcBef>
              <a:spcAft>
                <a:spcPts val="600"/>
              </a:spcAft>
              <a:buFontTx/>
              <a:buNone/>
            </a:pPr>
            <a:r>
              <a:rPr lang="en-US"/>
              <a:t>Speaker name</a:t>
            </a:r>
          </a:p>
        </p:txBody>
      </p:sp>
      <p:sp>
        <p:nvSpPr>
          <p:cNvPr id="5" name="Picture Placeholder 4">
            <a:extLst>
              <a:ext uri="{FF2B5EF4-FFF2-40B4-BE49-F238E27FC236}">
                <a16:creationId xmlns:a16="http://schemas.microsoft.com/office/drawing/2014/main" id="{EC64425E-E669-2320-C453-2FA7B3C91BA2}"/>
              </a:ext>
            </a:extLst>
          </p:cNvPr>
          <p:cNvSpPr>
            <a:spLocks noGrp="1" noChangeAspect="1"/>
          </p:cNvSpPr>
          <p:nvPr>
            <p:ph type="pic" sz="quarter" idx="12" hasCustomPrompt="1"/>
          </p:nvPr>
        </p:nvSpPr>
        <p:spPr>
          <a:xfrm>
            <a:off x="6448428" y="0"/>
            <a:ext cx="5743572" cy="6858000"/>
          </a:xfrm>
          <a:custGeom>
            <a:avLst/>
            <a:gdLst>
              <a:gd name="connsiteX0" fmla="*/ 1678722 w 5743572"/>
              <a:gd name="connsiteY0" fmla="*/ 0 h 6858000"/>
              <a:gd name="connsiteX1" fmla="*/ 5743572 w 5743572"/>
              <a:gd name="connsiteY1" fmla="*/ 0 h 6858000"/>
              <a:gd name="connsiteX2" fmla="*/ 5743572 w 5743572"/>
              <a:gd name="connsiteY2" fmla="*/ 6858000 h 6858000"/>
              <a:gd name="connsiteX3" fmla="*/ 1672152 w 5743572"/>
              <a:gd name="connsiteY3" fmla="*/ 6858000 h 6858000"/>
              <a:gd name="connsiteX4" fmla="*/ 1582239 w 5743572"/>
              <a:gd name="connsiteY4" fmla="*/ 6787328 h 6858000"/>
              <a:gd name="connsiteX5" fmla="*/ 0 w 5743572"/>
              <a:gd name="connsiteY5" fmla="*/ 3431582 h 6858000"/>
              <a:gd name="connsiteX6" fmla="*/ 1582239 w 5743572"/>
              <a:gd name="connsiteY6" fmla="*/ 7583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43572" h="6858000">
                <a:moveTo>
                  <a:pt x="1678722" y="0"/>
                </a:moveTo>
                <a:lnTo>
                  <a:pt x="5743572" y="0"/>
                </a:lnTo>
                <a:lnTo>
                  <a:pt x="5743572" y="6858000"/>
                </a:lnTo>
                <a:lnTo>
                  <a:pt x="1672152" y="6858000"/>
                </a:lnTo>
                <a:lnTo>
                  <a:pt x="1582239" y="6787328"/>
                </a:lnTo>
                <a:cubicBezTo>
                  <a:pt x="615926" y="5989694"/>
                  <a:pt x="0" y="4782581"/>
                  <a:pt x="0" y="3431582"/>
                </a:cubicBezTo>
                <a:cubicBezTo>
                  <a:pt x="0" y="2080583"/>
                  <a:pt x="615926" y="873471"/>
                  <a:pt x="1582239" y="75837"/>
                </a:cubicBezTo>
                <a:close/>
              </a:path>
            </a:pathLst>
          </a:custGeom>
          <a:noFill/>
        </p:spPr>
        <p:txBody>
          <a:bodyPr wrap="square" lIns="360000" rIns="0" bIns="1440000" anchor="ctr">
            <a:noAutofit/>
          </a:bodyPr>
          <a:lstStyle>
            <a:lvl1pPr marL="0" indent="0">
              <a:buNone/>
              <a:defRPr sz="3000">
                <a:solidFill>
                  <a:schemeClr val="accent1"/>
                </a:solidFill>
              </a:defRPr>
            </a:lvl1pPr>
          </a:lstStyle>
          <a:p>
            <a:r>
              <a:rPr lang="en-US"/>
              <a:t>Click the icon to insert photo</a:t>
            </a:r>
          </a:p>
        </p:txBody>
      </p:sp>
      <p:grpSp>
        <p:nvGrpSpPr>
          <p:cNvPr id="34" name="Group 33">
            <a:extLst>
              <a:ext uri="{FF2B5EF4-FFF2-40B4-BE49-F238E27FC236}">
                <a16:creationId xmlns:a16="http://schemas.microsoft.com/office/drawing/2014/main" id="{50C9A8B5-AC6A-236D-E22D-40DCC855A024}"/>
              </a:ext>
            </a:extLst>
          </p:cNvPr>
          <p:cNvGrpSpPr/>
          <p:nvPr userDrawn="1"/>
        </p:nvGrpSpPr>
        <p:grpSpPr>
          <a:xfrm>
            <a:off x="12290489" y="-1"/>
            <a:ext cx="2910882" cy="6858001"/>
            <a:chOff x="12290489" y="-1"/>
            <a:chExt cx="2910882" cy="6858001"/>
          </a:xfrm>
        </p:grpSpPr>
        <p:sp>
          <p:nvSpPr>
            <p:cNvPr id="35" name="Rectangle 34">
              <a:extLst>
                <a:ext uri="{FF2B5EF4-FFF2-40B4-BE49-F238E27FC236}">
                  <a16:creationId xmlns:a16="http://schemas.microsoft.com/office/drawing/2014/main" id="{A689B527-45CC-F42E-A4FC-3FB418AAF1A6}"/>
                </a:ext>
              </a:extLst>
            </p:cNvPr>
            <p:cNvSpPr/>
            <p:nvPr userDrawn="1"/>
          </p:nvSpPr>
          <p:spPr>
            <a:xfrm>
              <a:off x="12290489" y="-1"/>
              <a:ext cx="2735151" cy="6858001"/>
            </a:xfrm>
            <a:prstGeom prst="rect">
              <a:avLst/>
            </a:prstGeom>
            <a:solidFill>
              <a:srgbClr val="EFF1F5"/>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36" name="TextBox 35">
              <a:extLst>
                <a:ext uri="{FF2B5EF4-FFF2-40B4-BE49-F238E27FC236}">
                  <a16:creationId xmlns:a16="http://schemas.microsoft.com/office/drawing/2014/main" id="{2C0B4581-A334-CE2A-A37A-D81D26558B7E}"/>
                </a:ext>
              </a:extLst>
            </p:cNvPr>
            <p:cNvSpPr txBox="1"/>
            <p:nvPr userDrawn="1"/>
          </p:nvSpPr>
          <p:spPr>
            <a:xfrm>
              <a:off x="12449814" y="173148"/>
              <a:ext cx="1534074"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HOW TO ADD AN IMAGE</a:t>
              </a:r>
            </a:p>
          </p:txBody>
        </p:sp>
        <p:cxnSp>
          <p:nvCxnSpPr>
            <p:cNvPr id="37" name="Straight Connector 36">
              <a:extLst>
                <a:ext uri="{FF2B5EF4-FFF2-40B4-BE49-F238E27FC236}">
                  <a16:creationId xmlns:a16="http://schemas.microsoft.com/office/drawing/2014/main" id="{9DAA443D-0858-E570-225C-F1EC39B6A835}"/>
                </a:ext>
              </a:extLst>
            </p:cNvPr>
            <p:cNvCxnSpPr>
              <a:cxnSpLocks/>
            </p:cNvCxnSpPr>
            <p:nvPr userDrawn="1"/>
          </p:nvCxnSpPr>
          <p:spPr>
            <a:xfrm>
              <a:off x="12449814" y="423012"/>
              <a:ext cx="270000" cy="0"/>
            </a:xfrm>
            <a:prstGeom prst="line">
              <a:avLst/>
            </a:prstGeom>
            <a:noFill/>
            <a:ln w="19050" cap="flat" cmpd="sng" algn="ctr">
              <a:solidFill>
                <a:srgbClr val="2A2AEA"/>
              </a:solidFill>
              <a:prstDash val="solid"/>
            </a:ln>
            <a:effectLst/>
          </p:spPr>
        </p:cxnSp>
        <p:sp>
          <p:nvSpPr>
            <p:cNvPr id="38" name="TextBox 37">
              <a:extLst>
                <a:ext uri="{FF2B5EF4-FFF2-40B4-BE49-F238E27FC236}">
                  <a16:creationId xmlns:a16="http://schemas.microsoft.com/office/drawing/2014/main" id="{3F65B3CF-85C7-771A-4E60-F394A9CD64C1}"/>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1: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from file browser</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Drag the image onto the slide.</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70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kumimoji="0" lang="en-US" sz="100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endParaRPr>
            </a:p>
          </p:txBody>
        </p:sp>
        <p:sp>
          <p:nvSpPr>
            <p:cNvPr id="39" name="TextBox 38">
              <a:extLst>
                <a:ext uri="{FF2B5EF4-FFF2-40B4-BE49-F238E27FC236}">
                  <a16:creationId xmlns:a16="http://schemas.microsoft.com/office/drawing/2014/main" id="{85B610A6-7F63-B61A-ABC2-CA3904046CDB}"/>
                </a:ext>
              </a:extLst>
            </p:cNvPr>
            <p:cNvSpPr txBox="1">
              <a:spLocks noChangeAspect="1"/>
            </p:cNvSpPr>
            <p:nvPr/>
          </p:nvSpPr>
          <p:spPr>
            <a:xfrm>
              <a:off x="12449814" y="566082"/>
              <a:ext cx="114706" cy="114706"/>
            </a:xfrm>
            <a:prstGeom prst="ellipse">
              <a:avLst/>
            </a:prstGeom>
            <a:solidFill>
              <a:srgbClr val="2A2AEA"/>
            </a:solidFill>
          </p:spPr>
          <p:txBody>
            <a:bodyPr vert="horz"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500" b="0" i="0" u="none" strike="noStrike" kern="0" cap="none" spc="0" normalizeH="0" baseline="0" noProof="0">
                  <a:ln>
                    <a:noFill/>
                  </a:ln>
                  <a:solidFill>
                    <a:srgbClr val="FFFFFF"/>
                  </a:solidFill>
                  <a:effectLst/>
                  <a:uLnTx/>
                  <a:uFillTx/>
                  <a:ea typeface="Arial" charset="0"/>
                  <a:cs typeface="Aparajita" panose="02020603050405020304" pitchFamily="18" charset="0"/>
                </a:rPr>
                <a:t>1</a:t>
              </a:r>
            </a:p>
          </p:txBody>
        </p:sp>
        <p:sp>
          <p:nvSpPr>
            <p:cNvPr id="40" name="TextBox 39">
              <a:extLst>
                <a:ext uri="{FF2B5EF4-FFF2-40B4-BE49-F238E27FC236}">
                  <a16:creationId xmlns:a16="http://schemas.microsoft.com/office/drawing/2014/main" id="{6CB9AD4D-3F5C-93E8-CBE1-AC58FC6BE644}"/>
                </a:ext>
              </a:extLst>
            </p:cNvPr>
            <p:cNvSpPr txBox="1">
              <a:spLocks noChangeAspect="1"/>
            </p:cNvSpPr>
            <p:nvPr/>
          </p:nvSpPr>
          <p:spPr>
            <a:xfrm>
              <a:off x="12449814" y="1018081"/>
              <a:ext cx="114706" cy="114706"/>
            </a:xfrm>
            <a:prstGeom prst="ellipse">
              <a:avLst/>
            </a:prstGeom>
            <a:solidFill>
              <a:srgbClr val="2A2AEA"/>
            </a:solidFill>
          </p:spPr>
          <p:txBody>
            <a:bodyPr vert="horz"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500" b="0" i="0" u="none" strike="noStrike" kern="0" cap="none" spc="0" normalizeH="0" baseline="0" noProof="0">
                  <a:ln>
                    <a:noFill/>
                  </a:ln>
                  <a:solidFill>
                    <a:srgbClr val="FFFFFF"/>
                  </a:solidFill>
                  <a:effectLst/>
                  <a:uLnTx/>
                  <a:uFillTx/>
                  <a:ea typeface="Arial" charset="0"/>
                  <a:cs typeface="Aparajita" panose="02020603050405020304" pitchFamily="18" charset="0"/>
                </a:rPr>
                <a:t>2</a:t>
              </a:r>
            </a:p>
          </p:txBody>
        </p:sp>
        <p:sp>
          <p:nvSpPr>
            <p:cNvPr id="41" name="TextBox 40">
              <a:extLst>
                <a:ext uri="{FF2B5EF4-FFF2-40B4-BE49-F238E27FC236}">
                  <a16:creationId xmlns:a16="http://schemas.microsoft.com/office/drawing/2014/main" id="{A5053C27-4766-0802-6F1F-7ACD4B654E87}"/>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70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Source images from the </a:t>
              </a:r>
              <a:r>
                <a:rPr kumimoji="0" lang="en-US" sz="1050" b="0" i="0" u="none" strike="noStrike" kern="0" cap="none" spc="0" normalizeH="0" baseline="0" noProof="0">
                  <a:ln>
                    <a:noFill/>
                  </a:ln>
                  <a:solidFill>
                    <a:srgbClr val="2A2AEA"/>
                  </a:solidFill>
                  <a:effectLst/>
                  <a:uLnTx/>
                  <a:uFillTx/>
                  <a:latin typeface="Aptos" panose="020B0004020202020204" pitchFamily="34" charset="0"/>
                  <a:cs typeface="Aparajita" panose="02020603050405020304" pitchFamily="18" charset="0"/>
                </a:rPr>
                <a:t>Qualcomm Brand Portal</a:t>
              </a:r>
            </a:p>
            <a:p>
              <a:pPr marL="0" marR="0" lvl="0" indent="0" defTabSz="914400" eaLnBrk="1" fontAlgn="auto" latinLnBrk="0" hangingPunct="1">
                <a:lnSpc>
                  <a:spcPct val="100000"/>
                </a:lnSpc>
                <a:spcBef>
                  <a:spcPts val="70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Add the image to the placeholder.</a:t>
              </a:r>
            </a:p>
          </p:txBody>
        </p:sp>
        <p:sp>
          <p:nvSpPr>
            <p:cNvPr id="42" name="TextBox 41">
              <a:extLst>
                <a:ext uri="{FF2B5EF4-FFF2-40B4-BE49-F238E27FC236}">
                  <a16:creationId xmlns:a16="http://schemas.microsoft.com/office/drawing/2014/main" id="{8FAC4EA3-F60C-12FC-57EE-22F108C68352}"/>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2: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Paste from clipboard</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Select the image placeholder.</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Right-click or use keyboard shortcuts to paste the image.</a:t>
              </a:r>
            </a:p>
          </p:txBody>
        </p:sp>
        <p:sp>
          <p:nvSpPr>
            <p:cNvPr id="43" name="TextBox 42">
              <a:extLst>
                <a:ext uri="{FF2B5EF4-FFF2-40B4-BE49-F238E27FC236}">
                  <a16:creationId xmlns:a16="http://schemas.microsoft.com/office/drawing/2014/main" id="{F97AEC4B-1EE2-22E2-369A-DE8C15A1F510}"/>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3: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Placeholder icon</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Click the image icon inside the placeholder to browse for an image.</a:t>
              </a:r>
            </a:p>
          </p:txBody>
        </p:sp>
        <p:grpSp>
          <p:nvGrpSpPr>
            <p:cNvPr id="44" name="Group 43">
              <a:extLst>
                <a:ext uri="{FF2B5EF4-FFF2-40B4-BE49-F238E27FC236}">
                  <a16:creationId xmlns:a16="http://schemas.microsoft.com/office/drawing/2014/main" id="{F544BE75-F81C-15B6-4B00-2C772DDE3E51}"/>
                </a:ext>
              </a:extLst>
            </p:cNvPr>
            <p:cNvGrpSpPr/>
            <p:nvPr userDrawn="1"/>
          </p:nvGrpSpPr>
          <p:grpSpPr>
            <a:xfrm>
              <a:off x="12429548" y="3236396"/>
              <a:ext cx="2735151" cy="1280928"/>
              <a:chOff x="9286315" y="6976989"/>
              <a:chExt cx="2735151" cy="1280928"/>
            </a:xfrm>
          </p:grpSpPr>
          <p:sp>
            <p:nvSpPr>
              <p:cNvPr id="55" name="Rectangle 54">
                <a:extLst>
                  <a:ext uri="{FF2B5EF4-FFF2-40B4-BE49-F238E27FC236}">
                    <a16:creationId xmlns:a16="http://schemas.microsoft.com/office/drawing/2014/main" id="{036C04F5-54D3-B9A1-4924-0898772AAA11}"/>
                  </a:ext>
                </a:extLst>
              </p:cNvPr>
              <p:cNvSpPr/>
              <p:nvPr userDrawn="1"/>
            </p:nvSpPr>
            <p:spPr>
              <a:xfrm>
                <a:off x="9286315" y="6976989"/>
                <a:ext cx="2735151" cy="1280928"/>
              </a:xfrm>
              <a:prstGeom prst="rect">
                <a:avLst/>
              </a:prstGeom>
              <a:solidFill>
                <a:srgbClr val="000000"/>
              </a:solidFill>
              <a:ln w="25400" cap="flat" cmpd="sng" algn="ctr">
                <a:solidFill>
                  <a:srgbClr val="EFF1F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56" name="TextBox 55">
                <a:extLst>
                  <a:ext uri="{FF2B5EF4-FFF2-40B4-BE49-F238E27FC236}">
                    <a16:creationId xmlns:a16="http://schemas.microsoft.com/office/drawing/2014/main" id="{04DB67C2-4DDB-0504-25AB-DB3932495B25}"/>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FFFFFF"/>
                    </a:solidFill>
                    <a:effectLst/>
                    <a:uLnTx/>
                    <a:uFillTx/>
                    <a:ea typeface="Arial" charset="0"/>
                    <a:cs typeface="Aparajita" panose="02020603050405020304" pitchFamily="18" charset="0"/>
                  </a:rPr>
                  <a:t>Cropping Images</a:t>
                </a:r>
              </a:p>
            </p:txBody>
          </p:sp>
          <p:pic>
            <p:nvPicPr>
              <p:cNvPr id="57" name="Graphic 56">
                <a:extLst>
                  <a:ext uri="{FF2B5EF4-FFF2-40B4-BE49-F238E27FC236}">
                    <a16:creationId xmlns:a16="http://schemas.microsoft.com/office/drawing/2014/main" id="{D3439BA1-708B-E65A-9BFA-450CBF4E229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58" name="TextBox 57">
                <a:extLst>
                  <a:ext uri="{FF2B5EF4-FFF2-40B4-BE49-F238E27FC236}">
                    <a16:creationId xmlns:a16="http://schemas.microsoft.com/office/drawing/2014/main" id="{8C5EBB20-7C79-F0EA-CFE4-D04F4E7890DD}"/>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Right-click on the image.</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Choose “Crop” from the menu. (           )</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Adjust the size and position of the image.</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Press Esc or click outside the image area to exit the cropping mode.</a:t>
                </a:r>
              </a:p>
            </p:txBody>
          </p:sp>
          <p:pic>
            <p:nvPicPr>
              <p:cNvPr id="59" name="Picture 58">
                <a:extLst>
                  <a:ext uri="{FF2B5EF4-FFF2-40B4-BE49-F238E27FC236}">
                    <a16:creationId xmlns:a16="http://schemas.microsoft.com/office/drawing/2014/main" id="{4039EEA6-30DF-DC7A-CC44-51F9DD32AB12}"/>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60" name="TextBox 59">
                <a:extLst>
                  <a:ext uri="{FF2B5EF4-FFF2-40B4-BE49-F238E27FC236}">
                    <a16:creationId xmlns:a16="http://schemas.microsoft.com/office/drawing/2014/main" id="{CF91F6DB-F340-B2C9-3BFE-18C0DE9C6847}"/>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all" spc="150" normalizeH="0" baseline="0" noProof="0">
                    <a:ln>
                      <a:noFill/>
                    </a:ln>
                    <a:solidFill>
                      <a:srgbClr val="FFFFFF"/>
                    </a:solidFill>
                    <a:effectLst/>
                    <a:uLnTx/>
                    <a:uFillTx/>
                  </a:rPr>
                  <a:t>TIP</a:t>
                </a:r>
              </a:p>
            </p:txBody>
          </p:sp>
        </p:grpSp>
        <p:grpSp>
          <p:nvGrpSpPr>
            <p:cNvPr id="45" name="Group 44">
              <a:extLst>
                <a:ext uri="{FF2B5EF4-FFF2-40B4-BE49-F238E27FC236}">
                  <a16:creationId xmlns:a16="http://schemas.microsoft.com/office/drawing/2014/main" id="{1EA375F6-A1F6-91F3-1CBE-428E305D2342}"/>
                </a:ext>
              </a:extLst>
            </p:cNvPr>
            <p:cNvGrpSpPr/>
            <p:nvPr userDrawn="1"/>
          </p:nvGrpSpPr>
          <p:grpSpPr>
            <a:xfrm>
              <a:off x="12429548" y="4543123"/>
              <a:ext cx="2735151" cy="2200108"/>
              <a:chOff x="9538241" y="5155416"/>
              <a:chExt cx="2735151" cy="2200108"/>
            </a:xfrm>
          </p:grpSpPr>
          <p:sp>
            <p:nvSpPr>
              <p:cNvPr id="46" name="Rectangle 45">
                <a:extLst>
                  <a:ext uri="{FF2B5EF4-FFF2-40B4-BE49-F238E27FC236}">
                    <a16:creationId xmlns:a16="http://schemas.microsoft.com/office/drawing/2014/main" id="{9C3C56B2-E42D-922A-DA19-E79B9F11884D}"/>
                  </a:ext>
                </a:extLst>
              </p:cNvPr>
              <p:cNvSpPr/>
              <p:nvPr userDrawn="1"/>
            </p:nvSpPr>
            <p:spPr>
              <a:xfrm>
                <a:off x="9538241" y="5155416"/>
                <a:ext cx="2735151" cy="2200108"/>
              </a:xfrm>
              <a:prstGeom prst="rect">
                <a:avLst/>
              </a:prstGeom>
              <a:solidFill>
                <a:srgbClr val="000000"/>
              </a:solidFill>
              <a:ln w="25400" cap="flat" cmpd="sng" algn="ctr">
                <a:solidFill>
                  <a:srgbClr val="EFF1F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47" name="TextBox 46">
                <a:extLst>
                  <a:ext uri="{FF2B5EF4-FFF2-40B4-BE49-F238E27FC236}">
                    <a16:creationId xmlns:a16="http://schemas.microsoft.com/office/drawing/2014/main" id="{E040F3D8-3BB9-CE75-18B0-77A2AFA54271}"/>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FFFFFF"/>
                    </a:solidFill>
                    <a:effectLst/>
                    <a:uLnTx/>
                    <a:uFillTx/>
                    <a:ea typeface="Arial" charset="0"/>
                    <a:cs typeface="Aparajita" panose="02020603050405020304" pitchFamily="18" charset="0"/>
                  </a:rPr>
                  <a:t>Changing Images</a:t>
                </a:r>
              </a:p>
            </p:txBody>
          </p:sp>
          <p:pic>
            <p:nvPicPr>
              <p:cNvPr id="48" name="Graphic 47">
                <a:extLst>
                  <a:ext uri="{FF2B5EF4-FFF2-40B4-BE49-F238E27FC236}">
                    <a16:creationId xmlns:a16="http://schemas.microsoft.com/office/drawing/2014/main" id="{C868B925-125A-75B1-808E-2E4E3779E8E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49" name="TextBox 48">
                <a:extLst>
                  <a:ext uri="{FF2B5EF4-FFF2-40B4-BE49-F238E27FC236}">
                    <a16:creationId xmlns:a16="http://schemas.microsoft.com/office/drawing/2014/main" id="{AF476E15-9C1D-9C09-97BA-9AAF64C8E88F}"/>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0" cap="all" spc="20" normalizeH="0" baseline="0" noProof="0">
                    <a:ln>
                      <a:noFill/>
                    </a:ln>
                    <a:solidFill>
                      <a:srgbClr val="FFFFFF"/>
                    </a:solidFill>
                    <a:effectLst/>
                    <a:uLnTx/>
                    <a:uFillTx/>
                    <a:cs typeface="Aparajita" panose="02020603050405020304" pitchFamily="18" charset="0"/>
                  </a:rPr>
                  <a:t>Method 1: </a:t>
                </a:r>
                <a:r>
                  <a:rPr kumimoji="0" lang="en-US" sz="600" b="0" i="0" u="none" strike="noStrike" kern="0" cap="all" spc="20" normalizeH="0" baseline="0" noProof="0">
                    <a:ln>
                      <a:noFill/>
                    </a:ln>
                    <a:solidFill>
                      <a:srgbClr val="FFFFFF"/>
                    </a:solidFill>
                    <a:effectLst/>
                    <a:uLnTx/>
                    <a:uFillTx/>
                    <a:cs typeface="Aparajita" panose="02020603050405020304" pitchFamily="18" charset="0"/>
                  </a:rPr>
                  <a:t>RIGHT CLICK</a:t>
                </a:r>
              </a:p>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Right-click on image and select “Change Picture”</a:t>
                </a:r>
              </a:p>
            </p:txBody>
          </p:sp>
          <p:sp>
            <p:nvSpPr>
              <p:cNvPr id="50" name="TextBox 49">
                <a:extLst>
                  <a:ext uri="{FF2B5EF4-FFF2-40B4-BE49-F238E27FC236}">
                    <a16:creationId xmlns:a16="http://schemas.microsoft.com/office/drawing/2014/main" id="{524A83E3-D361-5023-38A6-B42A2B6ED73C}"/>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51" name="TextBox 50">
                <a:extLst>
                  <a:ext uri="{FF2B5EF4-FFF2-40B4-BE49-F238E27FC236}">
                    <a16:creationId xmlns:a16="http://schemas.microsoft.com/office/drawing/2014/main" id="{913DCBCB-991C-80AF-4FA9-9B8385605BDC}"/>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0" cap="all" spc="20" normalizeH="0" baseline="0" noProof="0">
                    <a:ln>
                      <a:noFill/>
                    </a:ln>
                    <a:solidFill>
                      <a:srgbClr val="FFFFFF"/>
                    </a:solidFill>
                    <a:effectLst/>
                    <a:uLnTx/>
                    <a:uFillTx/>
                    <a:cs typeface="Aparajita" panose="02020603050405020304" pitchFamily="18" charset="0"/>
                  </a:rPr>
                  <a:t>Method 2: </a:t>
                </a:r>
                <a:r>
                  <a:rPr kumimoji="0" lang="en-US" sz="600" b="0" i="0" u="none" strike="noStrike" kern="0" cap="all" spc="20" normalizeH="0" baseline="0" noProof="0">
                    <a:ln>
                      <a:noFill/>
                    </a:ln>
                    <a:solidFill>
                      <a:srgbClr val="FFFFFF"/>
                    </a:solidFill>
                    <a:effectLst/>
                    <a:uLnTx/>
                    <a:uFillTx/>
                    <a:cs typeface="Aparajita" panose="02020603050405020304" pitchFamily="18" charset="0"/>
                  </a:rPr>
                  <a:t>RESET PLACEHOLDER</a:t>
                </a:r>
              </a:p>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First, delete the existing image to reset the photo placeholder functionality.</a:t>
                </a:r>
              </a:p>
            </p:txBody>
          </p:sp>
          <p:sp>
            <p:nvSpPr>
              <p:cNvPr id="52" name="TextBox 51">
                <a:extLst>
                  <a:ext uri="{FF2B5EF4-FFF2-40B4-BE49-F238E27FC236}">
                    <a16:creationId xmlns:a16="http://schemas.microsoft.com/office/drawing/2014/main" id="{0F2CFACC-9589-E1C0-D00C-28B73F029F39}"/>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You can now add a new image as normal.</a:t>
                </a:r>
              </a:p>
            </p:txBody>
          </p:sp>
          <p:cxnSp>
            <p:nvCxnSpPr>
              <p:cNvPr id="53" name="Straight Connector 52">
                <a:extLst>
                  <a:ext uri="{FF2B5EF4-FFF2-40B4-BE49-F238E27FC236}">
                    <a16:creationId xmlns:a16="http://schemas.microsoft.com/office/drawing/2014/main" id="{3826F3A5-5353-C3E5-0BC6-BC9501B700D7}"/>
                  </a:ext>
                </a:extLst>
              </p:cNvPr>
              <p:cNvCxnSpPr>
                <a:cxnSpLocks/>
              </p:cNvCxnSpPr>
              <p:nvPr userDrawn="1"/>
            </p:nvCxnSpPr>
            <p:spPr>
              <a:xfrm>
                <a:off x="9713479" y="5957047"/>
                <a:ext cx="270000" cy="0"/>
              </a:xfrm>
              <a:prstGeom prst="line">
                <a:avLst/>
              </a:prstGeom>
              <a:noFill/>
              <a:ln w="9525" cap="flat" cmpd="sng" algn="ctr">
                <a:solidFill>
                  <a:srgbClr val="833AFF"/>
                </a:solidFill>
                <a:prstDash val="solid"/>
              </a:ln>
              <a:effectLst/>
            </p:spPr>
          </p:cxnSp>
          <p:sp>
            <p:nvSpPr>
              <p:cNvPr id="54" name="TextBox 53">
                <a:extLst>
                  <a:ext uri="{FF2B5EF4-FFF2-40B4-BE49-F238E27FC236}">
                    <a16:creationId xmlns:a16="http://schemas.microsoft.com/office/drawing/2014/main" id="{D40601AD-9599-687F-35CB-1EA4E5622769}"/>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all" spc="150" normalizeH="0" baseline="0" noProof="0">
                    <a:ln>
                      <a:noFill/>
                    </a:ln>
                    <a:solidFill>
                      <a:srgbClr val="FFFFFF"/>
                    </a:solidFill>
                    <a:effectLst/>
                    <a:uLnTx/>
                    <a:uFillTx/>
                  </a:rPr>
                  <a:t>TIP</a:t>
                </a:r>
              </a:p>
            </p:txBody>
          </p:sp>
        </p:grpSp>
      </p:grpSp>
      <p:sp>
        <p:nvSpPr>
          <p:cNvPr id="3" name="TextBox 2">
            <a:extLst>
              <a:ext uri="{FF2B5EF4-FFF2-40B4-BE49-F238E27FC236}">
                <a16:creationId xmlns:a16="http://schemas.microsoft.com/office/drawing/2014/main" id="{8DFA9049-CC03-B98C-202F-65CABD8EB118}"/>
              </a:ext>
            </a:extLst>
          </p:cNvPr>
          <p:cNvSpPr txBox="1"/>
          <p:nvPr userDrawn="1"/>
        </p:nvSpPr>
        <p:spPr>
          <a:xfrm>
            <a:off x="515938"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a:solidFill>
                  <a:schemeClr val="accent6">
                    <a:lumMod val="50000"/>
                  </a:schemeClr>
                </a:solidFill>
              </a:rPr>
              <a:t>Confidential – Qualcomm Technologies, Inc. and/or its affiliated companies – May Contain Trade Secrets</a:t>
            </a:r>
          </a:p>
        </p:txBody>
      </p:sp>
      <p:sp>
        <p:nvSpPr>
          <p:cNvPr id="7" name="Text Placeholder 22">
            <a:extLst>
              <a:ext uri="{FF2B5EF4-FFF2-40B4-BE49-F238E27FC236}">
                <a16:creationId xmlns:a16="http://schemas.microsoft.com/office/drawing/2014/main" id="{6BCFF2BD-3943-C746-CBB3-A3D1F7741349}"/>
              </a:ext>
            </a:extLst>
          </p:cNvPr>
          <p:cNvSpPr>
            <a:spLocks noGrp="1"/>
          </p:cNvSpPr>
          <p:nvPr>
            <p:ph type="body" sz="quarter" idx="13" hasCustomPrompt="1"/>
          </p:nvPr>
        </p:nvSpPr>
        <p:spPr>
          <a:xfrm>
            <a:off x="515939" y="4539039"/>
            <a:ext cx="4786822" cy="263149"/>
          </a:xfrm>
        </p:spPr>
        <p:txBody>
          <a:bodyPr wrap="square" anchor="t">
            <a:noAutofit/>
          </a:bodyPr>
          <a:lstStyle>
            <a:lvl1pPr marL="0" indent="0">
              <a:buNone/>
              <a:defRPr sz="1800" spc="0">
                <a:solidFill>
                  <a:schemeClr val="tx1"/>
                </a:solidFill>
              </a:defRPr>
            </a:lvl1pPr>
          </a:lstStyle>
          <a:p>
            <a:pPr lvl="0"/>
            <a:r>
              <a:rPr lang="en-US"/>
              <a:t>Speaker title, Employing entity</a:t>
            </a:r>
          </a:p>
          <a:p>
            <a:pPr lvl="0"/>
            <a:endParaRPr lang="en-US"/>
          </a:p>
        </p:txBody>
      </p:sp>
      <p:sp>
        <p:nvSpPr>
          <p:cNvPr id="8" name="TextBox 7">
            <a:extLst>
              <a:ext uri="{FF2B5EF4-FFF2-40B4-BE49-F238E27FC236}">
                <a16:creationId xmlns:a16="http://schemas.microsoft.com/office/drawing/2014/main" id="{D144D81E-D1AC-7F55-6217-3E760CA287A8}"/>
              </a:ext>
            </a:extLst>
          </p:cNvPr>
          <p:cNvSpPr txBox="1"/>
          <p:nvPr userDrawn="1"/>
        </p:nvSpPr>
        <p:spPr>
          <a:xfrm>
            <a:off x="515938" y="6096960"/>
            <a:ext cx="5247709" cy="233910"/>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marL="0" lvl="0" indent="0" algn="l" defTabSz="685800" rtl="0" eaLnBrk="1" latinLnBrk="0" hangingPunct="1">
              <a:lnSpc>
                <a:spcPct val="95000"/>
              </a:lnSpc>
              <a:spcBef>
                <a:spcPts val="1200"/>
              </a:spcBef>
              <a:buClr>
                <a:srgbClr val="3253DC"/>
              </a:buClr>
              <a:buFont typeface="Arial" panose="020B0604020202020204" pitchFamily="34" charset="0"/>
              <a:buNone/>
              <a:tabLst/>
            </a:pPr>
            <a:r>
              <a:rPr lang="en-CA" sz="800" kern="1200" baseline="0">
                <a:solidFill>
                  <a:schemeClr val="accent6">
                    <a:lumMod val="50000"/>
                  </a:schemeClr>
                </a:solidFill>
                <a:latin typeface="+mn-lt"/>
                <a:ea typeface="+mn-ea"/>
                <a:cs typeface="+mn-cs"/>
              </a:rPr>
              <a:t>Snapdragon and Qualcomm branded products are products of Qualcomm Technologies, Inc. and/or its subsidiaries. Qualcomm patented technologies are licensed by Qualcomm Incorporated.</a:t>
            </a:r>
            <a:endParaRPr lang="en-US" sz="800" kern="1200" baseline="0">
              <a:solidFill>
                <a:schemeClr val="accent6">
                  <a:lumMod val="50000"/>
                </a:schemeClr>
              </a:solidFill>
              <a:latin typeface="+mn-lt"/>
              <a:ea typeface="+mn-ea"/>
              <a:cs typeface="+mn-cs"/>
            </a:endParaRPr>
          </a:p>
        </p:txBody>
      </p:sp>
      <p:sp>
        <p:nvSpPr>
          <p:cNvPr id="9" name="Text Placeholder 22">
            <a:extLst>
              <a:ext uri="{FF2B5EF4-FFF2-40B4-BE49-F238E27FC236}">
                <a16:creationId xmlns:a16="http://schemas.microsoft.com/office/drawing/2014/main" id="{6528CC4D-D4C1-415A-6C4B-F94211148ADE}"/>
              </a:ext>
            </a:extLst>
          </p:cNvPr>
          <p:cNvSpPr>
            <a:spLocks noGrp="1"/>
          </p:cNvSpPr>
          <p:nvPr>
            <p:ph type="body" sz="quarter" idx="14" hasCustomPrompt="1"/>
          </p:nvPr>
        </p:nvSpPr>
        <p:spPr>
          <a:xfrm>
            <a:off x="515939" y="5763332"/>
            <a:ext cx="4786822" cy="263149"/>
          </a:xfrm>
        </p:spPr>
        <p:txBody>
          <a:bodyPr wrap="square" anchor="t">
            <a:noAutofit/>
          </a:bodyPr>
          <a:lstStyle>
            <a:lvl1pPr marL="0" indent="0">
              <a:buNone/>
              <a:defRPr sz="1600" spc="0">
                <a:solidFill>
                  <a:schemeClr val="tx1"/>
                </a:solidFill>
              </a:defRPr>
            </a:lvl1pPr>
          </a:lstStyle>
          <a:p>
            <a:pPr lvl="0"/>
            <a:r>
              <a:rPr lang="en-US"/>
              <a:t>@</a:t>
            </a:r>
            <a:r>
              <a:rPr lang="en-US" err="1"/>
              <a:t>qualcomm</a:t>
            </a:r>
            <a:endParaRPr lang="en-US"/>
          </a:p>
        </p:txBody>
      </p:sp>
    </p:spTree>
    <p:extLst>
      <p:ext uri="{BB962C8B-B14F-4D97-AF65-F5344CB8AC3E}">
        <p14:creationId xmlns:p14="http://schemas.microsoft.com/office/powerpoint/2010/main" val="425844229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2387" userDrawn="1">
          <p15:clr>
            <a:srgbClr val="FBAE40"/>
          </p15:clr>
        </p15:guide>
        <p15:guide id="4" orient="horz" pos="2568" userDrawn="1">
          <p15:clr>
            <a:srgbClr val="FBAE40"/>
          </p15:clr>
        </p15:guide>
        <p15:guide id="5" orient="horz" pos="3022" userDrawn="1">
          <p15:clr>
            <a:srgbClr val="FBAE40"/>
          </p15:clr>
        </p15:guide>
        <p15:guide id="6" pos="3341"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olding slide_Dark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6F2C5B2-B6B5-8033-1AB2-8EA2C569B775}"/>
              </a:ext>
            </a:extLst>
          </p:cNvPr>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CA" err="1">
              <a:solidFill>
                <a:schemeClr val="bg1"/>
              </a:solidFill>
              <a:latin typeface="Microsoft Sans Serif"/>
              <a:cs typeface="Microsoft Sans Serif" panose="020B0604020202020204" pitchFamily="34" charset="0"/>
            </a:endParaRPr>
          </a:p>
        </p:txBody>
      </p:sp>
      <p:pic>
        <p:nvPicPr>
          <p:cNvPr id="33" name="Graphic 32">
            <a:extLst>
              <a:ext uri="{FF2B5EF4-FFF2-40B4-BE49-F238E27FC236}">
                <a16:creationId xmlns:a16="http://schemas.microsoft.com/office/drawing/2014/main" id="{B5794193-7C82-4508-9AF6-5E056C12D43E}"/>
              </a:ext>
            </a:extLst>
          </p:cNvPr>
          <p:cNvPicPr>
            <a:picLocks noChangeAspect="1"/>
          </p:cNvPicPr>
          <p:nvPr userDrawn="1"/>
        </p:nvPicPr>
        <p:blipFill>
          <a:blip>
            <a:extLst>
              <a:ext uri="{96DAC541-7B7A-43D3-8B79-37D633B846F1}">
                <asvg:svgBlip xmlns:asvg="http://schemas.microsoft.com/office/drawing/2016/SVG/main" r:embed="rId2"/>
              </a:ext>
            </a:extLst>
          </a:blip>
          <a:srcRect l="17291" t="32275" r="17135" b="30839"/>
          <a:stretch>
            <a:fillRect/>
          </a:stretch>
        </p:blipFill>
        <p:spPr>
          <a:xfrm>
            <a:off x="0" y="2"/>
            <a:ext cx="12192000" cy="6857998"/>
          </a:xfrm>
          <a:custGeom>
            <a:avLst/>
            <a:gdLst>
              <a:gd name="connsiteX0" fmla="*/ 0 w 12192000"/>
              <a:gd name="connsiteY0" fmla="*/ 0 h 6857998"/>
              <a:gd name="connsiteX1" fmla="*/ 12192000 w 12192000"/>
              <a:gd name="connsiteY1" fmla="*/ 0 h 6857998"/>
              <a:gd name="connsiteX2" fmla="*/ 12192000 w 12192000"/>
              <a:gd name="connsiteY2" fmla="*/ 6857998 h 6857998"/>
              <a:gd name="connsiteX3" fmla="*/ 0 w 12192000"/>
              <a:gd name="connsiteY3" fmla="*/ 6857998 h 6857998"/>
            </a:gdLst>
            <a:ahLst/>
            <a:cxnLst>
              <a:cxn ang="0">
                <a:pos x="connsiteX0" y="connsiteY0"/>
              </a:cxn>
              <a:cxn ang="0">
                <a:pos x="connsiteX1" y="connsiteY1"/>
              </a:cxn>
              <a:cxn ang="0">
                <a:pos x="connsiteX2" y="connsiteY2"/>
              </a:cxn>
              <a:cxn ang="0">
                <a:pos x="connsiteX3" y="connsiteY3"/>
              </a:cxn>
            </a:cxnLst>
            <a:rect l="l" t="t" r="r" b="b"/>
            <a:pathLst>
              <a:path w="12192000" h="6857998">
                <a:moveTo>
                  <a:pt x="0" y="0"/>
                </a:moveTo>
                <a:lnTo>
                  <a:pt x="12192000" y="0"/>
                </a:lnTo>
                <a:lnTo>
                  <a:pt x="12192000" y="6857998"/>
                </a:lnTo>
                <a:lnTo>
                  <a:pt x="0" y="6857998"/>
                </a:lnTo>
                <a:close/>
              </a:path>
            </a:pathLst>
          </a:custGeom>
        </p:spPr>
      </p:pic>
      <p:pic>
        <p:nvPicPr>
          <p:cNvPr id="2" name="Graphic 1">
            <a:extLst>
              <a:ext uri="{FF2B5EF4-FFF2-40B4-BE49-F238E27FC236}">
                <a16:creationId xmlns:a16="http://schemas.microsoft.com/office/drawing/2014/main" id="{4C85D623-E2F7-219D-4729-50DF575019A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953328" y="2337534"/>
            <a:ext cx="4285343" cy="1965955"/>
          </a:xfrm>
          <a:prstGeom prst="rect">
            <a:avLst/>
          </a:prstGeom>
        </p:spPr>
      </p:pic>
    </p:spTree>
    <p:extLst>
      <p:ext uri="{BB962C8B-B14F-4D97-AF65-F5344CB8AC3E}">
        <p14:creationId xmlns:p14="http://schemas.microsoft.com/office/powerpoint/2010/main" val="671131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olding slide_Qualcomm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6F2C5B2-B6B5-8033-1AB2-8EA2C569B775}"/>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CA" err="1">
              <a:solidFill>
                <a:schemeClr val="bg1"/>
              </a:solidFill>
              <a:latin typeface="Microsoft Sans Serif"/>
              <a:cs typeface="Microsoft Sans Serif" panose="020B0604020202020204" pitchFamily="34" charset="0"/>
            </a:endParaRPr>
          </a:p>
        </p:txBody>
      </p:sp>
      <p:pic>
        <p:nvPicPr>
          <p:cNvPr id="33" name="Graphic 32">
            <a:extLst>
              <a:ext uri="{FF2B5EF4-FFF2-40B4-BE49-F238E27FC236}">
                <a16:creationId xmlns:a16="http://schemas.microsoft.com/office/drawing/2014/main" id="{B5794193-7C82-4508-9AF6-5E056C12D43E}"/>
              </a:ext>
            </a:extLst>
          </p:cNvPr>
          <p:cNvPicPr>
            <a:picLocks noChangeAspect="1"/>
          </p:cNvPicPr>
          <p:nvPr userDrawn="1"/>
        </p:nvPicPr>
        <p:blipFill>
          <a:blip>
            <a:extLst>
              <a:ext uri="{96DAC541-7B7A-43D3-8B79-37D633B846F1}">
                <asvg:svgBlip xmlns:asvg="http://schemas.microsoft.com/office/drawing/2016/SVG/main" r:embed="rId2"/>
              </a:ext>
            </a:extLst>
          </a:blip>
          <a:srcRect l="17291" t="32275" r="17135" b="30839"/>
          <a:stretch>
            <a:fillRect/>
          </a:stretch>
        </p:blipFill>
        <p:spPr>
          <a:xfrm>
            <a:off x="0" y="2"/>
            <a:ext cx="12192000" cy="6857998"/>
          </a:xfrm>
          <a:custGeom>
            <a:avLst/>
            <a:gdLst>
              <a:gd name="connsiteX0" fmla="*/ 0 w 12192000"/>
              <a:gd name="connsiteY0" fmla="*/ 0 h 6857998"/>
              <a:gd name="connsiteX1" fmla="*/ 12192000 w 12192000"/>
              <a:gd name="connsiteY1" fmla="*/ 0 h 6857998"/>
              <a:gd name="connsiteX2" fmla="*/ 12192000 w 12192000"/>
              <a:gd name="connsiteY2" fmla="*/ 6857998 h 6857998"/>
              <a:gd name="connsiteX3" fmla="*/ 0 w 12192000"/>
              <a:gd name="connsiteY3" fmla="*/ 6857998 h 6857998"/>
            </a:gdLst>
            <a:ahLst/>
            <a:cxnLst>
              <a:cxn ang="0">
                <a:pos x="connsiteX0" y="connsiteY0"/>
              </a:cxn>
              <a:cxn ang="0">
                <a:pos x="connsiteX1" y="connsiteY1"/>
              </a:cxn>
              <a:cxn ang="0">
                <a:pos x="connsiteX2" y="connsiteY2"/>
              </a:cxn>
              <a:cxn ang="0">
                <a:pos x="connsiteX3" y="connsiteY3"/>
              </a:cxn>
            </a:cxnLst>
            <a:rect l="l" t="t" r="r" b="b"/>
            <a:pathLst>
              <a:path w="12192000" h="6857998">
                <a:moveTo>
                  <a:pt x="0" y="0"/>
                </a:moveTo>
                <a:lnTo>
                  <a:pt x="12192000" y="0"/>
                </a:lnTo>
                <a:lnTo>
                  <a:pt x="12192000" y="6857998"/>
                </a:lnTo>
                <a:lnTo>
                  <a:pt x="0" y="6857998"/>
                </a:lnTo>
                <a:close/>
              </a:path>
            </a:pathLst>
          </a:custGeom>
        </p:spPr>
      </p:pic>
      <p:pic>
        <p:nvPicPr>
          <p:cNvPr id="2" name="Graphic 1">
            <a:extLst>
              <a:ext uri="{FF2B5EF4-FFF2-40B4-BE49-F238E27FC236}">
                <a16:creationId xmlns:a16="http://schemas.microsoft.com/office/drawing/2014/main" id="{4C85D623-E2F7-219D-4729-50DF575019A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953328" y="2337534"/>
            <a:ext cx="4285343" cy="1965955"/>
          </a:xfrm>
          <a:prstGeom prst="rect">
            <a:avLst/>
          </a:prstGeom>
        </p:spPr>
      </p:pic>
    </p:spTree>
    <p:extLst>
      <p:ext uri="{BB962C8B-B14F-4D97-AF65-F5344CB8AC3E}">
        <p14:creationId xmlns:p14="http://schemas.microsoft.com/office/powerpoint/2010/main" val="2860525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_Dark Blue">
    <p:bg>
      <p:bgPr>
        <a:solidFill>
          <a:schemeClr val="accent2"/>
        </a:solidFill>
        <a:effectLst/>
      </p:bgPr>
    </p:bg>
    <p:spTree>
      <p:nvGrpSpPr>
        <p:cNvPr id="1" name=""/>
        <p:cNvGrpSpPr/>
        <p:nvPr/>
      </p:nvGrpSpPr>
      <p:grpSpPr>
        <a:xfrm>
          <a:off x="0" y="0"/>
          <a:ext cx="0" cy="0"/>
          <a:chOff x="0" y="0"/>
          <a:chExt cx="0" cy="0"/>
        </a:xfrm>
      </p:grpSpPr>
      <p:sp>
        <p:nvSpPr>
          <p:cNvPr id="5" name="Text Placeholder 22">
            <a:extLst>
              <a:ext uri="{FF2B5EF4-FFF2-40B4-BE49-F238E27FC236}">
                <a16:creationId xmlns:a16="http://schemas.microsoft.com/office/drawing/2014/main" id="{E54A92A4-1E48-2B1B-909B-2357B21DF6F4}"/>
              </a:ext>
            </a:extLst>
          </p:cNvPr>
          <p:cNvSpPr>
            <a:spLocks noGrp="1"/>
          </p:cNvSpPr>
          <p:nvPr>
            <p:ph type="body" sz="quarter" idx="13" hasCustomPrompt="1"/>
          </p:nvPr>
        </p:nvSpPr>
        <p:spPr>
          <a:xfrm>
            <a:off x="5843588" y="989318"/>
            <a:ext cx="5832474" cy="4984761"/>
          </a:xfrm>
        </p:spPr>
        <p:txBody>
          <a:bodyPr wrap="square" anchor="ctr">
            <a:noAutofit/>
          </a:bodyPr>
          <a:lstStyle>
            <a:lvl1pPr marL="0" indent="0">
              <a:spcBef>
                <a:spcPts val="2000"/>
              </a:spcBef>
              <a:spcAft>
                <a:spcPts val="0"/>
              </a:spcAft>
              <a:buNone/>
              <a:defRPr sz="2800"/>
            </a:lvl1pPr>
          </a:lstStyle>
          <a:p>
            <a:pPr lvl="0"/>
            <a:r>
              <a:rPr lang="en-US"/>
              <a:t>First section</a:t>
            </a:r>
          </a:p>
          <a:p>
            <a:pPr lvl="0"/>
            <a:r>
              <a:rPr lang="en-US"/>
              <a:t>Second section</a:t>
            </a:r>
          </a:p>
          <a:p>
            <a:pPr lvl="0"/>
            <a:r>
              <a:rPr lang="en-US"/>
              <a:t>Third section</a:t>
            </a:r>
          </a:p>
          <a:p>
            <a:pPr lvl="0"/>
            <a:r>
              <a:rPr lang="en-US"/>
              <a:t>Fourth section</a:t>
            </a:r>
          </a:p>
          <a:p>
            <a:pPr lvl="0"/>
            <a:r>
              <a:rPr lang="en-US"/>
              <a:t>Fifth section</a:t>
            </a:r>
          </a:p>
          <a:p>
            <a:pPr lvl="0"/>
            <a:r>
              <a:rPr lang="en-US"/>
              <a:t>Sixth section</a:t>
            </a:r>
          </a:p>
        </p:txBody>
      </p:sp>
      <p:pic>
        <p:nvPicPr>
          <p:cNvPr id="4" name="Graphic 3">
            <a:extLst>
              <a:ext uri="{FF2B5EF4-FFF2-40B4-BE49-F238E27FC236}">
                <a16:creationId xmlns:a16="http://schemas.microsoft.com/office/drawing/2014/main" id="{87ECCFB4-6FEB-4786-7945-36916365351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2212" t="-1336" r="-341" b="1336"/>
          <a:stretch/>
        </p:blipFill>
        <p:spPr>
          <a:xfrm rot="721101">
            <a:off x="-455175" y="695050"/>
            <a:ext cx="4931282" cy="5595610"/>
          </a:xfrm>
          <a:custGeom>
            <a:avLst/>
            <a:gdLst>
              <a:gd name="connsiteX0" fmla="*/ 0 w 6469437"/>
              <a:gd name="connsiteY0" fmla="*/ 1125849 h 7340983"/>
              <a:gd name="connsiteX1" fmla="*/ 5288374 w 6469437"/>
              <a:gd name="connsiteY1" fmla="*/ 0 h 7340983"/>
              <a:gd name="connsiteX2" fmla="*/ 6469437 w 6469437"/>
              <a:gd name="connsiteY2" fmla="*/ 5547730 h 7340983"/>
              <a:gd name="connsiteX3" fmla="*/ 6469437 w 6469437"/>
              <a:gd name="connsiteY3" fmla="*/ 6245383 h 7340983"/>
              <a:gd name="connsiteX4" fmla="*/ 1323149 w 6469437"/>
              <a:gd name="connsiteY4" fmla="*/ 7340983 h 73409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9437" h="7340983">
                <a:moveTo>
                  <a:pt x="0" y="1125849"/>
                </a:moveTo>
                <a:lnTo>
                  <a:pt x="5288374" y="0"/>
                </a:lnTo>
                <a:lnTo>
                  <a:pt x="6469437" y="5547730"/>
                </a:lnTo>
                <a:lnTo>
                  <a:pt x="6469437" y="6245383"/>
                </a:lnTo>
                <a:lnTo>
                  <a:pt x="1323149" y="7340983"/>
                </a:lnTo>
                <a:close/>
              </a:path>
            </a:pathLst>
          </a:custGeom>
        </p:spPr>
      </p:pic>
      <p:sp>
        <p:nvSpPr>
          <p:cNvPr id="3" name="TextBox 2">
            <a:extLst>
              <a:ext uri="{FF2B5EF4-FFF2-40B4-BE49-F238E27FC236}">
                <a16:creationId xmlns:a16="http://schemas.microsoft.com/office/drawing/2014/main" id="{DCF333EE-339A-2B10-12F5-EDCD3B9BB705}"/>
              </a:ext>
            </a:extLst>
          </p:cNvPr>
          <p:cNvSpPr txBox="1"/>
          <p:nvPr userDrawn="1"/>
        </p:nvSpPr>
        <p:spPr>
          <a:xfrm>
            <a:off x="876179" y="3150676"/>
            <a:ext cx="1687749" cy="661720"/>
          </a:xfrm>
          <a:prstGeom prst="rect">
            <a:avLst/>
          </a:prstGeom>
          <a:noFill/>
        </p:spPr>
        <p:txBody>
          <a:bodyPr wrap="square">
            <a:spAutoFit/>
          </a:bodyPr>
          <a:lstStyle/>
          <a:p>
            <a:r>
              <a:rPr kumimoji="0" lang="en-US" sz="3700" b="0" i="0" u="none" strike="noStrike" kern="2000" cap="none" spc="-50" normalizeH="0" baseline="0" noProof="0">
                <a:ln>
                  <a:noFill/>
                </a:ln>
                <a:solidFill>
                  <a:srgbClr val="FFFFFF"/>
                </a:solidFill>
                <a:effectLst/>
                <a:uLnTx/>
                <a:uFillTx/>
                <a:latin typeface="Aptos Display" panose="02110004020202020204"/>
                <a:ea typeface="+mj-ea"/>
                <a:cs typeface="+mj-cs"/>
              </a:rPr>
              <a:t>Agenda</a:t>
            </a:r>
            <a:endParaRPr lang="en-US" sz="3700"/>
          </a:p>
        </p:txBody>
      </p:sp>
      <p:sp>
        <p:nvSpPr>
          <p:cNvPr id="2" name="TextBox 1">
            <a:extLst>
              <a:ext uri="{FF2B5EF4-FFF2-40B4-BE49-F238E27FC236}">
                <a16:creationId xmlns:a16="http://schemas.microsoft.com/office/drawing/2014/main" id="{BDBEE89A-B45C-7D54-BFA0-559F4BC62BC7}"/>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
        <p:nvSpPr>
          <p:cNvPr id="6" name="Footer Placeholder 2">
            <a:extLst>
              <a:ext uri="{FF2B5EF4-FFF2-40B4-BE49-F238E27FC236}">
                <a16:creationId xmlns:a16="http://schemas.microsoft.com/office/drawing/2014/main" id="{D50D6A8B-A66D-60C0-5A75-441CA5624F2D}"/>
              </a:ext>
            </a:extLst>
          </p:cNvPr>
          <p:cNvSpPr>
            <a:spLocks noGrp="1"/>
          </p:cNvSpPr>
          <p:nvPr>
            <p:ph type="ftr" sz="quarter" idx="3"/>
          </p:nvPr>
        </p:nvSpPr>
        <p:spPr>
          <a:xfrm>
            <a:off x="515938" y="6396925"/>
            <a:ext cx="6359648" cy="118174"/>
          </a:xfrm>
          <a:prstGeom prst="rect">
            <a:avLst/>
          </a:prstGeom>
        </p:spPr>
        <p:txBody>
          <a:bodyPr vert="horz" wrap="square" lIns="0" tIns="0" rIns="0" bIns="0" rtlCol="0" anchor="b">
            <a:noAutofit/>
          </a:bodyPr>
          <a:lstStyle>
            <a:lvl1pPr marL="0" algn="l" defTabSz="685800" rtl="0" eaLnBrk="1" latinLnBrk="0" hangingPunct="1">
              <a:lnSpc>
                <a:spcPct val="96000"/>
              </a:lnSpc>
              <a:spcBef>
                <a:spcPts val="0"/>
              </a:spcBef>
              <a:spcAft>
                <a:spcPts val="225"/>
              </a:spcAft>
              <a:buClr>
                <a:srgbClr val="3253DC"/>
              </a:buClr>
              <a:buFont typeface="Arial" panose="020B0604020202020204" pitchFamily="34" charset="0"/>
              <a:buNone/>
              <a:defRPr lang="en-US" sz="800" kern="1200" baseline="0" smtClean="0">
                <a:solidFill>
                  <a:schemeClr val="accent6">
                    <a:lumMod val="90000"/>
                  </a:schemeClr>
                </a:solidFill>
                <a:latin typeface="+mn-lt"/>
                <a:ea typeface="+mn-ea"/>
                <a:cs typeface="+mn-cs"/>
              </a:defRPr>
            </a:lvl1pPr>
          </a:lstStyle>
          <a:p>
            <a:endParaRPr lang="en-CA"/>
          </a:p>
        </p:txBody>
      </p:sp>
    </p:spTree>
    <p:extLst>
      <p:ext uri="{BB962C8B-B14F-4D97-AF65-F5344CB8AC3E}">
        <p14:creationId xmlns:p14="http://schemas.microsoft.com/office/powerpoint/2010/main" val="4037650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20" userDrawn="1">
          <p15:clr>
            <a:srgbClr val="FBAE40"/>
          </p15:clr>
        </p15:guide>
        <p15:guide id="2" orient="horz" pos="436" userDrawn="1">
          <p15:clr>
            <a:srgbClr val="FBAE40"/>
          </p15:clr>
        </p15:guide>
        <p15:guide id="5" orient="horz" pos="3158" userDrawn="1">
          <p15:clr>
            <a:srgbClr val="FBAE40"/>
          </p15:clr>
        </p15:guide>
        <p15:guide id="6" orient="horz" pos="1344" userDrawn="1">
          <p15:clr>
            <a:srgbClr val="FBAE40"/>
          </p15:clr>
        </p15:guide>
        <p15:guide id="7" orient="horz" pos="2251" userDrawn="1">
          <p15:clr>
            <a:srgbClr val="FBAE40"/>
          </p15:clr>
        </p15:guide>
        <p15:guide id="8" pos="3681" userDrawn="1">
          <p15:clr>
            <a:srgbClr val="FBAE40"/>
          </p15:clr>
        </p15:guide>
        <p15:guide id="9" pos="6970" userDrawn="1">
          <p15:clr>
            <a:srgbClr val="FBAE40"/>
          </p15:clr>
        </p15:guide>
        <p15:guide id="12" orient="horz" pos="1752" userDrawn="1">
          <p15:clr>
            <a:srgbClr val="FBAE40"/>
          </p15:clr>
        </p15:guide>
        <p15:guide id="13" orient="horz" pos="2591"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_Qualcomm Blue">
    <p:bg>
      <p:bgPr>
        <a:solidFill>
          <a:schemeClr val="accent1"/>
        </a:solidFill>
        <a:effectLst/>
      </p:bgPr>
    </p:bg>
    <p:spTree>
      <p:nvGrpSpPr>
        <p:cNvPr id="1" name=""/>
        <p:cNvGrpSpPr/>
        <p:nvPr/>
      </p:nvGrpSpPr>
      <p:grpSpPr>
        <a:xfrm>
          <a:off x="0" y="0"/>
          <a:ext cx="0" cy="0"/>
          <a:chOff x="0" y="0"/>
          <a:chExt cx="0" cy="0"/>
        </a:xfrm>
      </p:grpSpPr>
      <p:sp>
        <p:nvSpPr>
          <p:cNvPr id="5" name="Text Placeholder 22">
            <a:extLst>
              <a:ext uri="{FF2B5EF4-FFF2-40B4-BE49-F238E27FC236}">
                <a16:creationId xmlns:a16="http://schemas.microsoft.com/office/drawing/2014/main" id="{E54A92A4-1E48-2B1B-909B-2357B21DF6F4}"/>
              </a:ext>
            </a:extLst>
          </p:cNvPr>
          <p:cNvSpPr>
            <a:spLocks noGrp="1"/>
          </p:cNvSpPr>
          <p:nvPr>
            <p:ph type="body" sz="quarter" idx="13" hasCustomPrompt="1"/>
          </p:nvPr>
        </p:nvSpPr>
        <p:spPr>
          <a:xfrm>
            <a:off x="5843588" y="989318"/>
            <a:ext cx="5832474" cy="4984761"/>
          </a:xfrm>
        </p:spPr>
        <p:txBody>
          <a:bodyPr wrap="square" anchor="ctr">
            <a:noAutofit/>
          </a:bodyPr>
          <a:lstStyle>
            <a:lvl1pPr marL="0" indent="0">
              <a:spcBef>
                <a:spcPts val="2000"/>
              </a:spcBef>
              <a:spcAft>
                <a:spcPts val="0"/>
              </a:spcAft>
              <a:buNone/>
              <a:defRPr sz="2800"/>
            </a:lvl1pPr>
          </a:lstStyle>
          <a:p>
            <a:pPr lvl="0"/>
            <a:r>
              <a:rPr lang="en-US"/>
              <a:t>First section</a:t>
            </a:r>
          </a:p>
          <a:p>
            <a:pPr lvl="0"/>
            <a:r>
              <a:rPr lang="en-US"/>
              <a:t>Second section</a:t>
            </a:r>
          </a:p>
          <a:p>
            <a:pPr lvl="0"/>
            <a:r>
              <a:rPr lang="en-US"/>
              <a:t>Third section</a:t>
            </a:r>
          </a:p>
          <a:p>
            <a:pPr lvl="0"/>
            <a:r>
              <a:rPr lang="en-US"/>
              <a:t>Fourth section</a:t>
            </a:r>
          </a:p>
          <a:p>
            <a:pPr lvl="0"/>
            <a:r>
              <a:rPr lang="en-US"/>
              <a:t>Fifth section</a:t>
            </a:r>
          </a:p>
          <a:p>
            <a:pPr lvl="0"/>
            <a:r>
              <a:rPr lang="en-US"/>
              <a:t>Sixth section</a:t>
            </a:r>
          </a:p>
        </p:txBody>
      </p:sp>
      <p:pic>
        <p:nvPicPr>
          <p:cNvPr id="4" name="Graphic 3">
            <a:extLst>
              <a:ext uri="{FF2B5EF4-FFF2-40B4-BE49-F238E27FC236}">
                <a16:creationId xmlns:a16="http://schemas.microsoft.com/office/drawing/2014/main" id="{87ECCFB4-6FEB-4786-7945-36916365351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2212" t="-1336" r="-341" b="1336"/>
          <a:stretch/>
        </p:blipFill>
        <p:spPr>
          <a:xfrm rot="721101">
            <a:off x="-455175" y="695050"/>
            <a:ext cx="4931282" cy="5595610"/>
          </a:xfrm>
          <a:custGeom>
            <a:avLst/>
            <a:gdLst>
              <a:gd name="connsiteX0" fmla="*/ 0 w 6469437"/>
              <a:gd name="connsiteY0" fmla="*/ 1125849 h 7340983"/>
              <a:gd name="connsiteX1" fmla="*/ 5288374 w 6469437"/>
              <a:gd name="connsiteY1" fmla="*/ 0 h 7340983"/>
              <a:gd name="connsiteX2" fmla="*/ 6469437 w 6469437"/>
              <a:gd name="connsiteY2" fmla="*/ 5547730 h 7340983"/>
              <a:gd name="connsiteX3" fmla="*/ 6469437 w 6469437"/>
              <a:gd name="connsiteY3" fmla="*/ 6245383 h 7340983"/>
              <a:gd name="connsiteX4" fmla="*/ 1323149 w 6469437"/>
              <a:gd name="connsiteY4" fmla="*/ 7340983 h 73409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9437" h="7340983">
                <a:moveTo>
                  <a:pt x="0" y="1125849"/>
                </a:moveTo>
                <a:lnTo>
                  <a:pt x="5288374" y="0"/>
                </a:lnTo>
                <a:lnTo>
                  <a:pt x="6469437" y="5547730"/>
                </a:lnTo>
                <a:lnTo>
                  <a:pt x="6469437" y="6245383"/>
                </a:lnTo>
                <a:lnTo>
                  <a:pt x="1323149" y="7340983"/>
                </a:lnTo>
                <a:close/>
              </a:path>
            </a:pathLst>
          </a:custGeom>
        </p:spPr>
      </p:pic>
      <p:sp>
        <p:nvSpPr>
          <p:cNvPr id="3" name="TextBox 2">
            <a:extLst>
              <a:ext uri="{FF2B5EF4-FFF2-40B4-BE49-F238E27FC236}">
                <a16:creationId xmlns:a16="http://schemas.microsoft.com/office/drawing/2014/main" id="{DCF333EE-339A-2B10-12F5-EDCD3B9BB705}"/>
              </a:ext>
            </a:extLst>
          </p:cNvPr>
          <p:cNvSpPr txBox="1"/>
          <p:nvPr userDrawn="1"/>
        </p:nvSpPr>
        <p:spPr>
          <a:xfrm>
            <a:off x="876179" y="3150676"/>
            <a:ext cx="1687749" cy="661720"/>
          </a:xfrm>
          <a:prstGeom prst="rect">
            <a:avLst/>
          </a:prstGeom>
          <a:noFill/>
        </p:spPr>
        <p:txBody>
          <a:bodyPr wrap="square">
            <a:spAutoFit/>
          </a:bodyPr>
          <a:lstStyle/>
          <a:p>
            <a:r>
              <a:rPr kumimoji="0" lang="en-US" sz="3700" b="0" i="0" u="none" strike="noStrike" kern="2000" cap="none" spc="-50" normalizeH="0" baseline="0" noProof="0">
                <a:ln>
                  <a:noFill/>
                </a:ln>
                <a:solidFill>
                  <a:srgbClr val="FFFFFF"/>
                </a:solidFill>
                <a:effectLst/>
                <a:uLnTx/>
                <a:uFillTx/>
                <a:latin typeface="Aptos Display" panose="02110004020202020204"/>
                <a:ea typeface="+mj-ea"/>
                <a:cs typeface="+mj-cs"/>
              </a:rPr>
              <a:t>Agenda</a:t>
            </a:r>
            <a:endParaRPr lang="en-US" sz="3700"/>
          </a:p>
        </p:txBody>
      </p:sp>
      <p:sp>
        <p:nvSpPr>
          <p:cNvPr id="2" name="TextBox 1">
            <a:extLst>
              <a:ext uri="{FF2B5EF4-FFF2-40B4-BE49-F238E27FC236}">
                <a16:creationId xmlns:a16="http://schemas.microsoft.com/office/drawing/2014/main" id="{BDBEE89A-B45C-7D54-BFA0-559F4BC62BC7}"/>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
        <p:nvSpPr>
          <p:cNvPr id="6" name="Footer Placeholder 2">
            <a:extLst>
              <a:ext uri="{FF2B5EF4-FFF2-40B4-BE49-F238E27FC236}">
                <a16:creationId xmlns:a16="http://schemas.microsoft.com/office/drawing/2014/main" id="{D50D6A8B-A66D-60C0-5A75-441CA5624F2D}"/>
              </a:ext>
            </a:extLst>
          </p:cNvPr>
          <p:cNvSpPr>
            <a:spLocks noGrp="1"/>
          </p:cNvSpPr>
          <p:nvPr>
            <p:ph type="ftr" sz="quarter" idx="3"/>
          </p:nvPr>
        </p:nvSpPr>
        <p:spPr>
          <a:xfrm>
            <a:off x="515938" y="6396925"/>
            <a:ext cx="6359648" cy="118174"/>
          </a:xfrm>
          <a:prstGeom prst="rect">
            <a:avLst/>
          </a:prstGeom>
        </p:spPr>
        <p:txBody>
          <a:bodyPr vert="horz" wrap="square" lIns="0" tIns="0" rIns="0" bIns="0" rtlCol="0" anchor="b">
            <a:noAutofit/>
          </a:bodyPr>
          <a:lstStyle>
            <a:lvl1pPr marL="0" algn="l" defTabSz="685800" rtl="0" eaLnBrk="1" latinLnBrk="0" hangingPunct="1">
              <a:lnSpc>
                <a:spcPct val="96000"/>
              </a:lnSpc>
              <a:spcBef>
                <a:spcPts val="0"/>
              </a:spcBef>
              <a:spcAft>
                <a:spcPts val="225"/>
              </a:spcAft>
              <a:buClr>
                <a:srgbClr val="3253DC"/>
              </a:buClr>
              <a:buFont typeface="Arial" panose="020B0604020202020204" pitchFamily="34" charset="0"/>
              <a:buNone/>
              <a:defRPr lang="en-US" sz="800" kern="1200" baseline="0" smtClean="0">
                <a:solidFill>
                  <a:schemeClr val="accent6">
                    <a:lumMod val="90000"/>
                  </a:schemeClr>
                </a:solidFill>
                <a:latin typeface="+mn-lt"/>
                <a:ea typeface="+mn-ea"/>
                <a:cs typeface="+mn-cs"/>
              </a:defRPr>
            </a:lvl1pPr>
          </a:lstStyle>
          <a:p>
            <a:endParaRPr lang="en-CA"/>
          </a:p>
        </p:txBody>
      </p:sp>
    </p:spTree>
    <p:extLst>
      <p:ext uri="{BB962C8B-B14F-4D97-AF65-F5344CB8AC3E}">
        <p14:creationId xmlns:p14="http://schemas.microsoft.com/office/powerpoint/2010/main" val="3488662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20" userDrawn="1">
          <p15:clr>
            <a:srgbClr val="FBAE40"/>
          </p15:clr>
        </p15:guide>
        <p15:guide id="2" orient="horz" pos="436" userDrawn="1">
          <p15:clr>
            <a:srgbClr val="FBAE40"/>
          </p15:clr>
        </p15:guide>
        <p15:guide id="5" orient="horz" pos="3158" userDrawn="1">
          <p15:clr>
            <a:srgbClr val="FBAE40"/>
          </p15:clr>
        </p15:guide>
        <p15:guide id="6" orient="horz" pos="1344" userDrawn="1">
          <p15:clr>
            <a:srgbClr val="FBAE40"/>
          </p15:clr>
        </p15:guide>
        <p15:guide id="7" orient="horz" pos="2251" userDrawn="1">
          <p15:clr>
            <a:srgbClr val="FBAE40"/>
          </p15:clr>
        </p15:guide>
        <p15:guide id="8" pos="3681" userDrawn="1">
          <p15:clr>
            <a:srgbClr val="FBAE40"/>
          </p15:clr>
        </p15:guide>
        <p15:guide id="9" pos="6970" userDrawn="1">
          <p15:clr>
            <a:srgbClr val="FBAE40"/>
          </p15:clr>
        </p15:guide>
        <p15:guide id="12" orient="horz" pos="1752" userDrawn="1">
          <p15:clr>
            <a:srgbClr val="FBAE40"/>
          </p15:clr>
        </p15:guide>
        <p15:guide id="13" orient="horz" pos="2591"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vider_Dark Blue">
    <p:bg>
      <p:bgPr>
        <a:solidFill>
          <a:schemeClr val="accent2"/>
        </a:solidFill>
        <a:effectLst/>
      </p:bgPr>
    </p:bg>
    <p:spTree>
      <p:nvGrpSpPr>
        <p:cNvPr id="1" name=""/>
        <p:cNvGrpSpPr/>
        <p:nvPr/>
      </p:nvGrpSpPr>
      <p:grpSpPr>
        <a:xfrm>
          <a:off x="0" y="0"/>
          <a:ext cx="0" cy="0"/>
          <a:chOff x="0" y="0"/>
          <a:chExt cx="0" cy="0"/>
        </a:xfrm>
      </p:grpSpPr>
      <p:sp>
        <p:nvSpPr>
          <p:cNvPr id="10" name="Title 2">
            <a:extLst>
              <a:ext uri="{FF2B5EF4-FFF2-40B4-BE49-F238E27FC236}">
                <a16:creationId xmlns:a16="http://schemas.microsoft.com/office/drawing/2014/main" id="{56F4BB75-A65B-C928-4300-940A326B325A}"/>
              </a:ext>
            </a:extLst>
          </p:cNvPr>
          <p:cNvSpPr>
            <a:spLocks noGrp="1"/>
          </p:cNvSpPr>
          <p:nvPr>
            <p:ph type="title" hasCustomPrompt="1"/>
          </p:nvPr>
        </p:nvSpPr>
        <p:spPr bwMode="gray">
          <a:xfrm>
            <a:off x="515937" y="2673350"/>
            <a:ext cx="7056438" cy="1795556"/>
          </a:xfrm>
        </p:spPr>
        <p:txBody>
          <a:bodyPr wrap="square" anchor="ctr">
            <a:noAutofit/>
          </a:bodyPr>
          <a:lstStyle>
            <a:lvl1pPr marL="0" marR="0" indent="0" algn="l" defTabSz="914400" rtl="0" eaLnBrk="1" fontAlgn="auto" latinLnBrk="0" hangingPunct="1">
              <a:lnSpc>
                <a:spcPct val="80000"/>
              </a:lnSpc>
              <a:spcBef>
                <a:spcPct val="0"/>
              </a:spcBef>
              <a:spcAft>
                <a:spcPts val="0"/>
              </a:spcAft>
              <a:buClrTx/>
              <a:buSzTx/>
              <a:buFontTx/>
              <a:buNone/>
              <a:tabLst/>
              <a:defRPr lang="en-US" sz="48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4800" spc="-110">
                <a:solidFill>
                  <a:srgbClr val="FFFFFE"/>
                </a:solidFill>
                <a:ea typeface="Alfabet" pitchFamily="2" charset="0"/>
                <a:cs typeface="Microsoft Sans Serif" panose="020B0604020202020204" pitchFamily="34" charset="0"/>
              </a:rPr>
              <a:t>Divider slide title</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3 lines maximum lorem ipsum dolor sit </a:t>
            </a:r>
            <a:r>
              <a:rPr lang="en-US" sz="4800" spc="-110" err="1">
                <a:solidFill>
                  <a:srgbClr val="FFFFFE"/>
                </a:solidFill>
                <a:ea typeface="Alfabet" pitchFamily="2" charset="0"/>
                <a:cs typeface="Microsoft Sans Serif" panose="020B0604020202020204" pitchFamily="34" charset="0"/>
              </a:rPr>
              <a:t>amet</a:t>
            </a:r>
            <a:endParaRPr lang="en-US" sz="4800" spc="-110">
              <a:solidFill>
                <a:srgbClr val="FFFFFE"/>
              </a:solidFill>
              <a:ea typeface="Alfabet" pitchFamily="2" charset="0"/>
              <a:cs typeface="Microsoft Sans Serif" panose="020B0604020202020204" pitchFamily="34" charset="0"/>
            </a:endParaRPr>
          </a:p>
        </p:txBody>
      </p:sp>
      <p:pic>
        <p:nvPicPr>
          <p:cNvPr id="3" name="Graphic 2">
            <a:extLst>
              <a:ext uri="{FF2B5EF4-FFF2-40B4-BE49-F238E27FC236}">
                <a16:creationId xmlns:a16="http://schemas.microsoft.com/office/drawing/2014/main" id="{5FCC5857-127B-92B1-127D-549E125A84B7}"/>
              </a:ext>
            </a:extLst>
          </p:cNvPr>
          <p:cNvPicPr>
            <a:picLocks noChangeAspect="1"/>
          </p:cNvPicPr>
          <p:nvPr userDrawn="1"/>
        </p:nvPicPr>
        <p:blipFill>
          <a:blip>
            <a:extLst>
              <a:ext uri="{96DAC541-7B7A-43D3-8B79-37D633B846F1}">
                <asvg:svgBlip xmlns:asvg="http://schemas.microsoft.com/office/drawing/2016/SVG/main" r:embed="rId2"/>
              </a:ext>
            </a:extLst>
          </a:blip>
          <a:srcRect t="7956"/>
          <a:stretch>
            <a:fillRect/>
          </a:stretch>
        </p:blipFill>
        <p:spPr>
          <a:xfrm rot="19262939" flipV="1">
            <a:off x="7414009" y="2577117"/>
            <a:ext cx="5592194" cy="5147262"/>
          </a:xfrm>
          <a:custGeom>
            <a:avLst/>
            <a:gdLst>
              <a:gd name="connsiteX0" fmla="*/ 2936118 w 5592194"/>
              <a:gd name="connsiteY0" fmla="*/ 5147261 h 5147262"/>
              <a:gd name="connsiteX1" fmla="*/ 5592194 w 5592194"/>
              <a:gd name="connsiteY1" fmla="*/ 3000171 h 5147262"/>
              <a:gd name="connsiteX2" fmla="*/ 5592194 w 5592194"/>
              <a:gd name="connsiteY2" fmla="*/ 2879976 h 5147262"/>
              <a:gd name="connsiteX3" fmla="*/ 3264109 w 5592194"/>
              <a:gd name="connsiteY3" fmla="*/ 0 h 5147262"/>
              <a:gd name="connsiteX4" fmla="*/ 0 w 5592194"/>
              <a:gd name="connsiteY4" fmla="*/ 2638607 h 5147262"/>
              <a:gd name="connsiteX5" fmla="*/ 0 w 5592194"/>
              <a:gd name="connsiteY5" fmla="*/ 3023965 h 5147262"/>
              <a:gd name="connsiteX6" fmla="*/ 1716408 w 5592194"/>
              <a:gd name="connsiteY6" fmla="*/ 5147262 h 5147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92194" h="5147262">
                <a:moveTo>
                  <a:pt x="2936118" y="5147261"/>
                </a:moveTo>
                <a:lnTo>
                  <a:pt x="5592194" y="3000171"/>
                </a:lnTo>
                <a:lnTo>
                  <a:pt x="5592194" y="2879976"/>
                </a:lnTo>
                <a:lnTo>
                  <a:pt x="3264109" y="0"/>
                </a:lnTo>
                <a:lnTo>
                  <a:pt x="0" y="2638607"/>
                </a:lnTo>
                <a:lnTo>
                  <a:pt x="0" y="3023965"/>
                </a:lnTo>
                <a:lnTo>
                  <a:pt x="1716408" y="5147262"/>
                </a:lnTo>
                <a:close/>
              </a:path>
            </a:pathLst>
          </a:custGeom>
        </p:spPr>
      </p:pic>
      <p:pic>
        <p:nvPicPr>
          <p:cNvPr id="6" name="Picture 2">
            <a:extLst>
              <a:ext uri="{FF2B5EF4-FFF2-40B4-BE49-F238E27FC236}">
                <a16:creationId xmlns:a16="http://schemas.microsoft.com/office/drawing/2014/main" id="{B4CD1440-8C09-3A2A-5025-11244190A58A}"/>
              </a:ext>
            </a:extLst>
          </p:cNvPr>
          <p:cNvPicPr>
            <a:picLocks noChangeAspect="1" noChangeArrowheads="1"/>
          </p:cNvPicPr>
          <p:nvPr userDrawn="1"/>
        </p:nvPicPr>
        <p:blipFill rotWithShape="1">
          <a:blip r:embed="rId3" cstate="screen">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rcRect r="83264"/>
          <a:stretch/>
        </p:blipFill>
        <p:spPr bwMode="auto">
          <a:xfrm>
            <a:off x="9920889" y="4823714"/>
            <a:ext cx="938292" cy="102928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43838B8B-F1EE-7291-078D-4B7E230B21DC}"/>
              </a:ext>
            </a:extLst>
          </p:cNvPr>
          <p:cNvSpPr txBox="1"/>
          <p:nvPr userDrawn="1"/>
        </p:nvSpPr>
        <p:spPr>
          <a:xfrm>
            <a:off x="515938"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a:solidFill>
                  <a:schemeClr val="accent6">
                    <a:lumMod val="90000"/>
                  </a:schemeClr>
                </a:solidFill>
              </a:rPr>
              <a:t>Confidential – Qualcomm Technologies, Inc. and/or its affiliated companies – May Contain Trade Secrets</a:t>
            </a:r>
          </a:p>
        </p:txBody>
      </p:sp>
    </p:spTree>
    <p:extLst>
      <p:ext uri="{BB962C8B-B14F-4D97-AF65-F5344CB8AC3E}">
        <p14:creationId xmlns:p14="http://schemas.microsoft.com/office/powerpoint/2010/main" val="892053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6" pos="477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_Qualcomm Blue">
    <p:bg>
      <p:bgPr>
        <a:solidFill>
          <a:schemeClr val="accent1"/>
        </a:solidFill>
        <a:effectLst/>
      </p:bgPr>
    </p:bg>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3BA59318-1AE9-0D73-E563-6D4B033B5D6F}"/>
              </a:ext>
            </a:extLst>
          </p:cNvPr>
          <p:cNvSpPr>
            <a:spLocks noGrp="1"/>
          </p:cNvSpPr>
          <p:nvPr>
            <p:ph type="title" hasCustomPrompt="1"/>
          </p:nvPr>
        </p:nvSpPr>
        <p:spPr bwMode="gray">
          <a:xfrm>
            <a:off x="515937" y="2673350"/>
            <a:ext cx="7056438" cy="1795556"/>
          </a:xfrm>
        </p:spPr>
        <p:txBody>
          <a:bodyPr wrap="square" anchor="ctr">
            <a:noAutofit/>
          </a:bodyPr>
          <a:lstStyle>
            <a:lvl1pPr marL="0" marR="0" indent="0" algn="l" defTabSz="914400" rtl="0" eaLnBrk="1" fontAlgn="auto" latinLnBrk="0" hangingPunct="1">
              <a:lnSpc>
                <a:spcPct val="80000"/>
              </a:lnSpc>
              <a:spcBef>
                <a:spcPct val="0"/>
              </a:spcBef>
              <a:spcAft>
                <a:spcPts val="0"/>
              </a:spcAft>
              <a:buClrTx/>
              <a:buSzTx/>
              <a:buFontTx/>
              <a:buNone/>
              <a:tabLst/>
              <a:defRPr lang="en-US" sz="48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4800" spc="-110">
                <a:solidFill>
                  <a:srgbClr val="FFFFFE"/>
                </a:solidFill>
                <a:ea typeface="Alfabet" pitchFamily="2" charset="0"/>
                <a:cs typeface="Microsoft Sans Serif" panose="020B0604020202020204" pitchFamily="34" charset="0"/>
              </a:rPr>
              <a:t>Divider slide title </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3 lines maximum lorem ipsum dolor sit </a:t>
            </a:r>
            <a:r>
              <a:rPr lang="en-US" sz="4800" spc="-110" err="1">
                <a:solidFill>
                  <a:srgbClr val="FFFFFE"/>
                </a:solidFill>
                <a:ea typeface="Alfabet" pitchFamily="2" charset="0"/>
                <a:cs typeface="Microsoft Sans Serif" panose="020B0604020202020204" pitchFamily="34" charset="0"/>
              </a:rPr>
              <a:t>amet</a:t>
            </a:r>
            <a:endParaRPr lang="en-US" sz="4800" spc="-110">
              <a:solidFill>
                <a:srgbClr val="FFFFFE"/>
              </a:solidFill>
              <a:ea typeface="Alfabet" pitchFamily="2" charset="0"/>
              <a:cs typeface="Microsoft Sans Serif" panose="020B0604020202020204" pitchFamily="34" charset="0"/>
            </a:endParaRPr>
          </a:p>
        </p:txBody>
      </p:sp>
      <p:pic>
        <p:nvPicPr>
          <p:cNvPr id="5" name="Graphic 4">
            <a:extLst>
              <a:ext uri="{FF2B5EF4-FFF2-40B4-BE49-F238E27FC236}">
                <a16:creationId xmlns:a16="http://schemas.microsoft.com/office/drawing/2014/main" id="{D0243FD1-3C4D-4017-97D3-97AAAB1E08EB}"/>
              </a:ext>
            </a:extLst>
          </p:cNvPr>
          <p:cNvPicPr>
            <a:picLocks noChangeAspect="1"/>
          </p:cNvPicPr>
          <p:nvPr userDrawn="1"/>
        </p:nvPicPr>
        <p:blipFill>
          <a:blip>
            <a:extLst>
              <a:ext uri="{96DAC541-7B7A-43D3-8B79-37D633B846F1}">
                <asvg:svgBlip xmlns:asvg="http://schemas.microsoft.com/office/drawing/2016/SVG/main" r:embed="rId2"/>
              </a:ext>
            </a:extLst>
          </a:blip>
          <a:srcRect t="7956"/>
          <a:stretch>
            <a:fillRect/>
          </a:stretch>
        </p:blipFill>
        <p:spPr>
          <a:xfrm rot="19262939" flipV="1">
            <a:off x="7414009" y="2577117"/>
            <a:ext cx="5592194" cy="5147262"/>
          </a:xfrm>
          <a:custGeom>
            <a:avLst/>
            <a:gdLst>
              <a:gd name="connsiteX0" fmla="*/ 2936118 w 5592194"/>
              <a:gd name="connsiteY0" fmla="*/ 5147261 h 5147262"/>
              <a:gd name="connsiteX1" fmla="*/ 5592194 w 5592194"/>
              <a:gd name="connsiteY1" fmla="*/ 3000171 h 5147262"/>
              <a:gd name="connsiteX2" fmla="*/ 5592194 w 5592194"/>
              <a:gd name="connsiteY2" fmla="*/ 2879976 h 5147262"/>
              <a:gd name="connsiteX3" fmla="*/ 3264109 w 5592194"/>
              <a:gd name="connsiteY3" fmla="*/ 0 h 5147262"/>
              <a:gd name="connsiteX4" fmla="*/ 0 w 5592194"/>
              <a:gd name="connsiteY4" fmla="*/ 2638607 h 5147262"/>
              <a:gd name="connsiteX5" fmla="*/ 0 w 5592194"/>
              <a:gd name="connsiteY5" fmla="*/ 3023965 h 5147262"/>
              <a:gd name="connsiteX6" fmla="*/ 1716408 w 5592194"/>
              <a:gd name="connsiteY6" fmla="*/ 5147262 h 5147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92194" h="5147262">
                <a:moveTo>
                  <a:pt x="2936118" y="5147261"/>
                </a:moveTo>
                <a:lnTo>
                  <a:pt x="5592194" y="3000171"/>
                </a:lnTo>
                <a:lnTo>
                  <a:pt x="5592194" y="2879976"/>
                </a:lnTo>
                <a:lnTo>
                  <a:pt x="3264109" y="0"/>
                </a:lnTo>
                <a:lnTo>
                  <a:pt x="0" y="2638607"/>
                </a:lnTo>
                <a:lnTo>
                  <a:pt x="0" y="3023965"/>
                </a:lnTo>
                <a:lnTo>
                  <a:pt x="1716408" y="5147262"/>
                </a:lnTo>
                <a:close/>
              </a:path>
            </a:pathLst>
          </a:custGeom>
        </p:spPr>
      </p:pic>
      <p:pic>
        <p:nvPicPr>
          <p:cNvPr id="6" name="Picture 2">
            <a:extLst>
              <a:ext uri="{FF2B5EF4-FFF2-40B4-BE49-F238E27FC236}">
                <a16:creationId xmlns:a16="http://schemas.microsoft.com/office/drawing/2014/main" id="{4349F65B-6B2B-D03F-2060-AF18427437B5}"/>
              </a:ext>
            </a:extLst>
          </p:cNvPr>
          <p:cNvPicPr>
            <a:picLocks noChangeAspect="1" noChangeArrowheads="1"/>
          </p:cNvPicPr>
          <p:nvPr userDrawn="1"/>
        </p:nvPicPr>
        <p:blipFill rotWithShape="1">
          <a:blip r:embed="rId3" cstate="screen">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rcRect r="83264"/>
          <a:stretch/>
        </p:blipFill>
        <p:spPr bwMode="auto">
          <a:xfrm>
            <a:off x="9920889" y="4823714"/>
            <a:ext cx="938292" cy="102928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892E9DB-0257-5502-D259-A20C1F6C91CC}"/>
              </a:ext>
            </a:extLst>
          </p:cNvPr>
          <p:cNvSpPr txBox="1"/>
          <p:nvPr userDrawn="1"/>
        </p:nvSpPr>
        <p:spPr>
          <a:xfrm>
            <a:off x="515938"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a:solidFill>
                  <a:schemeClr val="accent6">
                    <a:lumMod val="90000"/>
                  </a:schemeClr>
                </a:solidFill>
              </a:rPr>
              <a:t>Confidential – Qualcomm Technologies, Inc. and/or its affiliated companies – May Contain Trade Secrets</a:t>
            </a:r>
          </a:p>
        </p:txBody>
      </p:sp>
    </p:spTree>
    <p:extLst>
      <p:ext uri="{BB962C8B-B14F-4D97-AF65-F5344CB8AC3E}">
        <p14:creationId xmlns:p14="http://schemas.microsoft.com/office/powerpoint/2010/main" val="112418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6" pos="477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_Light Grey">
    <p:bg>
      <p:bgPr>
        <a:solidFill>
          <a:srgbClr val="EFF1F5"/>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1C2CB9B-0078-BC2B-5AAC-4C2115035721}"/>
              </a:ext>
            </a:extLst>
          </p:cNvPr>
          <p:cNvPicPr>
            <a:picLocks noChangeAspect="1" noChangeArrowheads="1"/>
          </p:cNvPicPr>
          <p:nvPr userDrawn="1"/>
        </p:nvPicPr>
        <p:blipFill rotWithShape="1">
          <a:blip>
            <a:extLst>
              <a:ext uri="{96DAC541-7B7A-43D3-8B79-37D633B846F1}">
                <asvg:svgBlip xmlns:asvg="http://schemas.microsoft.com/office/drawing/2016/SVG/main" r:embed="rId2"/>
              </a:ext>
            </a:extLst>
          </a:blip>
          <a:srcRect t="-1567" b="-1567"/>
          <a:stretch/>
        </p:blipFill>
        <p:spPr bwMode="auto">
          <a:xfrm>
            <a:off x="9924064" y="4805346"/>
            <a:ext cx="894630" cy="1062179"/>
          </a:xfrm>
          <a:prstGeom prst="rect">
            <a:avLst/>
          </a:prstGeom>
          <a:noFill/>
        </p:spPr>
      </p:pic>
      <p:sp>
        <p:nvSpPr>
          <p:cNvPr id="4" name="Title 2">
            <a:extLst>
              <a:ext uri="{FF2B5EF4-FFF2-40B4-BE49-F238E27FC236}">
                <a16:creationId xmlns:a16="http://schemas.microsoft.com/office/drawing/2014/main" id="{3BA59318-1AE9-0D73-E563-6D4B033B5D6F}"/>
              </a:ext>
            </a:extLst>
          </p:cNvPr>
          <p:cNvSpPr>
            <a:spLocks noGrp="1"/>
          </p:cNvSpPr>
          <p:nvPr>
            <p:ph type="title" hasCustomPrompt="1"/>
          </p:nvPr>
        </p:nvSpPr>
        <p:spPr bwMode="gray">
          <a:xfrm>
            <a:off x="515937" y="2673350"/>
            <a:ext cx="7056438" cy="1795556"/>
          </a:xfrm>
        </p:spPr>
        <p:txBody>
          <a:bodyPr wrap="square" anchor="ctr">
            <a:noAutofit/>
          </a:bodyPr>
          <a:lstStyle>
            <a:lvl1pPr marL="0" marR="0" indent="0" algn="l" defTabSz="914400" rtl="0" eaLnBrk="1" fontAlgn="auto" latinLnBrk="0" hangingPunct="1">
              <a:lnSpc>
                <a:spcPct val="80000"/>
              </a:lnSpc>
              <a:spcBef>
                <a:spcPct val="0"/>
              </a:spcBef>
              <a:spcAft>
                <a:spcPts val="0"/>
              </a:spcAft>
              <a:buClrTx/>
              <a:buSzTx/>
              <a:buFontTx/>
              <a:buNone/>
              <a:tabLst/>
              <a:defRPr lang="en-US" sz="4800" kern="1200" spc="0" dirty="0">
                <a:solidFill>
                  <a:schemeClr val="accent1"/>
                </a:solidFill>
                <a:latin typeface="Aptos" panose="020B0004020202020204" pitchFamily="34" charset="0"/>
                <a:ea typeface="Alfabet" pitchFamily="2" charset="0"/>
                <a:cs typeface="Microsoft Sans Serif" panose="020B0604020202020204" pitchFamily="34" charset="0"/>
              </a:defRPr>
            </a:lvl1pPr>
          </a:lstStyle>
          <a:p>
            <a:r>
              <a:rPr lang="en-US"/>
              <a:t>Divider slide title</a:t>
            </a:r>
            <a:br>
              <a:rPr lang="en-US"/>
            </a:br>
            <a:r>
              <a:rPr lang="en-US"/>
              <a:t>3 lines maximum lorem ipsum dolor sit </a:t>
            </a:r>
            <a:r>
              <a:rPr lang="en-US" err="1"/>
              <a:t>amet</a:t>
            </a:r>
            <a:endParaRPr lang="en-US" sz="4800" spc="-110">
              <a:solidFill>
                <a:srgbClr val="FFFFFE"/>
              </a:solidFill>
              <a:ea typeface="Alfabet" pitchFamily="2" charset="0"/>
              <a:cs typeface="Microsoft Sans Serif" panose="020B0604020202020204" pitchFamily="34" charset="0"/>
            </a:endParaRPr>
          </a:p>
        </p:txBody>
      </p:sp>
      <p:pic>
        <p:nvPicPr>
          <p:cNvPr id="5" name="Graphic 4">
            <a:extLst>
              <a:ext uri="{FF2B5EF4-FFF2-40B4-BE49-F238E27FC236}">
                <a16:creationId xmlns:a16="http://schemas.microsoft.com/office/drawing/2014/main" id="{D0243FD1-3C4D-4017-97D3-97AAAB1E08EB}"/>
              </a:ext>
            </a:extLst>
          </p:cNvPr>
          <p:cNvPicPr>
            <a:picLocks noChangeAspect="1"/>
          </p:cNvPicPr>
          <p:nvPr userDrawn="1"/>
        </p:nvPicPr>
        <p:blipFill>
          <a:blip>
            <a:extLst>
              <a:ext uri="{96DAC541-7B7A-43D3-8B79-37D633B846F1}">
                <asvg:svgBlip xmlns:asvg="http://schemas.microsoft.com/office/drawing/2016/SVG/main" r:embed="rId3"/>
              </a:ext>
            </a:extLst>
          </a:blip>
          <a:srcRect t="7956"/>
          <a:stretch>
            <a:fillRect/>
          </a:stretch>
        </p:blipFill>
        <p:spPr>
          <a:xfrm rot="19262939" flipV="1">
            <a:off x="7414009" y="2577117"/>
            <a:ext cx="5592194" cy="5147262"/>
          </a:xfrm>
          <a:custGeom>
            <a:avLst/>
            <a:gdLst>
              <a:gd name="connsiteX0" fmla="*/ 2936118 w 5592194"/>
              <a:gd name="connsiteY0" fmla="*/ 5147261 h 5147262"/>
              <a:gd name="connsiteX1" fmla="*/ 5592194 w 5592194"/>
              <a:gd name="connsiteY1" fmla="*/ 3000171 h 5147262"/>
              <a:gd name="connsiteX2" fmla="*/ 5592194 w 5592194"/>
              <a:gd name="connsiteY2" fmla="*/ 2879976 h 5147262"/>
              <a:gd name="connsiteX3" fmla="*/ 3264109 w 5592194"/>
              <a:gd name="connsiteY3" fmla="*/ 0 h 5147262"/>
              <a:gd name="connsiteX4" fmla="*/ 0 w 5592194"/>
              <a:gd name="connsiteY4" fmla="*/ 2638607 h 5147262"/>
              <a:gd name="connsiteX5" fmla="*/ 0 w 5592194"/>
              <a:gd name="connsiteY5" fmla="*/ 3023965 h 5147262"/>
              <a:gd name="connsiteX6" fmla="*/ 1716408 w 5592194"/>
              <a:gd name="connsiteY6" fmla="*/ 5147262 h 5147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92194" h="5147262">
                <a:moveTo>
                  <a:pt x="2936118" y="5147261"/>
                </a:moveTo>
                <a:lnTo>
                  <a:pt x="5592194" y="3000171"/>
                </a:lnTo>
                <a:lnTo>
                  <a:pt x="5592194" y="2879976"/>
                </a:lnTo>
                <a:lnTo>
                  <a:pt x="3264109" y="0"/>
                </a:lnTo>
                <a:lnTo>
                  <a:pt x="0" y="2638607"/>
                </a:lnTo>
                <a:lnTo>
                  <a:pt x="0" y="3023965"/>
                </a:lnTo>
                <a:lnTo>
                  <a:pt x="1716408" y="5147262"/>
                </a:lnTo>
                <a:close/>
              </a:path>
            </a:pathLst>
          </a:custGeom>
        </p:spPr>
      </p:pic>
      <p:sp>
        <p:nvSpPr>
          <p:cNvPr id="8" name="TextBox 7">
            <a:extLst>
              <a:ext uri="{FF2B5EF4-FFF2-40B4-BE49-F238E27FC236}">
                <a16:creationId xmlns:a16="http://schemas.microsoft.com/office/drawing/2014/main" id="{C95E88B4-3951-CD65-35CB-EAC17E30AEA5}"/>
              </a:ext>
            </a:extLst>
          </p:cNvPr>
          <p:cNvSpPr txBox="1"/>
          <p:nvPr userDrawn="1"/>
        </p:nvSpPr>
        <p:spPr>
          <a:xfrm>
            <a:off x="515938"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a:solidFill>
                  <a:schemeClr val="accent6">
                    <a:lumMod val="50000"/>
                  </a:schemeClr>
                </a:solidFill>
              </a:rPr>
              <a:t>Confidential – Qualcomm Technologies, Inc. and/or its affiliated companies – May Contain Trade Secrets</a:t>
            </a:r>
          </a:p>
        </p:txBody>
      </p:sp>
    </p:spTree>
    <p:extLst>
      <p:ext uri="{BB962C8B-B14F-4D97-AF65-F5344CB8AC3E}">
        <p14:creationId xmlns:p14="http://schemas.microsoft.com/office/powerpoint/2010/main" val="22733604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6" pos="477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ank you_Dark Blue">
    <p:bg>
      <p:bgPr>
        <a:solidFill>
          <a:schemeClr val="accent2"/>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8D38E5-491C-399E-B737-E4CB35E93811}"/>
              </a:ext>
            </a:extLst>
          </p:cNvPr>
          <p:cNvSpPr txBox="1"/>
          <p:nvPr userDrawn="1"/>
        </p:nvSpPr>
        <p:spPr bwMode="gray">
          <a:xfrm>
            <a:off x="343609" y="2435884"/>
            <a:ext cx="8725779" cy="1301254"/>
          </a:xfrm>
          <a:prstGeom prst="rect">
            <a:avLst/>
          </a:prstGeom>
          <a:noFill/>
        </p:spPr>
        <p:txBody>
          <a:bodyPr wrap="square" lIns="0" tIns="0" rIns="0" bIns="0" rtlCol="0">
            <a:spAutoFit/>
          </a:bodyPr>
          <a:lstStyle/>
          <a:p>
            <a:pPr marL="0" marR="0" lvl="0" indent="0" algn="l" defTabSz="914400" rtl="0" eaLnBrk="1" fontAlgn="auto" latinLnBrk="0" hangingPunct="1">
              <a:lnSpc>
                <a:spcPct val="87000"/>
              </a:lnSpc>
              <a:spcBef>
                <a:spcPts val="0"/>
              </a:spcBef>
              <a:spcAft>
                <a:spcPts val="0"/>
              </a:spcAft>
              <a:buClrTx/>
              <a:buSzTx/>
              <a:buFontTx/>
              <a:buNone/>
              <a:tabLst/>
              <a:defRPr/>
            </a:pPr>
            <a:r>
              <a:rPr kumimoji="0" lang="en-US" sz="9600" u="none" strike="noStrike" kern="1200" cap="none" spc="-300" normalizeH="0" noProof="0">
                <a:ln>
                  <a:noFill/>
                </a:ln>
                <a:effectLst/>
                <a:uLnTx/>
                <a:uFillTx/>
                <a:latin typeface="Aptos" panose="020B0004020202020204" pitchFamily="34" charset="0"/>
                <a:ea typeface="Alfabet" pitchFamily="2" charset="0"/>
              </a:rPr>
              <a:t>T</a:t>
            </a:r>
            <a:r>
              <a:rPr kumimoji="0" lang="en-US" sz="9600" u="none" strike="noStrike" kern="1200" cap="none" spc="-300" normalizeH="0" baseline="0" noProof="0">
                <a:ln>
                  <a:noFill/>
                </a:ln>
                <a:effectLst/>
                <a:uLnTx/>
                <a:uFillTx/>
                <a:latin typeface="Aptos" panose="020B0004020202020204" pitchFamily="34" charset="0"/>
                <a:ea typeface="Alfabet" pitchFamily="2" charset="0"/>
              </a:rPr>
              <a:t>h</a:t>
            </a:r>
            <a:r>
              <a:rPr kumimoji="0" lang="en-US" sz="9600" u="none" strike="noStrike" kern="1200" cap="none" spc="-600" normalizeH="0" noProof="0">
                <a:ln>
                  <a:noFill/>
                </a:ln>
                <a:effectLst/>
                <a:uLnTx/>
                <a:uFillTx/>
                <a:latin typeface="Aptos" panose="020B0004020202020204" pitchFamily="34" charset="0"/>
                <a:ea typeface="Alfabet" pitchFamily="2" charset="0"/>
              </a:rPr>
              <a:t>a</a:t>
            </a:r>
            <a:r>
              <a:rPr kumimoji="0" lang="en-US" sz="9600" u="none" strike="noStrike" kern="1200" cap="none" spc="-450" normalizeH="0" noProof="0">
                <a:ln>
                  <a:noFill/>
                </a:ln>
                <a:effectLst/>
                <a:uLnTx/>
                <a:uFillTx/>
                <a:latin typeface="Aptos" panose="020B0004020202020204" pitchFamily="34" charset="0"/>
                <a:ea typeface="Alfabet" pitchFamily="2" charset="0"/>
              </a:rPr>
              <a:t>n</a:t>
            </a:r>
            <a:r>
              <a:rPr kumimoji="0" lang="en-US" sz="9600" u="none" strike="noStrike" kern="1200" cap="none" spc="-600" normalizeH="0" noProof="0">
                <a:ln>
                  <a:noFill/>
                </a:ln>
                <a:effectLst/>
                <a:uLnTx/>
                <a:uFillTx/>
                <a:latin typeface="Aptos" panose="020B0004020202020204" pitchFamily="34" charset="0"/>
                <a:ea typeface="Alfabet" pitchFamily="2" charset="0"/>
              </a:rPr>
              <a:t>k  </a:t>
            </a:r>
            <a:r>
              <a:rPr kumimoji="0" lang="en-US" sz="9600" u="none" strike="noStrike" kern="1200" cap="none" spc="-80" normalizeH="0" noProof="0">
                <a:ln>
                  <a:noFill/>
                </a:ln>
                <a:effectLst/>
                <a:uLnTx/>
                <a:uFillTx/>
                <a:latin typeface="Aptos" panose="020B0004020202020204" pitchFamily="34" charset="0"/>
                <a:ea typeface="Alfabet" pitchFamily="2" charset="0"/>
              </a:rPr>
              <a:t>y</a:t>
            </a:r>
            <a:r>
              <a:rPr lang="en-US" sz="9600" spc="-300">
                <a:latin typeface="Aptos" panose="020B0004020202020204" pitchFamily="34" charset="0"/>
                <a:ea typeface="Alfabet" pitchFamily="2" charset="0"/>
              </a:rPr>
              <a:t>o</a:t>
            </a:r>
            <a:r>
              <a:rPr kumimoji="0" lang="en-US" sz="9600" u="none" strike="noStrike" kern="1200" cap="none" spc="-300" normalizeH="0" noProof="0">
                <a:ln>
                  <a:noFill/>
                </a:ln>
                <a:effectLst/>
                <a:uLnTx/>
                <a:uFillTx/>
                <a:latin typeface="Aptos" panose="020B0004020202020204" pitchFamily="34" charset="0"/>
                <a:ea typeface="Alfabet" pitchFamily="2" charset="0"/>
              </a:rPr>
              <a:t>u</a:t>
            </a:r>
          </a:p>
        </p:txBody>
      </p:sp>
      <p:sp>
        <p:nvSpPr>
          <p:cNvPr id="4" name="TextBox 3">
            <a:extLst>
              <a:ext uri="{FF2B5EF4-FFF2-40B4-BE49-F238E27FC236}">
                <a16:creationId xmlns:a16="http://schemas.microsoft.com/office/drawing/2014/main" id="{58C904C5-CF09-901C-0409-22AE7AA4BACE}"/>
              </a:ext>
            </a:extLst>
          </p:cNvPr>
          <p:cNvSpPr txBox="1"/>
          <p:nvPr userDrawn="1"/>
        </p:nvSpPr>
        <p:spPr bwMode="gray">
          <a:xfrm>
            <a:off x="480927" y="3934635"/>
            <a:ext cx="3789063" cy="654025"/>
          </a:xfrm>
          <a:prstGeom prst="rect">
            <a:avLst/>
          </a:prstGeom>
          <a:noFill/>
        </p:spPr>
        <p:txBody>
          <a:bodyPr wrap="square" lIns="0" tIns="0" rIns="0" bIns="0" numCol="1" spcCol="118872" rtlCol="0">
            <a:spAutoFit/>
          </a:bodyPr>
          <a:lstStyle/>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Nothing in these materials is an offer to sell any of the components or devices referenced herein.</a:t>
            </a:r>
          </a:p>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 Qualcomm Technologies, Inc. and/or its affiliated companies. All Rights Reserved.</a:t>
            </a:r>
          </a:p>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Qualcomm</a:t>
            </a:r>
            <a:r>
              <a:rPr kumimoji="0" lang="zh-TW" alt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 </a:t>
            </a:r>
            <a:r>
              <a:rPr kumimoji="0" lang="en-US" altLang="zh-TW"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and</a:t>
            </a:r>
            <a:r>
              <a:rPr kumimoji="0" lang="zh-TW" alt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 </a:t>
            </a:r>
            <a:r>
              <a:rPr kumimoji="0" lang="en-US" altLang="zh-TW"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Snapdragon</a:t>
            </a:r>
            <a:r>
              <a:rPr kumimoji="0" lang="zh-TW" alt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 </a:t>
            </a:r>
            <a:r>
              <a:rPr kumimoji="0" lang="en-US" altLang="zh-TW"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are</a:t>
            </a:r>
            <a:r>
              <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 trademark</a:t>
            </a:r>
            <a:r>
              <a:rPr kumimoji="0" lang="en-US" altLang="zh-TW"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s</a:t>
            </a:r>
            <a:r>
              <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 or registered trademark</a:t>
            </a:r>
            <a:r>
              <a:rPr kumimoji="0" lang="en-US" altLang="zh-TW"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s</a:t>
            </a:r>
            <a:r>
              <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 of Qualcomm Incorporated. </a:t>
            </a:r>
            <a:br>
              <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br>
            <a:r>
              <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Other products and brand names may be trademarks or registered trademarks of their respective owners.</a:t>
            </a:r>
          </a:p>
          <a:p>
            <a:pPr marL="0" marR="0" lvl="0" indent="0" algn="l" defTabSz="914400" rtl="0" eaLnBrk="1" fontAlgn="auto" latinLnBrk="0" hangingPunct="1">
              <a:lnSpc>
                <a:spcPct val="100000"/>
              </a:lnSpc>
              <a:spcBef>
                <a:spcPts val="400"/>
              </a:spcBef>
              <a:spcAft>
                <a:spcPts val="0"/>
              </a:spcAft>
              <a:buClrTx/>
              <a:buSzTx/>
              <a:buFontTx/>
              <a:buNone/>
              <a:tabLst/>
              <a:defRPr/>
            </a:pPr>
            <a:endPar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endParaRPr>
          </a:p>
        </p:txBody>
      </p:sp>
      <p:sp>
        <p:nvSpPr>
          <p:cNvPr id="5" name="TextBox 4">
            <a:extLst>
              <a:ext uri="{FF2B5EF4-FFF2-40B4-BE49-F238E27FC236}">
                <a16:creationId xmlns:a16="http://schemas.microsoft.com/office/drawing/2014/main" id="{9AD3167D-B67D-2259-C2CB-D5F07DD61617}"/>
              </a:ext>
            </a:extLst>
          </p:cNvPr>
          <p:cNvSpPr txBox="1"/>
          <p:nvPr userDrawn="1"/>
        </p:nvSpPr>
        <p:spPr bwMode="gray">
          <a:xfrm>
            <a:off x="480927" y="4751064"/>
            <a:ext cx="4172353" cy="1002839"/>
          </a:xfrm>
          <a:prstGeom prst="rect">
            <a:avLst/>
          </a:prstGeom>
          <a:noFill/>
        </p:spPr>
        <p:txBody>
          <a:bodyPr wrap="square" lIns="0" tIns="0" rIns="0" bIns="0" numCol="1" spcCol="118872" rtlCol="0">
            <a:spAutoFit/>
          </a:bodyPr>
          <a:lstStyle/>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650" u="none" strike="noStrike" kern="1200" cap="none" spc="0" normalizeH="0" baseline="0" noProof="0">
                <a:ln>
                  <a:noFill/>
                </a:ln>
                <a:effectLst/>
                <a:uLnTx/>
                <a:uFillTx/>
                <a:latin typeface="Aptos" panose="020B0004020202020204" pitchFamily="34" charset="0"/>
                <a:ea typeface="Alfabet" pitchFamily="2" charset="0"/>
                <a:cs typeface="+mn-cs"/>
              </a:rPr>
              <a:t>References in this presentation to “Qualcomm” may mean Qualcomm Incorporated,</a:t>
            </a:r>
            <a:br>
              <a:rPr kumimoji="0" lang="en-US" sz="650" u="none" strike="noStrike" kern="1200" cap="none" spc="0" normalizeH="0" baseline="0" noProof="0">
                <a:ln>
                  <a:noFill/>
                </a:ln>
                <a:effectLst/>
                <a:uLnTx/>
                <a:uFillTx/>
                <a:latin typeface="Aptos" panose="020B0004020202020204" pitchFamily="34" charset="0"/>
                <a:ea typeface="Alfabet" pitchFamily="2" charset="0"/>
                <a:cs typeface="+mn-cs"/>
              </a:rPr>
            </a:br>
            <a:r>
              <a:rPr kumimoji="0" lang="en-US" sz="650" u="none" strike="noStrike" kern="1200" cap="none" spc="0" normalizeH="0" baseline="0" noProof="0">
                <a:ln>
                  <a:noFill/>
                </a:ln>
                <a:effectLst/>
                <a:uLnTx/>
                <a:uFillTx/>
                <a:latin typeface="Aptos" panose="020B0004020202020204" pitchFamily="34" charset="0"/>
                <a:ea typeface="Alfabet" pitchFamily="2" charset="0"/>
                <a:cs typeface="+mn-cs"/>
              </a:rPr>
              <a:t>Qualcomm Technologies, Inc., and/or other subsidiaries or business units within</a:t>
            </a:r>
            <a:br>
              <a:rPr kumimoji="0" lang="en-US" sz="650" u="none" strike="noStrike" kern="1200" cap="none" spc="0" normalizeH="0" baseline="0" noProof="0">
                <a:ln>
                  <a:noFill/>
                </a:ln>
                <a:effectLst/>
                <a:uLnTx/>
                <a:uFillTx/>
                <a:latin typeface="Aptos" panose="020B0004020202020204" pitchFamily="34" charset="0"/>
                <a:ea typeface="Alfabet" pitchFamily="2" charset="0"/>
                <a:cs typeface="+mn-cs"/>
              </a:rPr>
            </a:br>
            <a:r>
              <a:rPr kumimoji="0" lang="en-US" sz="650" u="none" strike="noStrike" kern="1200" cap="none" spc="0" normalizeH="0" baseline="0" noProof="0">
                <a:ln>
                  <a:noFill/>
                </a:ln>
                <a:effectLst/>
                <a:uLnTx/>
                <a:uFillTx/>
                <a:latin typeface="Aptos" panose="020B0004020202020204" pitchFamily="34" charset="0"/>
                <a:ea typeface="Alfabet" pitchFamily="2" charset="0"/>
                <a:cs typeface="+mn-cs"/>
              </a:rPr>
              <a:t>the Qualcomm corporate structure, as applicable. Qualcomm Incorporated includes our licensing business, QTL, and the vast majority of our patent portfolio. Qualcomm Technologies, Inc., a subsidiary of Qualcomm Incorporated, operates, along with its subsidiaries, substantially all of our engineering, research and development functions, and substantially all of our products and services businesses, including our QCT semiconductor business. </a:t>
            </a:r>
          </a:p>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650" u="none" strike="noStrike" kern="1200" cap="none" spc="0" normalizeH="0" baseline="0" noProof="0">
                <a:ln>
                  <a:noFill/>
                </a:ln>
                <a:effectLst/>
                <a:uLnTx/>
                <a:uFillTx/>
                <a:latin typeface="Aptos" panose="020B0004020202020204" pitchFamily="34" charset="0"/>
                <a:ea typeface="Alfabet" pitchFamily="2" charset="0"/>
                <a:cs typeface="+mn-cs"/>
              </a:rPr>
              <a:t>Snapdragon and Qualcomm branded products are products of Qualcomm Technologies, Inc. and/or its subsidiaries. Qualcomm patented technologies are licensed by Qualcomm Incorporated. </a:t>
            </a:r>
          </a:p>
          <a:p>
            <a:pPr marL="0" marR="0" lvl="0" indent="0" algn="l" defTabSz="914400" rtl="0" eaLnBrk="1" fontAlgn="auto" latinLnBrk="0" hangingPunct="1">
              <a:lnSpc>
                <a:spcPct val="100000"/>
              </a:lnSpc>
              <a:spcBef>
                <a:spcPts val="400"/>
              </a:spcBef>
              <a:spcAft>
                <a:spcPts val="0"/>
              </a:spcAft>
              <a:buClrTx/>
              <a:buSzTx/>
              <a:buFontTx/>
              <a:buNone/>
              <a:tabLst/>
              <a:defRPr/>
            </a:pPr>
            <a:endParaRPr kumimoji="0" lang="en-US" sz="650" u="none" strike="noStrike" kern="1200" cap="none" spc="0" normalizeH="0" baseline="0" noProof="0">
              <a:ln>
                <a:noFill/>
              </a:ln>
              <a:effectLst/>
              <a:uLnTx/>
              <a:uFillTx/>
              <a:latin typeface="Aptos" panose="020B0004020202020204" pitchFamily="34" charset="0"/>
              <a:ea typeface="Alfabet" pitchFamily="2" charset="0"/>
              <a:cs typeface="+mn-cs"/>
            </a:endParaRPr>
          </a:p>
        </p:txBody>
      </p:sp>
      <p:sp>
        <p:nvSpPr>
          <p:cNvPr id="6" name="TextBox 5">
            <a:extLst>
              <a:ext uri="{FF2B5EF4-FFF2-40B4-BE49-F238E27FC236}">
                <a16:creationId xmlns:a16="http://schemas.microsoft.com/office/drawing/2014/main" id="{D6733015-9BF4-02D9-2D5A-6B82CB5A8E11}"/>
              </a:ext>
            </a:extLst>
          </p:cNvPr>
          <p:cNvSpPr txBox="1"/>
          <p:nvPr userDrawn="1"/>
        </p:nvSpPr>
        <p:spPr bwMode="gray">
          <a:xfrm>
            <a:off x="481013" y="6100661"/>
            <a:ext cx="3127218" cy="150362"/>
          </a:xfrm>
          <a:prstGeom prst="rect">
            <a:avLst/>
          </a:prstGeom>
          <a:noFill/>
        </p:spPr>
        <p:txBody>
          <a:bodyPr wrap="square" lIns="0" tIns="0" rIns="0" bIns="0" rtlCol="0">
            <a:spAutoFit/>
          </a:bodyPr>
          <a:lstStyle/>
          <a:p>
            <a:pPr marL="0" marR="0" lvl="0" indent="0" algn="l" defTabSz="914400" rtl="0" eaLnBrk="1" fontAlgn="auto" latinLnBrk="0" hangingPunct="1">
              <a:lnSpc>
                <a:spcPct val="114000"/>
              </a:lnSpc>
              <a:spcBef>
                <a:spcPts val="0"/>
              </a:spcBef>
              <a:spcAft>
                <a:spcPts val="300"/>
              </a:spcAft>
              <a:buClrTx/>
              <a:buSzTx/>
              <a:buFontTx/>
              <a:buNone/>
              <a:tabLst/>
              <a:defRPr/>
            </a:pPr>
            <a:r>
              <a:rPr kumimoji="0" lang="en-US" sz="900" u="none" strike="noStrike" kern="1200" cap="none" spc="0" normalizeH="0" baseline="0" noProof="0">
                <a:ln>
                  <a:noFill/>
                </a:ln>
                <a:effectLst/>
                <a:uLnTx/>
                <a:uFillTx/>
                <a:latin typeface="Aptos" panose="020B0004020202020204" pitchFamily="34" charset="0"/>
                <a:ea typeface="Alfabet" pitchFamily="2" charset="0"/>
                <a:cs typeface="+mn-cs"/>
              </a:rPr>
              <a:t>Follow us on:</a:t>
            </a:r>
          </a:p>
        </p:txBody>
      </p:sp>
      <p:sp>
        <p:nvSpPr>
          <p:cNvPr id="7" name="TextBox 6">
            <a:extLst>
              <a:ext uri="{FF2B5EF4-FFF2-40B4-BE49-F238E27FC236}">
                <a16:creationId xmlns:a16="http://schemas.microsoft.com/office/drawing/2014/main" id="{CAFD8E40-2929-3D88-B76D-DD16806A308C}"/>
              </a:ext>
            </a:extLst>
          </p:cNvPr>
          <p:cNvSpPr txBox="1"/>
          <p:nvPr userDrawn="1"/>
        </p:nvSpPr>
        <p:spPr>
          <a:xfrm>
            <a:off x="389712" y="6209771"/>
            <a:ext cx="4184203" cy="242374"/>
          </a:xfrm>
          <a:prstGeom prst="rect">
            <a:avLst/>
          </a:prstGeom>
          <a:noFill/>
        </p:spPr>
        <p:txBody>
          <a:bodyPr wrap="square">
            <a:spAutoFit/>
          </a:bodyPr>
          <a:lstStyle/>
          <a:p>
            <a:pPr marL="0" marR="0" lvl="0" indent="0" algn="l" defTabSz="914400" rtl="0" eaLnBrk="1" fontAlgn="auto" latinLnBrk="0" hangingPunct="1">
              <a:lnSpc>
                <a:spcPct val="114000"/>
              </a:lnSpc>
              <a:spcBef>
                <a:spcPts val="0"/>
              </a:spcBef>
              <a:spcAft>
                <a:spcPts val="300"/>
              </a:spcAft>
              <a:buClrTx/>
              <a:buSzTx/>
              <a:buFontTx/>
              <a:buNone/>
              <a:tabLst/>
              <a:defRPr/>
            </a:pPr>
            <a:r>
              <a:rPr kumimoji="0" lang="en-US" sz="900" u="none" strike="noStrike" kern="1200" cap="none" spc="0" normalizeH="0" baseline="0" noProof="0">
                <a:ln>
                  <a:noFill/>
                </a:ln>
                <a:effectLst/>
                <a:uLnTx/>
                <a:uFillTx/>
                <a:latin typeface="Aptos" panose="020B0004020202020204" pitchFamily="34" charset="0"/>
                <a:ea typeface="Alfabet" pitchFamily="2" charset="0"/>
                <a:cs typeface="+mn-cs"/>
              </a:rPr>
              <a:t>For more information, visit us at </a:t>
            </a:r>
            <a:r>
              <a:rPr kumimoji="0" lang="en-US" sz="900" u="none" strike="noStrike" kern="1200" cap="none" spc="0" normalizeH="0" baseline="0" noProof="0" err="1">
                <a:ln>
                  <a:noFill/>
                </a:ln>
                <a:effectLst/>
                <a:uLnTx/>
                <a:uFillTx/>
                <a:latin typeface="Aptos" panose="020B0004020202020204" pitchFamily="34" charset="0"/>
                <a:ea typeface="Alfabet" pitchFamily="2" charset="0"/>
                <a:cs typeface="+mn-cs"/>
              </a:rPr>
              <a:t>qualcomm.com</a:t>
            </a:r>
            <a:r>
              <a:rPr kumimoji="0" lang="en-US" sz="900" u="none" strike="noStrike" kern="1200" cap="none" spc="0" normalizeH="0" baseline="0" noProof="0">
                <a:ln>
                  <a:noFill/>
                </a:ln>
                <a:effectLst/>
                <a:uLnTx/>
                <a:uFillTx/>
                <a:latin typeface="Aptos" panose="020B0004020202020204" pitchFamily="34" charset="0"/>
                <a:ea typeface="Alfabet" pitchFamily="2" charset="0"/>
                <a:cs typeface="+mn-cs"/>
              </a:rPr>
              <a:t> &amp; </a:t>
            </a:r>
            <a:r>
              <a:rPr kumimoji="0" lang="en-US" sz="900" u="none" strike="noStrike" kern="1200" cap="none" spc="0" normalizeH="0" baseline="0" noProof="0" err="1">
                <a:ln>
                  <a:noFill/>
                </a:ln>
                <a:effectLst/>
                <a:uLnTx/>
                <a:uFillTx/>
                <a:latin typeface="Aptos" panose="020B0004020202020204" pitchFamily="34" charset="0"/>
                <a:ea typeface="Alfabet" pitchFamily="2" charset="0"/>
                <a:cs typeface="+mn-cs"/>
              </a:rPr>
              <a:t>qualcomm.com</a:t>
            </a:r>
            <a:r>
              <a:rPr kumimoji="0" lang="en-US" sz="900" u="none" strike="noStrike" kern="1200" cap="none" spc="0" normalizeH="0" baseline="0" noProof="0">
                <a:ln>
                  <a:noFill/>
                </a:ln>
                <a:effectLst/>
                <a:uLnTx/>
                <a:uFillTx/>
                <a:latin typeface="Aptos" panose="020B0004020202020204" pitchFamily="34" charset="0"/>
                <a:ea typeface="Alfabet" pitchFamily="2" charset="0"/>
                <a:cs typeface="+mn-cs"/>
              </a:rPr>
              <a:t>/blog</a:t>
            </a:r>
          </a:p>
        </p:txBody>
      </p:sp>
      <p:grpSp>
        <p:nvGrpSpPr>
          <p:cNvPr id="8" name="Group 7">
            <a:extLst>
              <a:ext uri="{FF2B5EF4-FFF2-40B4-BE49-F238E27FC236}">
                <a16:creationId xmlns:a16="http://schemas.microsoft.com/office/drawing/2014/main" id="{DC2BA5B9-32D0-B4D3-31C5-940933363930}"/>
              </a:ext>
            </a:extLst>
          </p:cNvPr>
          <p:cNvGrpSpPr/>
          <p:nvPr userDrawn="1"/>
        </p:nvGrpSpPr>
        <p:grpSpPr>
          <a:xfrm>
            <a:off x="1205032" y="6126885"/>
            <a:ext cx="817893" cy="93682"/>
            <a:chOff x="1300130" y="6126885"/>
            <a:chExt cx="817893" cy="93682"/>
          </a:xfrm>
        </p:grpSpPr>
        <p:grpSp>
          <p:nvGrpSpPr>
            <p:cNvPr id="9" name="Group 5">
              <a:extLst>
                <a:ext uri="{FF2B5EF4-FFF2-40B4-BE49-F238E27FC236}">
                  <a16:creationId xmlns:a16="http://schemas.microsoft.com/office/drawing/2014/main" id="{3BF5268F-6D68-1917-4372-D995E148B3D8}"/>
                </a:ext>
              </a:extLst>
            </p:cNvPr>
            <p:cNvGrpSpPr>
              <a:grpSpLocks noChangeAspect="1"/>
            </p:cNvGrpSpPr>
            <p:nvPr/>
          </p:nvGrpSpPr>
          <p:grpSpPr bwMode="gray">
            <a:xfrm>
              <a:off x="1300130" y="6126885"/>
              <a:ext cx="94798" cy="93682"/>
              <a:chOff x="3331" y="1656"/>
              <a:chExt cx="1020" cy="1008"/>
            </a:xfrm>
            <a:solidFill>
              <a:schemeClr val="tx1"/>
            </a:solidFill>
          </p:grpSpPr>
          <p:sp>
            <p:nvSpPr>
              <p:cNvPr id="17" name="Freeform 6">
                <a:extLst>
                  <a:ext uri="{FF2B5EF4-FFF2-40B4-BE49-F238E27FC236}">
                    <a16:creationId xmlns:a16="http://schemas.microsoft.com/office/drawing/2014/main" id="{3B4391A0-4D50-9169-D3E1-D5541F0F6095}"/>
                  </a:ext>
                </a:extLst>
              </p:cNvPr>
              <p:cNvSpPr>
                <a:spLocks noEditPoints="1"/>
              </p:cNvSpPr>
              <p:nvPr/>
            </p:nvSpPr>
            <p:spPr bwMode="gray">
              <a:xfrm>
                <a:off x="3331" y="1656"/>
                <a:ext cx="232" cy="1008"/>
              </a:xfrm>
              <a:custGeom>
                <a:avLst/>
                <a:gdLst>
                  <a:gd name="T0" fmla="*/ 98 w 98"/>
                  <a:gd name="T1" fmla="*/ 46 h 427"/>
                  <a:gd name="T2" fmla="*/ 48 w 98"/>
                  <a:gd name="T3" fmla="*/ 92 h 427"/>
                  <a:gd name="T4" fmla="*/ 0 w 98"/>
                  <a:gd name="T5" fmla="*/ 46 h 427"/>
                  <a:gd name="T6" fmla="*/ 49 w 98"/>
                  <a:gd name="T7" fmla="*/ 0 h 427"/>
                  <a:gd name="T8" fmla="*/ 98 w 98"/>
                  <a:gd name="T9" fmla="*/ 46 h 427"/>
                  <a:gd name="T10" fmla="*/ 2 w 98"/>
                  <a:gd name="T11" fmla="*/ 427 h 427"/>
                  <a:gd name="T12" fmla="*/ 2 w 98"/>
                  <a:gd name="T13" fmla="*/ 129 h 427"/>
                  <a:gd name="T14" fmla="*/ 95 w 98"/>
                  <a:gd name="T15" fmla="*/ 129 h 427"/>
                  <a:gd name="T16" fmla="*/ 95 w 98"/>
                  <a:gd name="T17" fmla="*/ 427 h 427"/>
                  <a:gd name="T18" fmla="*/ 2 w 98"/>
                  <a:gd name="T19" fmla="*/ 427 h 4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8" h="427">
                    <a:moveTo>
                      <a:pt x="98" y="46"/>
                    </a:moveTo>
                    <a:cubicBezTo>
                      <a:pt x="98" y="72"/>
                      <a:pt x="79" y="92"/>
                      <a:pt x="48" y="92"/>
                    </a:cubicBezTo>
                    <a:cubicBezTo>
                      <a:pt x="18" y="92"/>
                      <a:pt x="0" y="72"/>
                      <a:pt x="0" y="46"/>
                    </a:cubicBezTo>
                    <a:cubicBezTo>
                      <a:pt x="0" y="20"/>
                      <a:pt x="19" y="0"/>
                      <a:pt x="49" y="0"/>
                    </a:cubicBezTo>
                    <a:cubicBezTo>
                      <a:pt x="79" y="0"/>
                      <a:pt x="97" y="20"/>
                      <a:pt x="98" y="46"/>
                    </a:cubicBezTo>
                    <a:close/>
                    <a:moveTo>
                      <a:pt x="2" y="427"/>
                    </a:moveTo>
                    <a:cubicBezTo>
                      <a:pt x="2" y="129"/>
                      <a:pt x="2" y="129"/>
                      <a:pt x="2" y="129"/>
                    </a:cubicBezTo>
                    <a:cubicBezTo>
                      <a:pt x="95" y="129"/>
                      <a:pt x="95" y="129"/>
                      <a:pt x="95" y="129"/>
                    </a:cubicBezTo>
                    <a:cubicBezTo>
                      <a:pt x="95" y="427"/>
                      <a:pt x="95" y="427"/>
                      <a:pt x="95" y="427"/>
                    </a:cubicBezTo>
                    <a:lnTo>
                      <a:pt x="2" y="4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u="none" strike="noStrike" kern="0" cap="none" spc="0" normalizeH="0" baseline="0" noProof="0">
                  <a:ln>
                    <a:noFill/>
                  </a:ln>
                  <a:effectLst/>
                  <a:uLnTx/>
                  <a:uFillTx/>
                  <a:latin typeface="Aptos" panose="020B0004020202020204" pitchFamily="34" charset="0"/>
                  <a:ea typeface="Alfabet" pitchFamily="2" charset="0"/>
                  <a:cs typeface="+mn-cs"/>
                </a:endParaRPr>
              </a:p>
            </p:txBody>
          </p:sp>
          <p:sp>
            <p:nvSpPr>
              <p:cNvPr id="18" name="Freeform 7">
                <a:extLst>
                  <a:ext uri="{FF2B5EF4-FFF2-40B4-BE49-F238E27FC236}">
                    <a16:creationId xmlns:a16="http://schemas.microsoft.com/office/drawing/2014/main" id="{40BEAF68-D3D4-D207-309D-6001397EE346}"/>
                  </a:ext>
                </a:extLst>
              </p:cNvPr>
              <p:cNvSpPr>
                <a:spLocks/>
              </p:cNvSpPr>
              <p:nvPr/>
            </p:nvSpPr>
            <p:spPr bwMode="gray">
              <a:xfrm>
                <a:off x="3681" y="1944"/>
                <a:ext cx="670" cy="720"/>
              </a:xfrm>
              <a:custGeom>
                <a:avLst/>
                <a:gdLst>
                  <a:gd name="T0" fmla="*/ 2 w 284"/>
                  <a:gd name="T1" fmla="*/ 102 h 305"/>
                  <a:gd name="T2" fmla="*/ 0 w 284"/>
                  <a:gd name="T3" fmla="*/ 7 h 305"/>
                  <a:gd name="T4" fmla="*/ 80 w 284"/>
                  <a:gd name="T5" fmla="*/ 7 h 305"/>
                  <a:gd name="T6" fmla="*/ 84 w 284"/>
                  <a:gd name="T7" fmla="*/ 48 h 305"/>
                  <a:gd name="T8" fmla="*/ 86 w 284"/>
                  <a:gd name="T9" fmla="*/ 48 h 305"/>
                  <a:gd name="T10" fmla="*/ 178 w 284"/>
                  <a:gd name="T11" fmla="*/ 0 h 305"/>
                  <a:gd name="T12" fmla="*/ 284 w 284"/>
                  <a:gd name="T13" fmla="*/ 129 h 305"/>
                  <a:gd name="T14" fmla="*/ 284 w 284"/>
                  <a:gd name="T15" fmla="*/ 305 h 305"/>
                  <a:gd name="T16" fmla="*/ 192 w 284"/>
                  <a:gd name="T17" fmla="*/ 305 h 305"/>
                  <a:gd name="T18" fmla="*/ 192 w 284"/>
                  <a:gd name="T19" fmla="*/ 140 h 305"/>
                  <a:gd name="T20" fmla="*/ 145 w 284"/>
                  <a:gd name="T21" fmla="*/ 75 h 305"/>
                  <a:gd name="T22" fmla="*/ 98 w 284"/>
                  <a:gd name="T23" fmla="*/ 110 h 305"/>
                  <a:gd name="T24" fmla="*/ 94 w 284"/>
                  <a:gd name="T25" fmla="*/ 133 h 305"/>
                  <a:gd name="T26" fmla="*/ 94 w 284"/>
                  <a:gd name="T27" fmla="*/ 305 h 305"/>
                  <a:gd name="T28" fmla="*/ 2 w 284"/>
                  <a:gd name="T29" fmla="*/ 305 h 305"/>
                  <a:gd name="T30" fmla="*/ 2 w 284"/>
                  <a:gd name="T31" fmla="*/ 102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4" h="305">
                    <a:moveTo>
                      <a:pt x="2" y="102"/>
                    </a:moveTo>
                    <a:cubicBezTo>
                      <a:pt x="2" y="65"/>
                      <a:pt x="1" y="34"/>
                      <a:pt x="0" y="7"/>
                    </a:cubicBezTo>
                    <a:cubicBezTo>
                      <a:pt x="80" y="7"/>
                      <a:pt x="80" y="7"/>
                      <a:pt x="80" y="7"/>
                    </a:cubicBezTo>
                    <a:cubicBezTo>
                      <a:pt x="84" y="48"/>
                      <a:pt x="84" y="48"/>
                      <a:pt x="84" y="48"/>
                    </a:cubicBezTo>
                    <a:cubicBezTo>
                      <a:pt x="86" y="48"/>
                      <a:pt x="86" y="48"/>
                      <a:pt x="86" y="48"/>
                    </a:cubicBezTo>
                    <a:cubicBezTo>
                      <a:pt x="98" y="29"/>
                      <a:pt x="128" y="0"/>
                      <a:pt x="178" y="0"/>
                    </a:cubicBezTo>
                    <a:cubicBezTo>
                      <a:pt x="239" y="0"/>
                      <a:pt x="284" y="41"/>
                      <a:pt x="284" y="129"/>
                    </a:cubicBezTo>
                    <a:cubicBezTo>
                      <a:pt x="284" y="305"/>
                      <a:pt x="284" y="305"/>
                      <a:pt x="284" y="305"/>
                    </a:cubicBezTo>
                    <a:cubicBezTo>
                      <a:pt x="192" y="305"/>
                      <a:pt x="192" y="305"/>
                      <a:pt x="192" y="305"/>
                    </a:cubicBezTo>
                    <a:cubicBezTo>
                      <a:pt x="192" y="140"/>
                      <a:pt x="192" y="140"/>
                      <a:pt x="192" y="140"/>
                    </a:cubicBezTo>
                    <a:cubicBezTo>
                      <a:pt x="192" y="101"/>
                      <a:pt x="178" y="75"/>
                      <a:pt x="145" y="75"/>
                    </a:cubicBezTo>
                    <a:cubicBezTo>
                      <a:pt x="119" y="75"/>
                      <a:pt x="104" y="93"/>
                      <a:pt x="98" y="110"/>
                    </a:cubicBezTo>
                    <a:cubicBezTo>
                      <a:pt x="95" y="116"/>
                      <a:pt x="94" y="124"/>
                      <a:pt x="94" y="133"/>
                    </a:cubicBezTo>
                    <a:cubicBezTo>
                      <a:pt x="94" y="305"/>
                      <a:pt x="94" y="305"/>
                      <a:pt x="94" y="305"/>
                    </a:cubicBezTo>
                    <a:cubicBezTo>
                      <a:pt x="2" y="305"/>
                      <a:pt x="2" y="305"/>
                      <a:pt x="2" y="305"/>
                    </a:cubicBezTo>
                    <a:lnTo>
                      <a:pt x="2"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u="none" strike="noStrike" kern="0" cap="none" spc="0" normalizeH="0" baseline="0" noProof="0">
                  <a:ln>
                    <a:noFill/>
                  </a:ln>
                  <a:effectLst/>
                  <a:uLnTx/>
                  <a:uFillTx/>
                  <a:latin typeface="Aptos" panose="020B0004020202020204" pitchFamily="34" charset="0"/>
                  <a:ea typeface="Alfabet" pitchFamily="2" charset="0"/>
                  <a:cs typeface="+mn-cs"/>
                </a:endParaRPr>
              </a:p>
            </p:txBody>
          </p:sp>
        </p:grpSp>
        <p:grpSp>
          <p:nvGrpSpPr>
            <p:cNvPr id="10" name="Group 4">
              <a:extLst>
                <a:ext uri="{FF2B5EF4-FFF2-40B4-BE49-F238E27FC236}">
                  <a16:creationId xmlns:a16="http://schemas.microsoft.com/office/drawing/2014/main" id="{274B1A01-2610-8398-DC38-5F6C0A50AF64}"/>
                </a:ext>
              </a:extLst>
            </p:cNvPr>
            <p:cNvGrpSpPr>
              <a:grpSpLocks noChangeAspect="1"/>
            </p:cNvGrpSpPr>
            <p:nvPr/>
          </p:nvGrpSpPr>
          <p:grpSpPr bwMode="auto">
            <a:xfrm>
              <a:off x="1640695" y="6127230"/>
              <a:ext cx="92914" cy="92992"/>
              <a:chOff x="2653" y="972"/>
              <a:chExt cx="2372" cy="2374"/>
            </a:xfrm>
            <a:solidFill>
              <a:schemeClr val="tx1"/>
            </a:solidFill>
          </p:grpSpPr>
          <p:sp>
            <p:nvSpPr>
              <p:cNvPr id="14" name="Freeform 5">
                <a:extLst>
                  <a:ext uri="{FF2B5EF4-FFF2-40B4-BE49-F238E27FC236}">
                    <a16:creationId xmlns:a16="http://schemas.microsoft.com/office/drawing/2014/main" id="{68802D42-C0F1-DAF9-8B74-77C13FA40FE6}"/>
                  </a:ext>
                </a:extLst>
              </p:cNvPr>
              <p:cNvSpPr>
                <a:spLocks noEditPoints="1"/>
              </p:cNvSpPr>
              <p:nvPr userDrawn="1"/>
            </p:nvSpPr>
            <p:spPr bwMode="auto">
              <a:xfrm>
                <a:off x="2653" y="972"/>
                <a:ext cx="2372" cy="2374"/>
              </a:xfrm>
              <a:custGeom>
                <a:avLst/>
                <a:gdLst>
                  <a:gd name="T0" fmla="*/ 1008 w 2016"/>
                  <a:gd name="T1" fmla="*/ 182 h 2016"/>
                  <a:gd name="T2" fmla="*/ 1415 w 2016"/>
                  <a:gd name="T3" fmla="*/ 188 h 2016"/>
                  <a:gd name="T4" fmla="*/ 1602 w 2016"/>
                  <a:gd name="T5" fmla="*/ 222 h 2016"/>
                  <a:gd name="T6" fmla="*/ 1718 w 2016"/>
                  <a:gd name="T7" fmla="*/ 298 h 2016"/>
                  <a:gd name="T8" fmla="*/ 1794 w 2016"/>
                  <a:gd name="T9" fmla="*/ 414 h 2016"/>
                  <a:gd name="T10" fmla="*/ 1828 w 2016"/>
                  <a:gd name="T11" fmla="*/ 601 h 2016"/>
                  <a:gd name="T12" fmla="*/ 1834 w 2016"/>
                  <a:gd name="T13" fmla="*/ 1008 h 2016"/>
                  <a:gd name="T14" fmla="*/ 1828 w 2016"/>
                  <a:gd name="T15" fmla="*/ 1415 h 2016"/>
                  <a:gd name="T16" fmla="*/ 1794 w 2016"/>
                  <a:gd name="T17" fmla="*/ 1602 h 2016"/>
                  <a:gd name="T18" fmla="*/ 1718 w 2016"/>
                  <a:gd name="T19" fmla="*/ 1718 h 2016"/>
                  <a:gd name="T20" fmla="*/ 1602 w 2016"/>
                  <a:gd name="T21" fmla="*/ 1794 h 2016"/>
                  <a:gd name="T22" fmla="*/ 1415 w 2016"/>
                  <a:gd name="T23" fmla="*/ 1828 h 2016"/>
                  <a:gd name="T24" fmla="*/ 1008 w 2016"/>
                  <a:gd name="T25" fmla="*/ 1834 h 2016"/>
                  <a:gd name="T26" fmla="*/ 601 w 2016"/>
                  <a:gd name="T27" fmla="*/ 1828 h 2016"/>
                  <a:gd name="T28" fmla="*/ 414 w 2016"/>
                  <a:gd name="T29" fmla="*/ 1794 h 2016"/>
                  <a:gd name="T30" fmla="*/ 298 w 2016"/>
                  <a:gd name="T31" fmla="*/ 1718 h 2016"/>
                  <a:gd name="T32" fmla="*/ 222 w 2016"/>
                  <a:gd name="T33" fmla="*/ 1602 h 2016"/>
                  <a:gd name="T34" fmla="*/ 188 w 2016"/>
                  <a:gd name="T35" fmla="*/ 1415 h 2016"/>
                  <a:gd name="T36" fmla="*/ 182 w 2016"/>
                  <a:gd name="T37" fmla="*/ 1008 h 2016"/>
                  <a:gd name="T38" fmla="*/ 188 w 2016"/>
                  <a:gd name="T39" fmla="*/ 601 h 2016"/>
                  <a:gd name="T40" fmla="*/ 222 w 2016"/>
                  <a:gd name="T41" fmla="*/ 414 h 2016"/>
                  <a:gd name="T42" fmla="*/ 298 w 2016"/>
                  <a:gd name="T43" fmla="*/ 298 h 2016"/>
                  <a:gd name="T44" fmla="*/ 414 w 2016"/>
                  <a:gd name="T45" fmla="*/ 222 h 2016"/>
                  <a:gd name="T46" fmla="*/ 601 w 2016"/>
                  <a:gd name="T47" fmla="*/ 188 h 2016"/>
                  <a:gd name="T48" fmla="*/ 1008 w 2016"/>
                  <a:gd name="T49" fmla="*/ 182 h 2016"/>
                  <a:gd name="T50" fmla="*/ 1008 w 2016"/>
                  <a:gd name="T51" fmla="*/ 0 h 2016"/>
                  <a:gd name="T52" fmla="*/ 593 w 2016"/>
                  <a:gd name="T53" fmla="*/ 6 h 2016"/>
                  <a:gd name="T54" fmla="*/ 348 w 2016"/>
                  <a:gd name="T55" fmla="*/ 53 h 2016"/>
                  <a:gd name="T56" fmla="*/ 169 w 2016"/>
                  <a:gd name="T57" fmla="*/ 169 h 2016"/>
                  <a:gd name="T58" fmla="*/ 53 w 2016"/>
                  <a:gd name="T59" fmla="*/ 348 h 2016"/>
                  <a:gd name="T60" fmla="*/ 6 w 2016"/>
                  <a:gd name="T61" fmla="*/ 593 h 2016"/>
                  <a:gd name="T62" fmla="*/ 0 w 2016"/>
                  <a:gd name="T63" fmla="*/ 1008 h 2016"/>
                  <a:gd name="T64" fmla="*/ 6 w 2016"/>
                  <a:gd name="T65" fmla="*/ 1423 h 2016"/>
                  <a:gd name="T66" fmla="*/ 53 w 2016"/>
                  <a:gd name="T67" fmla="*/ 1668 h 2016"/>
                  <a:gd name="T68" fmla="*/ 169 w 2016"/>
                  <a:gd name="T69" fmla="*/ 1847 h 2016"/>
                  <a:gd name="T70" fmla="*/ 348 w 2016"/>
                  <a:gd name="T71" fmla="*/ 1963 h 2016"/>
                  <a:gd name="T72" fmla="*/ 593 w 2016"/>
                  <a:gd name="T73" fmla="*/ 2010 h 2016"/>
                  <a:gd name="T74" fmla="*/ 1008 w 2016"/>
                  <a:gd name="T75" fmla="*/ 2016 h 2016"/>
                  <a:gd name="T76" fmla="*/ 1423 w 2016"/>
                  <a:gd name="T77" fmla="*/ 2010 h 2016"/>
                  <a:gd name="T78" fmla="*/ 1668 w 2016"/>
                  <a:gd name="T79" fmla="*/ 1963 h 2016"/>
                  <a:gd name="T80" fmla="*/ 1847 w 2016"/>
                  <a:gd name="T81" fmla="*/ 1847 h 2016"/>
                  <a:gd name="T82" fmla="*/ 1963 w 2016"/>
                  <a:gd name="T83" fmla="*/ 1668 h 2016"/>
                  <a:gd name="T84" fmla="*/ 2010 w 2016"/>
                  <a:gd name="T85" fmla="*/ 1423 h 2016"/>
                  <a:gd name="T86" fmla="*/ 2016 w 2016"/>
                  <a:gd name="T87" fmla="*/ 1008 h 2016"/>
                  <a:gd name="T88" fmla="*/ 2010 w 2016"/>
                  <a:gd name="T89" fmla="*/ 593 h 2016"/>
                  <a:gd name="T90" fmla="*/ 1963 w 2016"/>
                  <a:gd name="T91" fmla="*/ 348 h 2016"/>
                  <a:gd name="T92" fmla="*/ 1847 w 2016"/>
                  <a:gd name="T93" fmla="*/ 169 h 2016"/>
                  <a:gd name="T94" fmla="*/ 1668 w 2016"/>
                  <a:gd name="T95" fmla="*/ 53 h 2016"/>
                  <a:gd name="T96" fmla="*/ 1423 w 2016"/>
                  <a:gd name="T97" fmla="*/ 6 h 2016"/>
                  <a:gd name="T98" fmla="*/ 1008 w 2016"/>
                  <a:gd name="T99" fmla="*/ 0 h 20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16" h="2016">
                    <a:moveTo>
                      <a:pt x="1008" y="182"/>
                    </a:moveTo>
                    <a:cubicBezTo>
                      <a:pt x="1277" y="182"/>
                      <a:pt x="1309" y="183"/>
                      <a:pt x="1415" y="188"/>
                    </a:cubicBezTo>
                    <a:cubicBezTo>
                      <a:pt x="1513" y="192"/>
                      <a:pt x="1567" y="209"/>
                      <a:pt x="1602" y="222"/>
                    </a:cubicBezTo>
                    <a:cubicBezTo>
                      <a:pt x="1649" y="241"/>
                      <a:pt x="1683" y="263"/>
                      <a:pt x="1718" y="298"/>
                    </a:cubicBezTo>
                    <a:cubicBezTo>
                      <a:pt x="1753" y="333"/>
                      <a:pt x="1775" y="367"/>
                      <a:pt x="1794" y="414"/>
                    </a:cubicBezTo>
                    <a:cubicBezTo>
                      <a:pt x="1807" y="449"/>
                      <a:pt x="1824" y="503"/>
                      <a:pt x="1828" y="601"/>
                    </a:cubicBezTo>
                    <a:cubicBezTo>
                      <a:pt x="1833" y="707"/>
                      <a:pt x="1834" y="739"/>
                      <a:pt x="1834" y="1008"/>
                    </a:cubicBezTo>
                    <a:cubicBezTo>
                      <a:pt x="1834" y="1277"/>
                      <a:pt x="1833" y="1309"/>
                      <a:pt x="1828" y="1415"/>
                    </a:cubicBezTo>
                    <a:cubicBezTo>
                      <a:pt x="1824" y="1513"/>
                      <a:pt x="1807" y="1567"/>
                      <a:pt x="1794" y="1602"/>
                    </a:cubicBezTo>
                    <a:cubicBezTo>
                      <a:pt x="1775" y="1649"/>
                      <a:pt x="1753" y="1683"/>
                      <a:pt x="1718" y="1718"/>
                    </a:cubicBezTo>
                    <a:cubicBezTo>
                      <a:pt x="1683" y="1753"/>
                      <a:pt x="1649" y="1775"/>
                      <a:pt x="1602" y="1794"/>
                    </a:cubicBezTo>
                    <a:cubicBezTo>
                      <a:pt x="1567" y="1807"/>
                      <a:pt x="1513" y="1824"/>
                      <a:pt x="1415" y="1828"/>
                    </a:cubicBezTo>
                    <a:cubicBezTo>
                      <a:pt x="1309" y="1833"/>
                      <a:pt x="1277" y="1834"/>
                      <a:pt x="1008" y="1834"/>
                    </a:cubicBezTo>
                    <a:cubicBezTo>
                      <a:pt x="739" y="1834"/>
                      <a:pt x="707" y="1833"/>
                      <a:pt x="601" y="1828"/>
                    </a:cubicBezTo>
                    <a:cubicBezTo>
                      <a:pt x="503" y="1824"/>
                      <a:pt x="449" y="1807"/>
                      <a:pt x="414" y="1794"/>
                    </a:cubicBezTo>
                    <a:cubicBezTo>
                      <a:pt x="367" y="1775"/>
                      <a:pt x="333" y="1753"/>
                      <a:pt x="298" y="1718"/>
                    </a:cubicBezTo>
                    <a:cubicBezTo>
                      <a:pt x="263" y="1683"/>
                      <a:pt x="241" y="1649"/>
                      <a:pt x="222" y="1602"/>
                    </a:cubicBezTo>
                    <a:cubicBezTo>
                      <a:pt x="209" y="1567"/>
                      <a:pt x="192" y="1513"/>
                      <a:pt x="188" y="1415"/>
                    </a:cubicBezTo>
                    <a:cubicBezTo>
                      <a:pt x="183" y="1309"/>
                      <a:pt x="182" y="1277"/>
                      <a:pt x="182" y="1008"/>
                    </a:cubicBezTo>
                    <a:cubicBezTo>
                      <a:pt x="182" y="739"/>
                      <a:pt x="183" y="707"/>
                      <a:pt x="188" y="601"/>
                    </a:cubicBezTo>
                    <a:cubicBezTo>
                      <a:pt x="192" y="503"/>
                      <a:pt x="209" y="449"/>
                      <a:pt x="222" y="414"/>
                    </a:cubicBezTo>
                    <a:cubicBezTo>
                      <a:pt x="241" y="367"/>
                      <a:pt x="263" y="333"/>
                      <a:pt x="298" y="298"/>
                    </a:cubicBezTo>
                    <a:cubicBezTo>
                      <a:pt x="333" y="263"/>
                      <a:pt x="367" y="241"/>
                      <a:pt x="414" y="222"/>
                    </a:cubicBezTo>
                    <a:cubicBezTo>
                      <a:pt x="449" y="209"/>
                      <a:pt x="503" y="192"/>
                      <a:pt x="601" y="188"/>
                    </a:cubicBezTo>
                    <a:cubicBezTo>
                      <a:pt x="707" y="183"/>
                      <a:pt x="739" y="182"/>
                      <a:pt x="1008" y="182"/>
                    </a:cubicBezTo>
                    <a:moveTo>
                      <a:pt x="1008" y="0"/>
                    </a:moveTo>
                    <a:cubicBezTo>
                      <a:pt x="734" y="0"/>
                      <a:pt x="700" y="1"/>
                      <a:pt x="593" y="6"/>
                    </a:cubicBezTo>
                    <a:cubicBezTo>
                      <a:pt x="485" y="11"/>
                      <a:pt x="412" y="28"/>
                      <a:pt x="348" y="53"/>
                    </a:cubicBezTo>
                    <a:cubicBezTo>
                      <a:pt x="282" y="79"/>
                      <a:pt x="225" y="113"/>
                      <a:pt x="169" y="169"/>
                    </a:cubicBezTo>
                    <a:cubicBezTo>
                      <a:pt x="113" y="225"/>
                      <a:pt x="79" y="282"/>
                      <a:pt x="53" y="348"/>
                    </a:cubicBezTo>
                    <a:cubicBezTo>
                      <a:pt x="28" y="412"/>
                      <a:pt x="11" y="485"/>
                      <a:pt x="6" y="593"/>
                    </a:cubicBezTo>
                    <a:cubicBezTo>
                      <a:pt x="1" y="700"/>
                      <a:pt x="0" y="734"/>
                      <a:pt x="0" y="1008"/>
                    </a:cubicBezTo>
                    <a:cubicBezTo>
                      <a:pt x="0" y="1282"/>
                      <a:pt x="1" y="1316"/>
                      <a:pt x="6" y="1423"/>
                    </a:cubicBezTo>
                    <a:cubicBezTo>
                      <a:pt x="11" y="1531"/>
                      <a:pt x="28" y="1604"/>
                      <a:pt x="53" y="1668"/>
                    </a:cubicBezTo>
                    <a:cubicBezTo>
                      <a:pt x="79" y="1734"/>
                      <a:pt x="113" y="1791"/>
                      <a:pt x="169" y="1847"/>
                    </a:cubicBezTo>
                    <a:cubicBezTo>
                      <a:pt x="225" y="1903"/>
                      <a:pt x="282" y="1937"/>
                      <a:pt x="348" y="1963"/>
                    </a:cubicBezTo>
                    <a:cubicBezTo>
                      <a:pt x="412" y="1988"/>
                      <a:pt x="485" y="2005"/>
                      <a:pt x="593" y="2010"/>
                    </a:cubicBezTo>
                    <a:cubicBezTo>
                      <a:pt x="700" y="2015"/>
                      <a:pt x="734" y="2016"/>
                      <a:pt x="1008" y="2016"/>
                    </a:cubicBezTo>
                    <a:cubicBezTo>
                      <a:pt x="1282" y="2016"/>
                      <a:pt x="1316" y="2015"/>
                      <a:pt x="1423" y="2010"/>
                    </a:cubicBezTo>
                    <a:cubicBezTo>
                      <a:pt x="1531" y="2005"/>
                      <a:pt x="1604" y="1988"/>
                      <a:pt x="1668" y="1963"/>
                    </a:cubicBezTo>
                    <a:cubicBezTo>
                      <a:pt x="1734" y="1937"/>
                      <a:pt x="1791" y="1903"/>
                      <a:pt x="1847" y="1847"/>
                    </a:cubicBezTo>
                    <a:cubicBezTo>
                      <a:pt x="1903" y="1791"/>
                      <a:pt x="1937" y="1734"/>
                      <a:pt x="1963" y="1668"/>
                    </a:cubicBezTo>
                    <a:cubicBezTo>
                      <a:pt x="1988" y="1604"/>
                      <a:pt x="2005" y="1531"/>
                      <a:pt x="2010" y="1423"/>
                    </a:cubicBezTo>
                    <a:cubicBezTo>
                      <a:pt x="2015" y="1316"/>
                      <a:pt x="2016" y="1282"/>
                      <a:pt x="2016" y="1008"/>
                    </a:cubicBezTo>
                    <a:cubicBezTo>
                      <a:pt x="2016" y="734"/>
                      <a:pt x="2015" y="700"/>
                      <a:pt x="2010" y="593"/>
                    </a:cubicBezTo>
                    <a:cubicBezTo>
                      <a:pt x="2005" y="485"/>
                      <a:pt x="1988" y="412"/>
                      <a:pt x="1963" y="348"/>
                    </a:cubicBezTo>
                    <a:cubicBezTo>
                      <a:pt x="1937" y="282"/>
                      <a:pt x="1903" y="225"/>
                      <a:pt x="1847" y="169"/>
                    </a:cubicBezTo>
                    <a:cubicBezTo>
                      <a:pt x="1791" y="113"/>
                      <a:pt x="1734" y="79"/>
                      <a:pt x="1668" y="53"/>
                    </a:cubicBezTo>
                    <a:cubicBezTo>
                      <a:pt x="1604" y="28"/>
                      <a:pt x="1531" y="11"/>
                      <a:pt x="1423" y="6"/>
                    </a:cubicBezTo>
                    <a:cubicBezTo>
                      <a:pt x="1316" y="1"/>
                      <a:pt x="1282" y="0"/>
                      <a:pt x="100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latin typeface="Aptos" panose="020B0004020202020204" pitchFamily="34" charset="0"/>
                  <a:ea typeface="Alfabet" pitchFamily="2" charset="0"/>
                </a:endParaRPr>
              </a:p>
            </p:txBody>
          </p:sp>
          <p:sp>
            <p:nvSpPr>
              <p:cNvPr id="15" name="Freeform 6">
                <a:extLst>
                  <a:ext uri="{FF2B5EF4-FFF2-40B4-BE49-F238E27FC236}">
                    <a16:creationId xmlns:a16="http://schemas.microsoft.com/office/drawing/2014/main" id="{511AB5E8-AF45-535E-DBEE-21EA3AA4AC1B}"/>
                  </a:ext>
                </a:extLst>
              </p:cNvPr>
              <p:cNvSpPr>
                <a:spLocks noEditPoints="1"/>
              </p:cNvSpPr>
              <p:nvPr userDrawn="1"/>
            </p:nvSpPr>
            <p:spPr bwMode="auto">
              <a:xfrm>
                <a:off x="3231" y="1550"/>
                <a:ext cx="1216" cy="1218"/>
              </a:xfrm>
              <a:custGeom>
                <a:avLst/>
                <a:gdLst>
                  <a:gd name="T0" fmla="*/ 517 w 1034"/>
                  <a:gd name="T1" fmla="*/ 0 h 1034"/>
                  <a:gd name="T2" fmla="*/ 0 w 1034"/>
                  <a:gd name="T3" fmla="*/ 517 h 1034"/>
                  <a:gd name="T4" fmla="*/ 517 w 1034"/>
                  <a:gd name="T5" fmla="*/ 1034 h 1034"/>
                  <a:gd name="T6" fmla="*/ 1034 w 1034"/>
                  <a:gd name="T7" fmla="*/ 517 h 1034"/>
                  <a:gd name="T8" fmla="*/ 517 w 1034"/>
                  <a:gd name="T9" fmla="*/ 0 h 1034"/>
                  <a:gd name="T10" fmla="*/ 517 w 1034"/>
                  <a:gd name="T11" fmla="*/ 853 h 1034"/>
                  <a:gd name="T12" fmla="*/ 181 w 1034"/>
                  <a:gd name="T13" fmla="*/ 517 h 1034"/>
                  <a:gd name="T14" fmla="*/ 517 w 1034"/>
                  <a:gd name="T15" fmla="*/ 181 h 1034"/>
                  <a:gd name="T16" fmla="*/ 853 w 1034"/>
                  <a:gd name="T17" fmla="*/ 517 h 1034"/>
                  <a:gd name="T18" fmla="*/ 517 w 1034"/>
                  <a:gd name="T19" fmla="*/ 853 h 1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4" h="1034">
                    <a:moveTo>
                      <a:pt x="517" y="0"/>
                    </a:moveTo>
                    <a:cubicBezTo>
                      <a:pt x="231" y="0"/>
                      <a:pt x="0" y="231"/>
                      <a:pt x="0" y="517"/>
                    </a:cubicBezTo>
                    <a:cubicBezTo>
                      <a:pt x="0" y="803"/>
                      <a:pt x="231" y="1034"/>
                      <a:pt x="517" y="1034"/>
                    </a:cubicBezTo>
                    <a:cubicBezTo>
                      <a:pt x="803" y="1034"/>
                      <a:pt x="1034" y="803"/>
                      <a:pt x="1034" y="517"/>
                    </a:cubicBezTo>
                    <a:cubicBezTo>
                      <a:pt x="1034" y="231"/>
                      <a:pt x="803" y="0"/>
                      <a:pt x="517" y="0"/>
                    </a:cubicBezTo>
                    <a:close/>
                    <a:moveTo>
                      <a:pt x="517" y="853"/>
                    </a:moveTo>
                    <a:cubicBezTo>
                      <a:pt x="331" y="853"/>
                      <a:pt x="181" y="703"/>
                      <a:pt x="181" y="517"/>
                    </a:cubicBezTo>
                    <a:cubicBezTo>
                      <a:pt x="181" y="331"/>
                      <a:pt x="331" y="181"/>
                      <a:pt x="517" y="181"/>
                    </a:cubicBezTo>
                    <a:cubicBezTo>
                      <a:pt x="703" y="181"/>
                      <a:pt x="853" y="331"/>
                      <a:pt x="853" y="517"/>
                    </a:cubicBezTo>
                    <a:cubicBezTo>
                      <a:pt x="853" y="703"/>
                      <a:pt x="703" y="853"/>
                      <a:pt x="517" y="8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latin typeface="Aptos" panose="020B0004020202020204" pitchFamily="34" charset="0"/>
                  <a:ea typeface="Alfabet" pitchFamily="2" charset="0"/>
                </a:endParaRPr>
              </a:p>
            </p:txBody>
          </p:sp>
          <p:sp>
            <p:nvSpPr>
              <p:cNvPr id="16" name="Oval 7">
                <a:extLst>
                  <a:ext uri="{FF2B5EF4-FFF2-40B4-BE49-F238E27FC236}">
                    <a16:creationId xmlns:a16="http://schemas.microsoft.com/office/drawing/2014/main" id="{5A2B3252-69E6-21D8-7B9C-8CACF53B9BA3}"/>
                  </a:ext>
                </a:extLst>
              </p:cNvPr>
              <p:cNvSpPr>
                <a:spLocks noChangeArrowheads="1"/>
              </p:cNvSpPr>
              <p:nvPr userDrawn="1"/>
            </p:nvSpPr>
            <p:spPr bwMode="auto">
              <a:xfrm>
                <a:off x="4329" y="1383"/>
                <a:ext cx="285" cy="28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latin typeface="Aptos" panose="020B0004020202020204" pitchFamily="34" charset="0"/>
                  <a:ea typeface="Alfabet" pitchFamily="2" charset="0"/>
                </a:endParaRPr>
              </a:p>
            </p:txBody>
          </p:sp>
        </p:grpSp>
        <p:pic>
          <p:nvPicPr>
            <p:cNvPr id="11" name="Graphic 10">
              <a:extLst>
                <a:ext uri="{FF2B5EF4-FFF2-40B4-BE49-F238E27FC236}">
                  <a16:creationId xmlns:a16="http://schemas.microsoft.com/office/drawing/2014/main" id="{EDEA13E0-DF26-3A35-755F-EB1D2F7140E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10838" y="6131300"/>
              <a:ext cx="122931" cy="84852"/>
            </a:xfrm>
            <a:prstGeom prst="rect">
              <a:avLst/>
            </a:prstGeom>
          </p:spPr>
        </p:pic>
        <p:pic>
          <p:nvPicPr>
            <p:cNvPr id="12" name="Graphic 11">
              <a:extLst>
                <a:ext uri="{FF2B5EF4-FFF2-40B4-BE49-F238E27FC236}">
                  <a16:creationId xmlns:a16="http://schemas.microsoft.com/office/drawing/2014/main" id="{B54DF270-EBC5-95DA-8346-7100B18EC91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023789" y="6126885"/>
              <a:ext cx="94234" cy="93682"/>
            </a:xfrm>
            <a:prstGeom prst="rect">
              <a:avLst/>
            </a:prstGeom>
          </p:spPr>
        </p:pic>
        <p:pic>
          <p:nvPicPr>
            <p:cNvPr id="13" name="Graphic 12">
              <a:extLst>
                <a:ext uri="{FF2B5EF4-FFF2-40B4-BE49-F238E27FC236}">
                  <a16:creationId xmlns:a16="http://schemas.microsoft.com/office/drawing/2014/main" id="{1D7C89CA-3D39-A79E-E143-FE65F0C89E27}"/>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476872" y="6131572"/>
              <a:ext cx="84309" cy="84309"/>
            </a:xfrm>
            <a:prstGeom prst="rect">
              <a:avLst/>
            </a:prstGeom>
          </p:spPr>
        </p:pic>
      </p:grpSp>
      <p:pic>
        <p:nvPicPr>
          <p:cNvPr id="24" name="Graphic 23">
            <a:extLst>
              <a:ext uri="{FF2B5EF4-FFF2-40B4-BE49-F238E27FC236}">
                <a16:creationId xmlns:a16="http://schemas.microsoft.com/office/drawing/2014/main" id="{1EBB4BF9-FEEC-4175-585A-2715E84D1EB5}"/>
              </a:ext>
            </a:extLst>
          </p:cNvPr>
          <p:cNvPicPr>
            <a:picLocks noChangeAspect="1"/>
          </p:cNvPicPr>
          <p:nvPr/>
        </p:nvPicPr>
        <p:blipFill>
          <a:blip>
            <a:extLst>
              <a:ext uri="{96DAC541-7B7A-43D3-8B79-37D633B846F1}">
                <asvg:svgBlip xmlns:asvg="http://schemas.microsoft.com/office/drawing/2016/SVG/main" r:embed="rId5"/>
              </a:ext>
            </a:extLst>
          </a:blip>
          <a:srcRect t="31605" r="39224"/>
          <a:stretch>
            <a:fillRect/>
          </a:stretch>
        </p:blipFill>
        <p:spPr>
          <a:xfrm>
            <a:off x="6684852" y="0"/>
            <a:ext cx="5507148" cy="6197600"/>
          </a:xfrm>
          <a:custGeom>
            <a:avLst/>
            <a:gdLst>
              <a:gd name="connsiteX0" fmla="*/ 0 w 5507148"/>
              <a:gd name="connsiteY0" fmla="*/ 0 h 6197600"/>
              <a:gd name="connsiteX1" fmla="*/ 147022 w 5507148"/>
              <a:gd name="connsiteY1" fmla="*/ 0 h 6197600"/>
              <a:gd name="connsiteX2" fmla="*/ 5507148 w 5507148"/>
              <a:gd name="connsiteY2" fmla="*/ 0 h 6197600"/>
              <a:gd name="connsiteX3" fmla="*/ 5507148 w 5507148"/>
              <a:gd name="connsiteY3" fmla="*/ 6197600 h 6197600"/>
              <a:gd name="connsiteX4" fmla="*/ 0 w 5507148"/>
              <a:gd name="connsiteY4" fmla="*/ 6197600 h 6197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07148" h="6197600">
                <a:moveTo>
                  <a:pt x="0" y="0"/>
                </a:moveTo>
                <a:lnTo>
                  <a:pt x="147022" y="0"/>
                </a:lnTo>
                <a:lnTo>
                  <a:pt x="5507148" y="0"/>
                </a:lnTo>
                <a:lnTo>
                  <a:pt x="5507148" y="6197600"/>
                </a:lnTo>
                <a:lnTo>
                  <a:pt x="0" y="6197600"/>
                </a:lnTo>
                <a:close/>
              </a:path>
            </a:pathLst>
          </a:custGeom>
        </p:spPr>
      </p:pic>
      <p:pic>
        <p:nvPicPr>
          <p:cNvPr id="21" name="Picture 2">
            <a:extLst>
              <a:ext uri="{FF2B5EF4-FFF2-40B4-BE49-F238E27FC236}">
                <a16:creationId xmlns:a16="http://schemas.microsoft.com/office/drawing/2014/main" id="{7FDF1ADE-EF76-ABDC-A94C-B4B22DDF49A4}"/>
              </a:ext>
            </a:extLst>
          </p:cNvPr>
          <p:cNvPicPr>
            <a:picLocks noChangeAspect="1" noChangeArrowheads="1"/>
          </p:cNvPicPr>
          <p:nvPr/>
        </p:nvPicPr>
        <p:blipFill rotWithShape="1">
          <a:blip r:embed="rId6" cstate="email">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a:ext>
            </a:extLst>
          </a:blip>
          <a:srcRect/>
          <a:stretch/>
        </p:blipFill>
        <p:spPr bwMode="auto">
          <a:xfrm>
            <a:off x="10895722" y="1322746"/>
            <a:ext cx="693024" cy="7602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9244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ank you_Qualcomm Blue">
    <p:bg>
      <p:bgPr>
        <a:solidFill>
          <a:schemeClr val="accent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8D38E5-491C-399E-B737-E4CB35E93811}"/>
              </a:ext>
            </a:extLst>
          </p:cNvPr>
          <p:cNvSpPr txBox="1"/>
          <p:nvPr userDrawn="1"/>
        </p:nvSpPr>
        <p:spPr bwMode="gray">
          <a:xfrm>
            <a:off x="343609" y="2435884"/>
            <a:ext cx="8725779" cy="1301254"/>
          </a:xfrm>
          <a:prstGeom prst="rect">
            <a:avLst/>
          </a:prstGeom>
          <a:noFill/>
        </p:spPr>
        <p:txBody>
          <a:bodyPr wrap="square" lIns="0" tIns="0" rIns="0" bIns="0" rtlCol="0">
            <a:spAutoFit/>
          </a:bodyPr>
          <a:lstStyle/>
          <a:p>
            <a:pPr marL="0" marR="0" lvl="0" indent="0" algn="l" defTabSz="914400" rtl="0" eaLnBrk="1" fontAlgn="auto" latinLnBrk="0" hangingPunct="1">
              <a:lnSpc>
                <a:spcPct val="87000"/>
              </a:lnSpc>
              <a:spcBef>
                <a:spcPts val="0"/>
              </a:spcBef>
              <a:spcAft>
                <a:spcPts val="0"/>
              </a:spcAft>
              <a:buClrTx/>
              <a:buSzTx/>
              <a:buFontTx/>
              <a:buNone/>
              <a:tabLst/>
              <a:defRPr/>
            </a:pPr>
            <a:r>
              <a:rPr kumimoji="0" lang="en-US" sz="9600" u="none" strike="noStrike" kern="1200" cap="none" spc="-300" normalizeH="0" noProof="0">
                <a:ln>
                  <a:noFill/>
                </a:ln>
                <a:effectLst/>
                <a:uLnTx/>
                <a:uFillTx/>
                <a:latin typeface="Aptos" panose="020B0004020202020204" pitchFamily="34" charset="0"/>
                <a:ea typeface="Alfabet" pitchFamily="2" charset="0"/>
              </a:rPr>
              <a:t>T</a:t>
            </a:r>
            <a:r>
              <a:rPr kumimoji="0" lang="en-US" sz="9600" u="none" strike="noStrike" kern="1200" cap="none" spc="-300" normalizeH="0" baseline="0" noProof="0">
                <a:ln>
                  <a:noFill/>
                </a:ln>
                <a:effectLst/>
                <a:uLnTx/>
                <a:uFillTx/>
                <a:latin typeface="Aptos" panose="020B0004020202020204" pitchFamily="34" charset="0"/>
                <a:ea typeface="Alfabet" pitchFamily="2" charset="0"/>
              </a:rPr>
              <a:t>h</a:t>
            </a:r>
            <a:r>
              <a:rPr kumimoji="0" lang="en-US" sz="9600" u="none" strike="noStrike" kern="1200" cap="none" spc="-600" normalizeH="0" noProof="0">
                <a:ln>
                  <a:noFill/>
                </a:ln>
                <a:effectLst/>
                <a:uLnTx/>
                <a:uFillTx/>
                <a:latin typeface="Aptos" panose="020B0004020202020204" pitchFamily="34" charset="0"/>
                <a:ea typeface="Alfabet" pitchFamily="2" charset="0"/>
              </a:rPr>
              <a:t>a</a:t>
            </a:r>
            <a:r>
              <a:rPr kumimoji="0" lang="en-US" sz="9600" u="none" strike="noStrike" kern="1200" cap="none" spc="-450" normalizeH="0" noProof="0">
                <a:ln>
                  <a:noFill/>
                </a:ln>
                <a:effectLst/>
                <a:uLnTx/>
                <a:uFillTx/>
                <a:latin typeface="Aptos" panose="020B0004020202020204" pitchFamily="34" charset="0"/>
                <a:ea typeface="Alfabet" pitchFamily="2" charset="0"/>
              </a:rPr>
              <a:t>n</a:t>
            </a:r>
            <a:r>
              <a:rPr kumimoji="0" lang="en-US" sz="9600" u="none" strike="noStrike" kern="1200" cap="none" spc="-600" normalizeH="0" noProof="0">
                <a:ln>
                  <a:noFill/>
                </a:ln>
                <a:effectLst/>
                <a:uLnTx/>
                <a:uFillTx/>
                <a:latin typeface="Aptos" panose="020B0004020202020204" pitchFamily="34" charset="0"/>
                <a:ea typeface="Alfabet" pitchFamily="2" charset="0"/>
              </a:rPr>
              <a:t>k  </a:t>
            </a:r>
            <a:r>
              <a:rPr kumimoji="0" lang="en-US" sz="9600" u="none" strike="noStrike" kern="1200" cap="none" spc="-80" normalizeH="0" noProof="0">
                <a:ln>
                  <a:noFill/>
                </a:ln>
                <a:effectLst/>
                <a:uLnTx/>
                <a:uFillTx/>
                <a:latin typeface="Aptos" panose="020B0004020202020204" pitchFamily="34" charset="0"/>
                <a:ea typeface="Alfabet" pitchFamily="2" charset="0"/>
              </a:rPr>
              <a:t>y</a:t>
            </a:r>
            <a:r>
              <a:rPr lang="en-US" sz="9600" spc="-300">
                <a:latin typeface="Aptos" panose="020B0004020202020204" pitchFamily="34" charset="0"/>
                <a:ea typeface="Alfabet" pitchFamily="2" charset="0"/>
              </a:rPr>
              <a:t>o</a:t>
            </a:r>
            <a:r>
              <a:rPr kumimoji="0" lang="en-US" sz="9600" u="none" strike="noStrike" kern="1200" cap="none" spc="-300" normalizeH="0" noProof="0">
                <a:ln>
                  <a:noFill/>
                </a:ln>
                <a:effectLst/>
                <a:uLnTx/>
                <a:uFillTx/>
                <a:latin typeface="Aptos" panose="020B0004020202020204" pitchFamily="34" charset="0"/>
                <a:ea typeface="Alfabet" pitchFamily="2" charset="0"/>
              </a:rPr>
              <a:t>u</a:t>
            </a:r>
          </a:p>
        </p:txBody>
      </p:sp>
      <p:sp>
        <p:nvSpPr>
          <p:cNvPr id="4" name="TextBox 3">
            <a:extLst>
              <a:ext uri="{FF2B5EF4-FFF2-40B4-BE49-F238E27FC236}">
                <a16:creationId xmlns:a16="http://schemas.microsoft.com/office/drawing/2014/main" id="{58C904C5-CF09-901C-0409-22AE7AA4BACE}"/>
              </a:ext>
            </a:extLst>
          </p:cNvPr>
          <p:cNvSpPr txBox="1"/>
          <p:nvPr userDrawn="1"/>
        </p:nvSpPr>
        <p:spPr bwMode="gray">
          <a:xfrm>
            <a:off x="480927" y="3934635"/>
            <a:ext cx="3789063" cy="654025"/>
          </a:xfrm>
          <a:prstGeom prst="rect">
            <a:avLst/>
          </a:prstGeom>
          <a:noFill/>
        </p:spPr>
        <p:txBody>
          <a:bodyPr wrap="square" lIns="0" tIns="0" rIns="0" bIns="0" numCol="1" spcCol="118872" rtlCol="0">
            <a:spAutoFit/>
          </a:bodyPr>
          <a:lstStyle/>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Nothing in these materials is an offer to sell any of the components or devices referenced herein.</a:t>
            </a:r>
          </a:p>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 Qualcomm Technologies, Inc. and/or its affiliated companies. All Rights Reserved.</a:t>
            </a:r>
          </a:p>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Qualcomm</a:t>
            </a:r>
            <a:r>
              <a:rPr kumimoji="0" lang="zh-TW" alt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 </a:t>
            </a:r>
            <a:r>
              <a:rPr kumimoji="0" lang="en-US" altLang="zh-TW"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and</a:t>
            </a:r>
            <a:r>
              <a:rPr kumimoji="0" lang="zh-TW" alt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 </a:t>
            </a:r>
            <a:r>
              <a:rPr kumimoji="0" lang="en-US" altLang="zh-TW"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Snapdragon</a:t>
            </a:r>
            <a:r>
              <a:rPr kumimoji="0" lang="zh-TW" alt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 </a:t>
            </a:r>
            <a:r>
              <a:rPr kumimoji="0" lang="en-US" altLang="zh-TW"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are</a:t>
            </a:r>
            <a:r>
              <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 trademark</a:t>
            </a:r>
            <a:r>
              <a:rPr kumimoji="0" lang="en-US" altLang="zh-TW"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s</a:t>
            </a:r>
            <a:r>
              <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 or registered trademark</a:t>
            </a:r>
            <a:r>
              <a:rPr kumimoji="0" lang="en-US" altLang="zh-TW"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s</a:t>
            </a:r>
            <a:r>
              <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 of Qualcomm Incorporated. </a:t>
            </a:r>
            <a:br>
              <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br>
            <a:r>
              <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Other products and brand names may be trademarks or registered trademarks of their respective owners.</a:t>
            </a:r>
          </a:p>
          <a:p>
            <a:pPr marL="0" marR="0" lvl="0" indent="0" algn="l" defTabSz="914400" rtl="0" eaLnBrk="1" fontAlgn="auto" latinLnBrk="0" hangingPunct="1">
              <a:lnSpc>
                <a:spcPct val="100000"/>
              </a:lnSpc>
              <a:spcBef>
                <a:spcPts val="400"/>
              </a:spcBef>
              <a:spcAft>
                <a:spcPts val="0"/>
              </a:spcAft>
              <a:buClrTx/>
              <a:buSzTx/>
              <a:buFontTx/>
              <a:buNone/>
              <a:tabLst/>
              <a:defRPr/>
            </a:pPr>
            <a:endPar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endParaRPr>
          </a:p>
        </p:txBody>
      </p:sp>
      <p:sp>
        <p:nvSpPr>
          <p:cNvPr id="5" name="TextBox 4">
            <a:extLst>
              <a:ext uri="{FF2B5EF4-FFF2-40B4-BE49-F238E27FC236}">
                <a16:creationId xmlns:a16="http://schemas.microsoft.com/office/drawing/2014/main" id="{9AD3167D-B67D-2259-C2CB-D5F07DD61617}"/>
              </a:ext>
            </a:extLst>
          </p:cNvPr>
          <p:cNvSpPr txBox="1"/>
          <p:nvPr userDrawn="1"/>
        </p:nvSpPr>
        <p:spPr bwMode="gray">
          <a:xfrm>
            <a:off x="480927" y="4751064"/>
            <a:ext cx="4172353" cy="1002839"/>
          </a:xfrm>
          <a:prstGeom prst="rect">
            <a:avLst/>
          </a:prstGeom>
          <a:noFill/>
        </p:spPr>
        <p:txBody>
          <a:bodyPr wrap="square" lIns="0" tIns="0" rIns="0" bIns="0" numCol="1" spcCol="118872" rtlCol="0">
            <a:spAutoFit/>
          </a:bodyPr>
          <a:lstStyle/>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650" u="none" strike="noStrike" kern="1200" cap="none" spc="0" normalizeH="0" baseline="0" noProof="0">
                <a:ln>
                  <a:noFill/>
                </a:ln>
                <a:effectLst/>
                <a:uLnTx/>
                <a:uFillTx/>
                <a:latin typeface="Aptos" panose="020B0004020202020204" pitchFamily="34" charset="0"/>
                <a:ea typeface="Alfabet" pitchFamily="2" charset="0"/>
                <a:cs typeface="+mn-cs"/>
              </a:rPr>
              <a:t>References in this presentation to “Qualcomm” may mean Qualcomm Incorporated,</a:t>
            </a:r>
            <a:br>
              <a:rPr kumimoji="0" lang="en-US" sz="650" u="none" strike="noStrike" kern="1200" cap="none" spc="0" normalizeH="0" baseline="0" noProof="0">
                <a:ln>
                  <a:noFill/>
                </a:ln>
                <a:effectLst/>
                <a:uLnTx/>
                <a:uFillTx/>
                <a:latin typeface="Aptos" panose="020B0004020202020204" pitchFamily="34" charset="0"/>
                <a:ea typeface="Alfabet" pitchFamily="2" charset="0"/>
                <a:cs typeface="+mn-cs"/>
              </a:rPr>
            </a:br>
            <a:r>
              <a:rPr kumimoji="0" lang="en-US" sz="650" u="none" strike="noStrike" kern="1200" cap="none" spc="0" normalizeH="0" baseline="0" noProof="0">
                <a:ln>
                  <a:noFill/>
                </a:ln>
                <a:effectLst/>
                <a:uLnTx/>
                <a:uFillTx/>
                <a:latin typeface="Aptos" panose="020B0004020202020204" pitchFamily="34" charset="0"/>
                <a:ea typeface="Alfabet" pitchFamily="2" charset="0"/>
                <a:cs typeface="+mn-cs"/>
              </a:rPr>
              <a:t>Qualcomm Technologies, Inc., and/or other subsidiaries or business units within</a:t>
            </a:r>
            <a:br>
              <a:rPr kumimoji="0" lang="en-US" sz="650" u="none" strike="noStrike" kern="1200" cap="none" spc="0" normalizeH="0" baseline="0" noProof="0">
                <a:ln>
                  <a:noFill/>
                </a:ln>
                <a:effectLst/>
                <a:uLnTx/>
                <a:uFillTx/>
                <a:latin typeface="Aptos" panose="020B0004020202020204" pitchFamily="34" charset="0"/>
                <a:ea typeface="Alfabet" pitchFamily="2" charset="0"/>
                <a:cs typeface="+mn-cs"/>
              </a:rPr>
            </a:br>
            <a:r>
              <a:rPr kumimoji="0" lang="en-US" sz="650" u="none" strike="noStrike" kern="1200" cap="none" spc="0" normalizeH="0" baseline="0" noProof="0">
                <a:ln>
                  <a:noFill/>
                </a:ln>
                <a:effectLst/>
                <a:uLnTx/>
                <a:uFillTx/>
                <a:latin typeface="Aptos" panose="020B0004020202020204" pitchFamily="34" charset="0"/>
                <a:ea typeface="Alfabet" pitchFamily="2" charset="0"/>
                <a:cs typeface="+mn-cs"/>
              </a:rPr>
              <a:t>the Qualcomm corporate structure, as applicable. Qualcomm Incorporated includes our licensing business, QTL, and the vast majority of our patent portfolio. Qualcomm Technologies, Inc., a subsidiary of Qualcomm Incorporated, operates, along with its subsidiaries, substantially all of our engineering, research and development functions, and substantially all of our products and services businesses, including our QCT semiconductor business. </a:t>
            </a:r>
          </a:p>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650" u="none" strike="noStrike" kern="1200" cap="none" spc="0" normalizeH="0" baseline="0" noProof="0">
                <a:ln>
                  <a:noFill/>
                </a:ln>
                <a:effectLst/>
                <a:uLnTx/>
                <a:uFillTx/>
                <a:latin typeface="Aptos" panose="020B0004020202020204" pitchFamily="34" charset="0"/>
                <a:ea typeface="Alfabet" pitchFamily="2" charset="0"/>
                <a:cs typeface="+mn-cs"/>
              </a:rPr>
              <a:t>Snapdragon and Qualcomm branded products are products of Qualcomm Technologies, Inc. and/or its subsidiaries. Qualcomm patented technologies are licensed by Qualcomm Incorporated. </a:t>
            </a:r>
          </a:p>
          <a:p>
            <a:pPr marL="0" marR="0" lvl="0" indent="0" algn="l" defTabSz="914400" rtl="0" eaLnBrk="1" fontAlgn="auto" latinLnBrk="0" hangingPunct="1">
              <a:lnSpc>
                <a:spcPct val="100000"/>
              </a:lnSpc>
              <a:spcBef>
                <a:spcPts val="400"/>
              </a:spcBef>
              <a:spcAft>
                <a:spcPts val="0"/>
              </a:spcAft>
              <a:buClrTx/>
              <a:buSzTx/>
              <a:buFontTx/>
              <a:buNone/>
              <a:tabLst/>
              <a:defRPr/>
            </a:pPr>
            <a:endParaRPr kumimoji="0" lang="en-US" sz="650" u="none" strike="noStrike" kern="1200" cap="none" spc="0" normalizeH="0" baseline="0" noProof="0">
              <a:ln>
                <a:noFill/>
              </a:ln>
              <a:effectLst/>
              <a:uLnTx/>
              <a:uFillTx/>
              <a:latin typeface="Aptos" panose="020B0004020202020204" pitchFamily="34" charset="0"/>
              <a:ea typeface="Alfabet" pitchFamily="2" charset="0"/>
              <a:cs typeface="+mn-cs"/>
            </a:endParaRPr>
          </a:p>
        </p:txBody>
      </p:sp>
      <p:sp>
        <p:nvSpPr>
          <p:cNvPr id="6" name="TextBox 5">
            <a:extLst>
              <a:ext uri="{FF2B5EF4-FFF2-40B4-BE49-F238E27FC236}">
                <a16:creationId xmlns:a16="http://schemas.microsoft.com/office/drawing/2014/main" id="{D6733015-9BF4-02D9-2D5A-6B82CB5A8E11}"/>
              </a:ext>
            </a:extLst>
          </p:cNvPr>
          <p:cNvSpPr txBox="1"/>
          <p:nvPr userDrawn="1"/>
        </p:nvSpPr>
        <p:spPr bwMode="gray">
          <a:xfrm>
            <a:off x="481013" y="6100661"/>
            <a:ext cx="3127218" cy="150362"/>
          </a:xfrm>
          <a:prstGeom prst="rect">
            <a:avLst/>
          </a:prstGeom>
          <a:noFill/>
        </p:spPr>
        <p:txBody>
          <a:bodyPr wrap="square" lIns="0" tIns="0" rIns="0" bIns="0" rtlCol="0">
            <a:spAutoFit/>
          </a:bodyPr>
          <a:lstStyle/>
          <a:p>
            <a:pPr marL="0" marR="0" lvl="0" indent="0" algn="l" defTabSz="914400" rtl="0" eaLnBrk="1" fontAlgn="auto" latinLnBrk="0" hangingPunct="1">
              <a:lnSpc>
                <a:spcPct val="114000"/>
              </a:lnSpc>
              <a:spcBef>
                <a:spcPts val="0"/>
              </a:spcBef>
              <a:spcAft>
                <a:spcPts val="300"/>
              </a:spcAft>
              <a:buClrTx/>
              <a:buSzTx/>
              <a:buFontTx/>
              <a:buNone/>
              <a:tabLst/>
              <a:defRPr/>
            </a:pPr>
            <a:r>
              <a:rPr kumimoji="0" lang="en-US" sz="900" u="none" strike="noStrike" kern="1200" cap="none" spc="0" normalizeH="0" baseline="0" noProof="0">
                <a:ln>
                  <a:noFill/>
                </a:ln>
                <a:effectLst/>
                <a:uLnTx/>
                <a:uFillTx/>
                <a:latin typeface="Aptos" panose="020B0004020202020204" pitchFamily="34" charset="0"/>
                <a:ea typeface="Alfabet" pitchFamily="2" charset="0"/>
                <a:cs typeface="+mn-cs"/>
              </a:rPr>
              <a:t>Follow us on:</a:t>
            </a:r>
          </a:p>
        </p:txBody>
      </p:sp>
      <p:sp>
        <p:nvSpPr>
          <p:cNvPr id="7" name="TextBox 6">
            <a:extLst>
              <a:ext uri="{FF2B5EF4-FFF2-40B4-BE49-F238E27FC236}">
                <a16:creationId xmlns:a16="http://schemas.microsoft.com/office/drawing/2014/main" id="{CAFD8E40-2929-3D88-B76D-DD16806A308C}"/>
              </a:ext>
            </a:extLst>
          </p:cNvPr>
          <p:cNvSpPr txBox="1"/>
          <p:nvPr userDrawn="1"/>
        </p:nvSpPr>
        <p:spPr>
          <a:xfrm>
            <a:off x="389712" y="6209771"/>
            <a:ext cx="4184203" cy="242374"/>
          </a:xfrm>
          <a:prstGeom prst="rect">
            <a:avLst/>
          </a:prstGeom>
          <a:noFill/>
        </p:spPr>
        <p:txBody>
          <a:bodyPr wrap="square">
            <a:spAutoFit/>
          </a:bodyPr>
          <a:lstStyle/>
          <a:p>
            <a:pPr marL="0" marR="0" lvl="0" indent="0" algn="l" defTabSz="914400" rtl="0" eaLnBrk="1" fontAlgn="auto" latinLnBrk="0" hangingPunct="1">
              <a:lnSpc>
                <a:spcPct val="114000"/>
              </a:lnSpc>
              <a:spcBef>
                <a:spcPts val="0"/>
              </a:spcBef>
              <a:spcAft>
                <a:spcPts val="300"/>
              </a:spcAft>
              <a:buClrTx/>
              <a:buSzTx/>
              <a:buFontTx/>
              <a:buNone/>
              <a:tabLst/>
              <a:defRPr/>
            </a:pPr>
            <a:r>
              <a:rPr kumimoji="0" lang="en-US" sz="900" u="none" strike="noStrike" kern="1200" cap="none" spc="0" normalizeH="0" baseline="0" noProof="0">
                <a:ln>
                  <a:noFill/>
                </a:ln>
                <a:effectLst/>
                <a:uLnTx/>
                <a:uFillTx/>
                <a:latin typeface="Aptos" panose="020B0004020202020204" pitchFamily="34" charset="0"/>
                <a:ea typeface="Alfabet" pitchFamily="2" charset="0"/>
                <a:cs typeface="+mn-cs"/>
              </a:rPr>
              <a:t>For more information, visit us at </a:t>
            </a:r>
            <a:r>
              <a:rPr kumimoji="0" lang="en-US" sz="900" u="none" strike="noStrike" kern="1200" cap="none" spc="0" normalizeH="0" baseline="0" noProof="0" err="1">
                <a:ln>
                  <a:noFill/>
                </a:ln>
                <a:effectLst/>
                <a:uLnTx/>
                <a:uFillTx/>
                <a:latin typeface="Aptos" panose="020B0004020202020204" pitchFamily="34" charset="0"/>
                <a:ea typeface="Alfabet" pitchFamily="2" charset="0"/>
                <a:cs typeface="+mn-cs"/>
              </a:rPr>
              <a:t>qualcomm.com</a:t>
            </a:r>
            <a:r>
              <a:rPr kumimoji="0" lang="en-US" sz="900" u="none" strike="noStrike" kern="1200" cap="none" spc="0" normalizeH="0" baseline="0" noProof="0">
                <a:ln>
                  <a:noFill/>
                </a:ln>
                <a:effectLst/>
                <a:uLnTx/>
                <a:uFillTx/>
                <a:latin typeface="Aptos" panose="020B0004020202020204" pitchFamily="34" charset="0"/>
                <a:ea typeface="Alfabet" pitchFamily="2" charset="0"/>
                <a:cs typeface="+mn-cs"/>
              </a:rPr>
              <a:t> &amp; </a:t>
            </a:r>
            <a:r>
              <a:rPr kumimoji="0" lang="en-US" sz="900" u="none" strike="noStrike" kern="1200" cap="none" spc="0" normalizeH="0" baseline="0" noProof="0" err="1">
                <a:ln>
                  <a:noFill/>
                </a:ln>
                <a:effectLst/>
                <a:uLnTx/>
                <a:uFillTx/>
                <a:latin typeface="Aptos" panose="020B0004020202020204" pitchFamily="34" charset="0"/>
                <a:ea typeface="Alfabet" pitchFamily="2" charset="0"/>
                <a:cs typeface="+mn-cs"/>
              </a:rPr>
              <a:t>qualcomm.com</a:t>
            </a:r>
            <a:r>
              <a:rPr kumimoji="0" lang="en-US" sz="900" u="none" strike="noStrike" kern="1200" cap="none" spc="0" normalizeH="0" baseline="0" noProof="0">
                <a:ln>
                  <a:noFill/>
                </a:ln>
                <a:effectLst/>
                <a:uLnTx/>
                <a:uFillTx/>
                <a:latin typeface="Aptos" panose="020B0004020202020204" pitchFamily="34" charset="0"/>
                <a:ea typeface="Alfabet" pitchFamily="2" charset="0"/>
                <a:cs typeface="+mn-cs"/>
              </a:rPr>
              <a:t>/blog</a:t>
            </a:r>
          </a:p>
        </p:txBody>
      </p:sp>
      <p:grpSp>
        <p:nvGrpSpPr>
          <p:cNvPr id="8" name="Group 7">
            <a:extLst>
              <a:ext uri="{FF2B5EF4-FFF2-40B4-BE49-F238E27FC236}">
                <a16:creationId xmlns:a16="http://schemas.microsoft.com/office/drawing/2014/main" id="{DC2BA5B9-32D0-B4D3-31C5-940933363930}"/>
              </a:ext>
            </a:extLst>
          </p:cNvPr>
          <p:cNvGrpSpPr/>
          <p:nvPr userDrawn="1"/>
        </p:nvGrpSpPr>
        <p:grpSpPr>
          <a:xfrm>
            <a:off x="1205032" y="6126885"/>
            <a:ext cx="817893" cy="93682"/>
            <a:chOff x="1300130" y="6126885"/>
            <a:chExt cx="817893" cy="93682"/>
          </a:xfrm>
        </p:grpSpPr>
        <p:grpSp>
          <p:nvGrpSpPr>
            <p:cNvPr id="9" name="Group 5">
              <a:extLst>
                <a:ext uri="{FF2B5EF4-FFF2-40B4-BE49-F238E27FC236}">
                  <a16:creationId xmlns:a16="http://schemas.microsoft.com/office/drawing/2014/main" id="{3BF5268F-6D68-1917-4372-D995E148B3D8}"/>
                </a:ext>
              </a:extLst>
            </p:cNvPr>
            <p:cNvGrpSpPr>
              <a:grpSpLocks noChangeAspect="1"/>
            </p:cNvGrpSpPr>
            <p:nvPr/>
          </p:nvGrpSpPr>
          <p:grpSpPr bwMode="gray">
            <a:xfrm>
              <a:off x="1300130" y="6126885"/>
              <a:ext cx="94798" cy="93682"/>
              <a:chOff x="3331" y="1656"/>
              <a:chExt cx="1020" cy="1008"/>
            </a:xfrm>
            <a:solidFill>
              <a:schemeClr val="tx1"/>
            </a:solidFill>
          </p:grpSpPr>
          <p:sp>
            <p:nvSpPr>
              <p:cNvPr id="17" name="Freeform 6">
                <a:extLst>
                  <a:ext uri="{FF2B5EF4-FFF2-40B4-BE49-F238E27FC236}">
                    <a16:creationId xmlns:a16="http://schemas.microsoft.com/office/drawing/2014/main" id="{3B4391A0-4D50-9169-D3E1-D5541F0F6095}"/>
                  </a:ext>
                </a:extLst>
              </p:cNvPr>
              <p:cNvSpPr>
                <a:spLocks noEditPoints="1"/>
              </p:cNvSpPr>
              <p:nvPr/>
            </p:nvSpPr>
            <p:spPr bwMode="gray">
              <a:xfrm>
                <a:off x="3331" y="1656"/>
                <a:ext cx="232" cy="1008"/>
              </a:xfrm>
              <a:custGeom>
                <a:avLst/>
                <a:gdLst>
                  <a:gd name="T0" fmla="*/ 98 w 98"/>
                  <a:gd name="T1" fmla="*/ 46 h 427"/>
                  <a:gd name="T2" fmla="*/ 48 w 98"/>
                  <a:gd name="T3" fmla="*/ 92 h 427"/>
                  <a:gd name="T4" fmla="*/ 0 w 98"/>
                  <a:gd name="T5" fmla="*/ 46 h 427"/>
                  <a:gd name="T6" fmla="*/ 49 w 98"/>
                  <a:gd name="T7" fmla="*/ 0 h 427"/>
                  <a:gd name="T8" fmla="*/ 98 w 98"/>
                  <a:gd name="T9" fmla="*/ 46 h 427"/>
                  <a:gd name="T10" fmla="*/ 2 w 98"/>
                  <a:gd name="T11" fmla="*/ 427 h 427"/>
                  <a:gd name="T12" fmla="*/ 2 w 98"/>
                  <a:gd name="T13" fmla="*/ 129 h 427"/>
                  <a:gd name="T14" fmla="*/ 95 w 98"/>
                  <a:gd name="T15" fmla="*/ 129 h 427"/>
                  <a:gd name="T16" fmla="*/ 95 w 98"/>
                  <a:gd name="T17" fmla="*/ 427 h 427"/>
                  <a:gd name="T18" fmla="*/ 2 w 98"/>
                  <a:gd name="T19" fmla="*/ 427 h 4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8" h="427">
                    <a:moveTo>
                      <a:pt x="98" y="46"/>
                    </a:moveTo>
                    <a:cubicBezTo>
                      <a:pt x="98" y="72"/>
                      <a:pt x="79" y="92"/>
                      <a:pt x="48" y="92"/>
                    </a:cubicBezTo>
                    <a:cubicBezTo>
                      <a:pt x="18" y="92"/>
                      <a:pt x="0" y="72"/>
                      <a:pt x="0" y="46"/>
                    </a:cubicBezTo>
                    <a:cubicBezTo>
                      <a:pt x="0" y="20"/>
                      <a:pt x="19" y="0"/>
                      <a:pt x="49" y="0"/>
                    </a:cubicBezTo>
                    <a:cubicBezTo>
                      <a:pt x="79" y="0"/>
                      <a:pt x="97" y="20"/>
                      <a:pt x="98" y="46"/>
                    </a:cubicBezTo>
                    <a:close/>
                    <a:moveTo>
                      <a:pt x="2" y="427"/>
                    </a:moveTo>
                    <a:cubicBezTo>
                      <a:pt x="2" y="129"/>
                      <a:pt x="2" y="129"/>
                      <a:pt x="2" y="129"/>
                    </a:cubicBezTo>
                    <a:cubicBezTo>
                      <a:pt x="95" y="129"/>
                      <a:pt x="95" y="129"/>
                      <a:pt x="95" y="129"/>
                    </a:cubicBezTo>
                    <a:cubicBezTo>
                      <a:pt x="95" y="427"/>
                      <a:pt x="95" y="427"/>
                      <a:pt x="95" y="427"/>
                    </a:cubicBezTo>
                    <a:lnTo>
                      <a:pt x="2" y="4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u="none" strike="noStrike" kern="0" cap="none" spc="0" normalizeH="0" baseline="0" noProof="0">
                  <a:ln>
                    <a:noFill/>
                  </a:ln>
                  <a:effectLst/>
                  <a:uLnTx/>
                  <a:uFillTx/>
                  <a:latin typeface="Aptos" panose="020B0004020202020204" pitchFamily="34" charset="0"/>
                  <a:ea typeface="Alfabet" pitchFamily="2" charset="0"/>
                  <a:cs typeface="+mn-cs"/>
                </a:endParaRPr>
              </a:p>
            </p:txBody>
          </p:sp>
          <p:sp>
            <p:nvSpPr>
              <p:cNvPr id="18" name="Freeform 7">
                <a:extLst>
                  <a:ext uri="{FF2B5EF4-FFF2-40B4-BE49-F238E27FC236}">
                    <a16:creationId xmlns:a16="http://schemas.microsoft.com/office/drawing/2014/main" id="{40BEAF68-D3D4-D207-309D-6001397EE346}"/>
                  </a:ext>
                </a:extLst>
              </p:cNvPr>
              <p:cNvSpPr>
                <a:spLocks/>
              </p:cNvSpPr>
              <p:nvPr/>
            </p:nvSpPr>
            <p:spPr bwMode="gray">
              <a:xfrm>
                <a:off x="3681" y="1944"/>
                <a:ext cx="670" cy="720"/>
              </a:xfrm>
              <a:custGeom>
                <a:avLst/>
                <a:gdLst>
                  <a:gd name="T0" fmla="*/ 2 w 284"/>
                  <a:gd name="T1" fmla="*/ 102 h 305"/>
                  <a:gd name="T2" fmla="*/ 0 w 284"/>
                  <a:gd name="T3" fmla="*/ 7 h 305"/>
                  <a:gd name="T4" fmla="*/ 80 w 284"/>
                  <a:gd name="T5" fmla="*/ 7 h 305"/>
                  <a:gd name="T6" fmla="*/ 84 w 284"/>
                  <a:gd name="T7" fmla="*/ 48 h 305"/>
                  <a:gd name="T8" fmla="*/ 86 w 284"/>
                  <a:gd name="T9" fmla="*/ 48 h 305"/>
                  <a:gd name="T10" fmla="*/ 178 w 284"/>
                  <a:gd name="T11" fmla="*/ 0 h 305"/>
                  <a:gd name="T12" fmla="*/ 284 w 284"/>
                  <a:gd name="T13" fmla="*/ 129 h 305"/>
                  <a:gd name="T14" fmla="*/ 284 w 284"/>
                  <a:gd name="T15" fmla="*/ 305 h 305"/>
                  <a:gd name="T16" fmla="*/ 192 w 284"/>
                  <a:gd name="T17" fmla="*/ 305 h 305"/>
                  <a:gd name="T18" fmla="*/ 192 w 284"/>
                  <a:gd name="T19" fmla="*/ 140 h 305"/>
                  <a:gd name="T20" fmla="*/ 145 w 284"/>
                  <a:gd name="T21" fmla="*/ 75 h 305"/>
                  <a:gd name="T22" fmla="*/ 98 w 284"/>
                  <a:gd name="T23" fmla="*/ 110 h 305"/>
                  <a:gd name="T24" fmla="*/ 94 w 284"/>
                  <a:gd name="T25" fmla="*/ 133 h 305"/>
                  <a:gd name="T26" fmla="*/ 94 w 284"/>
                  <a:gd name="T27" fmla="*/ 305 h 305"/>
                  <a:gd name="T28" fmla="*/ 2 w 284"/>
                  <a:gd name="T29" fmla="*/ 305 h 305"/>
                  <a:gd name="T30" fmla="*/ 2 w 284"/>
                  <a:gd name="T31" fmla="*/ 102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4" h="305">
                    <a:moveTo>
                      <a:pt x="2" y="102"/>
                    </a:moveTo>
                    <a:cubicBezTo>
                      <a:pt x="2" y="65"/>
                      <a:pt x="1" y="34"/>
                      <a:pt x="0" y="7"/>
                    </a:cubicBezTo>
                    <a:cubicBezTo>
                      <a:pt x="80" y="7"/>
                      <a:pt x="80" y="7"/>
                      <a:pt x="80" y="7"/>
                    </a:cubicBezTo>
                    <a:cubicBezTo>
                      <a:pt x="84" y="48"/>
                      <a:pt x="84" y="48"/>
                      <a:pt x="84" y="48"/>
                    </a:cubicBezTo>
                    <a:cubicBezTo>
                      <a:pt x="86" y="48"/>
                      <a:pt x="86" y="48"/>
                      <a:pt x="86" y="48"/>
                    </a:cubicBezTo>
                    <a:cubicBezTo>
                      <a:pt x="98" y="29"/>
                      <a:pt x="128" y="0"/>
                      <a:pt x="178" y="0"/>
                    </a:cubicBezTo>
                    <a:cubicBezTo>
                      <a:pt x="239" y="0"/>
                      <a:pt x="284" y="41"/>
                      <a:pt x="284" y="129"/>
                    </a:cubicBezTo>
                    <a:cubicBezTo>
                      <a:pt x="284" y="305"/>
                      <a:pt x="284" y="305"/>
                      <a:pt x="284" y="305"/>
                    </a:cubicBezTo>
                    <a:cubicBezTo>
                      <a:pt x="192" y="305"/>
                      <a:pt x="192" y="305"/>
                      <a:pt x="192" y="305"/>
                    </a:cubicBezTo>
                    <a:cubicBezTo>
                      <a:pt x="192" y="140"/>
                      <a:pt x="192" y="140"/>
                      <a:pt x="192" y="140"/>
                    </a:cubicBezTo>
                    <a:cubicBezTo>
                      <a:pt x="192" y="101"/>
                      <a:pt x="178" y="75"/>
                      <a:pt x="145" y="75"/>
                    </a:cubicBezTo>
                    <a:cubicBezTo>
                      <a:pt x="119" y="75"/>
                      <a:pt x="104" y="93"/>
                      <a:pt x="98" y="110"/>
                    </a:cubicBezTo>
                    <a:cubicBezTo>
                      <a:pt x="95" y="116"/>
                      <a:pt x="94" y="124"/>
                      <a:pt x="94" y="133"/>
                    </a:cubicBezTo>
                    <a:cubicBezTo>
                      <a:pt x="94" y="305"/>
                      <a:pt x="94" y="305"/>
                      <a:pt x="94" y="305"/>
                    </a:cubicBezTo>
                    <a:cubicBezTo>
                      <a:pt x="2" y="305"/>
                      <a:pt x="2" y="305"/>
                      <a:pt x="2" y="305"/>
                    </a:cubicBezTo>
                    <a:lnTo>
                      <a:pt x="2"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u="none" strike="noStrike" kern="0" cap="none" spc="0" normalizeH="0" baseline="0" noProof="0">
                  <a:ln>
                    <a:noFill/>
                  </a:ln>
                  <a:effectLst/>
                  <a:uLnTx/>
                  <a:uFillTx/>
                  <a:latin typeface="Aptos" panose="020B0004020202020204" pitchFamily="34" charset="0"/>
                  <a:ea typeface="Alfabet" pitchFamily="2" charset="0"/>
                  <a:cs typeface="+mn-cs"/>
                </a:endParaRPr>
              </a:p>
            </p:txBody>
          </p:sp>
        </p:grpSp>
        <p:grpSp>
          <p:nvGrpSpPr>
            <p:cNvPr id="10" name="Group 4">
              <a:extLst>
                <a:ext uri="{FF2B5EF4-FFF2-40B4-BE49-F238E27FC236}">
                  <a16:creationId xmlns:a16="http://schemas.microsoft.com/office/drawing/2014/main" id="{274B1A01-2610-8398-DC38-5F6C0A50AF64}"/>
                </a:ext>
              </a:extLst>
            </p:cNvPr>
            <p:cNvGrpSpPr>
              <a:grpSpLocks noChangeAspect="1"/>
            </p:cNvGrpSpPr>
            <p:nvPr/>
          </p:nvGrpSpPr>
          <p:grpSpPr bwMode="auto">
            <a:xfrm>
              <a:off x="1640695" y="6127230"/>
              <a:ext cx="92914" cy="92992"/>
              <a:chOff x="2653" y="972"/>
              <a:chExt cx="2372" cy="2374"/>
            </a:xfrm>
            <a:solidFill>
              <a:schemeClr val="tx1"/>
            </a:solidFill>
          </p:grpSpPr>
          <p:sp>
            <p:nvSpPr>
              <p:cNvPr id="14" name="Freeform 5">
                <a:extLst>
                  <a:ext uri="{FF2B5EF4-FFF2-40B4-BE49-F238E27FC236}">
                    <a16:creationId xmlns:a16="http://schemas.microsoft.com/office/drawing/2014/main" id="{68802D42-C0F1-DAF9-8B74-77C13FA40FE6}"/>
                  </a:ext>
                </a:extLst>
              </p:cNvPr>
              <p:cNvSpPr>
                <a:spLocks noEditPoints="1"/>
              </p:cNvSpPr>
              <p:nvPr userDrawn="1"/>
            </p:nvSpPr>
            <p:spPr bwMode="auto">
              <a:xfrm>
                <a:off x="2653" y="972"/>
                <a:ext cx="2372" cy="2374"/>
              </a:xfrm>
              <a:custGeom>
                <a:avLst/>
                <a:gdLst>
                  <a:gd name="T0" fmla="*/ 1008 w 2016"/>
                  <a:gd name="T1" fmla="*/ 182 h 2016"/>
                  <a:gd name="T2" fmla="*/ 1415 w 2016"/>
                  <a:gd name="T3" fmla="*/ 188 h 2016"/>
                  <a:gd name="T4" fmla="*/ 1602 w 2016"/>
                  <a:gd name="T5" fmla="*/ 222 h 2016"/>
                  <a:gd name="T6" fmla="*/ 1718 w 2016"/>
                  <a:gd name="T7" fmla="*/ 298 h 2016"/>
                  <a:gd name="T8" fmla="*/ 1794 w 2016"/>
                  <a:gd name="T9" fmla="*/ 414 h 2016"/>
                  <a:gd name="T10" fmla="*/ 1828 w 2016"/>
                  <a:gd name="T11" fmla="*/ 601 h 2016"/>
                  <a:gd name="T12" fmla="*/ 1834 w 2016"/>
                  <a:gd name="T13" fmla="*/ 1008 h 2016"/>
                  <a:gd name="T14" fmla="*/ 1828 w 2016"/>
                  <a:gd name="T15" fmla="*/ 1415 h 2016"/>
                  <a:gd name="T16" fmla="*/ 1794 w 2016"/>
                  <a:gd name="T17" fmla="*/ 1602 h 2016"/>
                  <a:gd name="T18" fmla="*/ 1718 w 2016"/>
                  <a:gd name="T19" fmla="*/ 1718 h 2016"/>
                  <a:gd name="T20" fmla="*/ 1602 w 2016"/>
                  <a:gd name="T21" fmla="*/ 1794 h 2016"/>
                  <a:gd name="T22" fmla="*/ 1415 w 2016"/>
                  <a:gd name="T23" fmla="*/ 1828 h 2016"/>
                  <a:gd name="T24" fmla="*/ 1008 w 2016"/>
                  <a:gd name="T25" fmla="*/ 1834 h 2016"/>
                  <a:gd name="T26" fmla="*/ 601 w 2016"/>
                  <a:gd name="T27" fmla="*/ 1828 h 2016"/>
                  <a:gd name="T28" fmla="*/ 414 w 2016"/>
                  <a:gd name="T29" fmla="*/ 1794 h 2016"/>
                  <a:gd name="T30" fmla="*/ 298 w 2016"/>
                  <a:gd name="T31" fmla="*/ 1718 h 2016"/>
                  <a:gd name="T32" fmla="*/ 222 w 2016"/>
                  <a:gd name="T33" fmla="*/ 1602 h 2016"/>
                  <a:gd name="T34" fmla="*/ 188 w 2016"/>
                  <a:gd name="T35" fmla="*/ 1415 h 2016"/>
                  <a:gd name="T36" fmla="*/ 182 w 2016"/>
                  <a:gd name="T37" fmla="*/ 1008 h 2016"/>
                  <a:gd name="T38" fmla="*/ 188 w 2016"/>
                  <a:gd name="T39" fmla="*/ 601 h 2016"/>
                  <a:gd name="T40" fmla="*/ 222 w 2016"/>
                  <a:gd name="T41" fmla="*/ 414 h 2016"/>
                  <a:gd name="T42" fmla="*/ 298 w 2016"/>
                  <a:gd name="T43" fmla="*/ 298 h 2016"/>
                  <a:gd name="T44" fmla="*/ 414 w 2016"/>
                  <a:gd name="T45" fmla="*/ 222 h 2016"/>
                  <a:gd name="T46" fmla="*/ 601 w 2016"/>
                  <a:gd name="T47" fmla="*/ 188 h 2016"/>
                  <a:gd name="T48" fmla="*/ 1008 w 2016"/>
                  <a:gd name="T49" fmla="*/ 182 h 2016"/>
                  <a:gd name="T50" fmla="*/ 1008 w 2016"/>
                  <a:gd name="T51" fmla="*/ 0 h 2016"/>
                  <a:gd name="T52" fmla="*/ 593 w 2016"/>
                  <a:gd name="T53" fmla="*/ 6 h 2016"/>
                  <a:gd name="T54" fmla="*/ 348 w 2016"/>
                  <a:gd name="T55" fmla="*/ 53 h 2016"/>
                  <a:gd name="T56" fmla="*/ 169 w 2016"/>
                  <a:gd name="T57" fmla="*/ 169 h 2016"/>
                  <a:gd name="T58" fmla="*/ 53 w 2016"/>
                  <a:gd name="T59" fmla="*/ 348 h 2016"/>
                  <a:gd name="T60" fmla="*/ 6 w 2016"/>
                  <a:gd name="T61" fmla="*/ 593 h 2016"/>
                  <a:gd name="T62" fmla="*/ 0 w 2016"/>
                  <a:gd name="T63" fmla="*/ 1008 h 2016"/>
                  <a:gd name="T64" fmla="*/ 6 w 2016"/>
                  <a:gd name="T65" fmla="*/ 1423 h 2016"/>
                  <a:gd name="T66" fmla="*/ 53 w 2016"/>
                  <a:gd name="T67" fmla="*/ 1668 h 2016"/>
                  <a:gd name="T68" fmla="*/ 169 w 2016"/>
                  <a:gd name="T69" fmla="*/ 1847 h 2016"/>
                  <a:gd name="T70" fmla="*/ 348 w 2016"/>
                  <a:gd name="T71" fmla="*/ 1963 h 2016"/>
                  <a:gd name="T72" fmla="*/ 593 w 2016"/>
                  <a:gd name="T73" fmla="*/ 2010 h 2016"/>
                  <a:gd name="T74" fmla="*/ 1008 w 2016"/>
                  <a:gd name="T75" fmla="*/ 2016 h 2016"/>
                  <a:gd name="T76" fmla="*/ 1423 w 2016"/>
                  <a:gd name="T77" fmla="*/ 2010 h 2016"/>
                  <a:gd name="T78" fmla="*/ 1668 w 2016"/>
                  <a:gd name="T79" fmla="*/ 1963 h 2016"/>
                  <a:gd name="T80" fmla="*/ 1847 w 2016"/>
                  <a:gd name="T81" fmla="*/ 1847 h 2016"/>
                  <a:gd name="T82" fmla="*/ 1963 w 2016"/>
                  <a:gd name="T83" fmla="*/ 1668 h 2016"/>
                  <a:gd name="T84" fmla="*/ 2010 w 2016"/>
                  <a:gd name="T85" fmla="*/ 1423 h 2016"/>
                  <a:gd name="T86" fmla="*/ 2016 w 2016"/>
                  <a:gd name="T87" fmla="*/ 1008 h 2016"/>
                  <a:gd name="T88" fmla="*/ 2010 w 2016"/>
                  <a:gd name="T89" fmla="*/ 593 h 2016"/>
                  <a:gd name="T90" fmla="*/ 1963 w 2016"/>
                  <a:gd name="T91" fmla="*/ 348 h 2016"/>
                  <a:gd name="T92" fmla="*/ 1847 w 2016"/>
                  <a:gd name="T93" fmla="*/ 169 h 2016"/>
                  <a:gd name="T94" fmla="*/ 1668 w 2016"/>
                  <a:gd name="T95" fmla="*/ 53 h 2016"/>
                  <a:gd name="T96" fmla="*/ 1423 w 2016"/>
                  <a:gd name="T97" fmla="*/ 6 h 2016"/>
                  <a:gd name="T98" fmla="*/ 1008 w 2016"/>
                  <a:gd name="T99" fmla="*/ 0 h 20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16" h="2016">
                    <a:moveTo>
                      <a:pt x="1008" y="182"/>
                    </a:moveTo>
                    <a:cubicBezTo>
                      <a:pt x="1277" y="182"/>
                      <a:pt x="1309" y="183"/>
                      <a:pt x="1415" y="188"/>
                    </a:cubicBezTo>
                    <a:cubicBezTo>
                      <a:pt x="1513" y="192"/>
                      <a:pt x="1567" y="209"/>
                      <a:pt x="1602" y="222"/>
                    </a:cubicBezTo>
                    <a:cubicBezTo>
                      <a:pt x="1649" y="241"/>
                      <a:pt x="1683" y="263"/>
                      <a:pt x="1718" y="298"/>
                    </a:cubicBezTo>
                    <a:cubicBezTo>
                      <a:pt x="1753" y="333"/>
                      <a:pt x="1775" y="367"/>
                      <a:pt x="1794" y="414"/>
                    </a:cubicBezTo>
                    <a:cubicBezTo>
                      <a:pt x="1807" y="449"/>
                      <a:pt x="1824" y="503"/>
                      <a:pt x="1828" y="601"/>
                    </a:cubicBezTo>
                    <a:cubicBezTo>
                      <a:pt x="1833" y="707"/>
                      <a:pt x="1834" y="739"/>
                      <a:pt x="1834" y="1008"/>
                    </a:cubicBezTo>
                    <a:cubicBezTo>
                      <a:pt x="1834" y="1277"/>
                      <a:pt x="1833" y="1309"/>
                      <a:pt x="1828" y="1415"/>
                    </a:cubicBezTo>
                    <a:cubicBezTo>
                      <a:pt x="1824" y="1513"/>
                      <a:pt x="1807" y="1567"/>
                      <a:pt x="1794" y="1602"/>
                    </a:cubicBezTo>
                    <a:cubicBezTo>
                      <a:pt x="1775" y="1649"/>
                      <a:pt x="1753" y="1683"/>
                      <a:pt x="1718" y="1718"/>
                    </a:cubicBezTo>
                    <a:cubicBezTo>
                      <a:pt x="1683" y="1753"/>
                      <a:pt x="1649" y="1775"/>
                      <a:pt x="1602" y="1794"/>
                    </a:cubicBezTo>
                    <a:cubicBezTo>
                      <a:pt x="1567" y="1807"/>
                      <a:pt x="1513" y="1824"/>
                      <a:pt x="1415" y="1828"/>
                    </a:cubicBezTo>
                    <a:cubicBezTo>
                      <a:pt x="1309" y="1833"/>
                      <a:pt x="1277" y="1834"/>
                      <a:pt x="1008" y="1834"/>
                    </a:cubicBezTo>
                    <a:cubicBezTo>
                      <a:pt x="739" y="1834"/>
                      <a:pt x="707" y="1833"/>
                      <a:pt x="601" y="1828"/>
                    </a:cubicBezTo>
                    <a:cubicBezTo>
                      <a:pt x="503" y="1824"/>
                      <a:pt x="449" y="1807"/>
                      <a:pt x="414" y="1794"/>
                    </a:cubicBezTo>
                    <a:cubicBezTo>
                      <a:pt x="367" y="1775"/>
                      <a:pt x="333" y="1753"/>
                      <a:pt x="298" y="1718"/>
                    </a:cubicBezTo>
                    <a:cubicBezTo>
                      <a:pt x="263" y="1683"/>
                      <a:pt x="241" y="1649"/>
                      <a:pt x="222" y="1602"/>
                    </a:cubicBezTo>
                    <a:cubicBezTo>
                      <a:pt x="209" y="1567"/>
                      <a:pt x="192" y="1513"/>
                      <a:pt x="188" y="1415"/>
                    </a:cubicBezTo>
                    <a:cubicBezTo>
                      <a:pt x="183" y="1309"/>
                      <a:pt x="182" y="1277"/>
                      <a:pt x="182" y="1008"/>
                    </a:cubicBezTo>
                    <a:cubicBezTo>
                      <a:pt x="182" y="739"/>
                      <a:pt x="183" y="707"/>
                      <a:pt x="188" y="601"/>
                    </a:cubicBezTo>
                    <a:cubicBezTo>
                      <a:pt x="192" y="503"/>
                      <a:pt x="209" y="449"/>
                      <a:pt x="222" y="414"/>
                    </a:cubicBezTo>
                    <a:cubicBezTo>
                      <a:pt x="241" y="367"/>
                      <a:pt x="263" y="333"/>
                      <a:pt x="298" y="298"/>
                    </a:cubicBezTo>
                    <a:cubicBezTo>
                      <a:pt x="333" y="263"/>
                      <a:pt x="367" y="241"/>
                      <a:pt x="414" y="222"/>
                    </a:cubicBezTo>
                    <a:cubicBezTo>
                      <a:pt x="449" y="209"/>
                      <a:pt x="503" y="192"/>
                      <a:pt x="601" y="188"/>
                    </a:cubicBezTo>
                    <a:cubicBezTo>
                      <a:pt x="707" y="183"/>
                      <a:pt x="739" y="182"/>
                      <a:pt x="1008" y="182"/>
                    </a:cubicBezTo>
                    <a:moveTo>
                      <a:pt x="1008" y="0"/>
                    </a:moveTo>
                    <a:cubicBezTo>
                      <a:pt x="734" y="0"/>
                      <a:pt x="700" y="1"/>
                      <a:pt x="593" y="6"/>
                    </a:cubicBezTo>
                    <a:cubicBezTo>
                      <a:pt x="485" y="11"/>
                      <a:pt x="412" y="28"/>
                      <a:pt x="348" y="53"/>
                    </a:cubicBezTo>
                    <a:cubicBezTo>
                      <a:pt x="282" y="79"/>
                      <a:pt x="225" y="113"/>
                      <a:pt x="169" y="169"/>
                    </a:cubicBezTo>
                    <a:cubicBezTo>
                      <a:pt x="113" y="225"/>
                      <a:pt x="79" y="282"/>
                      <a:pt x="53" y="348"/>
                    </a:cubicBezTo>
                    <a:cubicBezTo>
                      <a:pt x="28" y="412"/>
                      <a:pt x="11" y="485"/>
                      <a:pt x="6" y="593"/>
                    </a:cubicBezTo>
                    <a:cubicBezTo>
                      <a:pt x="1" y="700"/>
                      <a:pt x="0" y="734"/>
                      <a:pt x="0" y="1008"/>
                    </a:cubicBezTo>
                    <a:cubicBezTo>
                      <a:pt x="0" y="1282"/>
                      <a:pt x="1" y="1316"/>
                      <a:pt x="6" y="1423"/>
                    </a:cubicBezTo>
                    <a:cubicBezTo>
                      <a:pt x="11" y="1531"/>
                      <a:pt x="28" y="1604"/>
                      <a:pt x="53" y="1668"/>
                    </a:cubicBezTo>
                    <a:cubicBezTo>
                      <a:pt x="79" y="1734"/>
                      <a:pt x="113" y="1791"/>
                      <a:pt x="169" y="1847"/>
                    </a:cubicBezTo>
                    <a:cubicBezTo>
                      <a:pt x="225" y="1903"/>
                      <a:pt x="282" y="1937"/>
                      <a:pt x="348" y="1963"/>
                    </a:cubicBezTo>
                    <a:cubicBezTo>
                      <a:pt x="412" y="1988"/>
                      <a:pt x="485" y="2005"/>
                      <a:pt x="593" y="2010"/>
                    </a:cubicBezTo>
                    <a:cubicBezTo>
                      <a:pt x="700" y="2015"/>
                      <a:pt x="734" y="2016"/>
                      <a:pt x="1008" y="2016"/>
                    </a:cubicBezTo>
                    <a:cubicBezTo>
                      <a:pt x="1282" y="2016"/>
                      <a:pt x="1316" y="2015"/>
                      <a:pt x="1423" y="2010"/>
                    </a:cubicBezTo>
                    <a:cubicBezTo>
                      <a:pt x="1531" y="2005"/>
                      <a:pt x="1604" y="1988"/>
                      <a:pt x="1668" y="1963"/>
                    </a:cubicBezTo>
                    <a:cubicBezTo>
                      <a:pt x="1734" y="1937"/>
                      <a:pt x="1791" y="1903"/>
                      <a:pt x="1847" y="1847"/>
                    </a:cubicBezTo>
                    <a:cubicBezTo>
                      <a:pt x="1903" y="1791"/>
                      <a:pt x="1937" y="1734"/>
                      <a:pt x="1963" y="1668"/>
                    </a:cubicBezTo>
                    <a:cubicBezTo>
                      <a:pt x="1988" y="1604"/>
                      <a:pt x="2005" y="1531"/>
                      <a:pt x="2010" y="1423"/>
                    </a:cubicBezTo>
                    <a:cubicBezTo>
                      <a:pt x="2015" y="1316"/>
                      <a:pt x="2016" y="1282"/>
                      <a:pt x="2016" y="1008"/>
                    </a:cubicBezTo>
                    <a:cubicBezTo>
                      <a:pt x="2016" y="734"/>
                      <a:pt x="2015" y="700"/>
                      <a:pt x="2010" y="593"/>
                    </a:cubicBezTo>
                    <a:cubicBezTo>
                      <a:pt x="2005" y="485"/>
                      <a:pt x="1988" y="412"/>
                      <a:pt x="1963" y="348"/>
                    </a:cubicBezTo>
                    <a:cubicBezTo>
                      <a:pt x="1937" y="282"/>
                      <a:pt x="1903" y="225"/>
                      <a:pt x="1847" y="169"/>
                    </a:cubicBezTo>
                    <a:cubicBezTo>
                      <a:pt x="1791" y="113"/>
                      <a:pt x="1734" y="79"/>
                      <a:pt x="1668" y="53"/>
                    </a:cubicBezTo>
                    <a:cubicBezTo>
                      <a:pt x="1604" y="28"/>
                      <a:pt x="1531" y="11"/>
                      <a:pt x="1423" y="6"/>
                    </a:cubicBezTo>
                    <a:cubicBezTo>
                      <a:pt x="1316" y="1"/>
                      <a:pt x="1282" y="0"/>
                      <a:pt x="100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latin typeface="Aptos" panose="020B0004020202020204" pitchFamily="34" charset="0"/>
                  <a:ea typeface="Alfabet" pitchFamily="2" charset="0"/>
                </a:endParaRPr>
              </a:p>
            </p:txBody>
          </p:sp>
          <p:sp>
            <p:nvSpPr>
              <p:cNvPr id="15" name="Freeform 6">
                <a:extLst>
                  <a:ext uri="{FF2B5EF4-FFF2-40B4-BE49-F238E27FC236}">
                    <a16:creationId xmlns:a16="http://schemas.microsoft.com/office/drawing/2014/main" id="{511AB5E8-AF45-535E-DBEE-21EA3AA4AC1B}"/>
                  </a:ext>
                </a:extLst>
              </p:cNvPr>
              <p:cNvSpPr>
                <a:spLocks noEditPoints="1"/>
              </p:cNvSpPr>
              <p:nvPr userDrawn="1"/>
            </p:nvSpPr>
            <p:spPr bwMode="auto">
              <a:xfrm>
                <a:off x="3231" y="1550"/>
                <a:ext cx="1216" cy="1218"/>
              </a:xfrm>
              <a:custGeom>
                <a:avLst/>
                <a:gdLst>
                  <a:gd name="T0" fmla="*/ 517 w 1034"/>
                  <a:gd name="T1" fmla="*/ 0 h 1034"/>
                  <a:gd name="T2" fmla="*/ 0 w 1034"/>
                  <a:gd name="T3" fmla="*/ 517 h 1034"/>
                  <a:gd name="T4" fmla="*/ 517 w 1034"/>
                  <a:gd name="T5" fmla="*/ 1034 h 1034"/>
                  <a:gd name="T6" fmla="*/ 1034 w 1034"/>
                  <a:gd name="T7" fmla="*/ 517 h 1034"/>
                  <a:gd name="T8" fmla="*/ 517 w 1034"/>
                  <a:gd name="T9" fmla="*/ 0 h 1034"/>
                  <a:gd name="T10" fmla="*/ 517 w 1034"/>
                  <a:gd name="T11" fmla="*/ 853 h 1034"/>
                  <a:gd name="T12" fmla="*/ 181 w 1034"/>
                  <a:gd name="T13" fmla="*/ 517 h 1034"/>
                  <a:gd name="T14" fmla="*/ 517 w 1034"/>
                  <a:gd name="T15" fmla="*/ 181 h 1034"/>
                  <a:gd name="T16" fmla="*/ 853 w 1034"/>
                  <a:gd name="T17" fmla="*/ 517 h 1034"/>
                  <a:gd name="T18" fmla="*/ 517 w 1034"/>
                  <a:gd name="T19" fmla="*/ 853 h 1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4" h="1034">
                    <a:moveTo>
                      <a:pt x="517" y="0"/>
                    </a:moveTo>
                    <a:cubicBezTo>
                      <a:pt x="231" y="0"/>
                      <a:pt x="0" y="231"/>
                      <a:pt x="0" y="517"/>
                    </a:cubicBezTo>
                    <a:cubicBezTo>
                      <a:pt x="0" y="803"/>
                      <a:pt x="231" y="1034"/>
                      <a:pt x="517" y="1034"/>
                    </a:cubicBezTo>
                    <a:cubicBezTo>
                      <a:pt x="803" y="1034"/>
                      <a:pt x="1034" y="803"/>
                      <a:pt x="1034" y="517"/>
                    </a:cubicBezTo>
                    <a:cubicBezTo>
                      <a:pt x="1034" y="231"/>
                      <a:pt x="803" y="0"/>
                      <a:pt x="517" y="0"/>
                    </a:cubicBezTo>
                    <a:close/>
                    <a:moveTo>
                      <a:pt x="517" y="853"/>
                    </a:moveTo>
                    <a:cubicBezTo>
                      <a:pt x="331" y="853"/>
                      <a:pt x="181" y="703"/>
                      <a:pt x="181" y="517"/>
                    </a:cubicBezTo>
                    <a:cubicBezTo>
                      <a:pt x="181" y="331"/>
                      <a:pt x="331" y="181"/>
                      <a:pt x="517" y="181"/>
                    </a:cubicBezTo>
                    <a:cubicBezTo>
                      <a:pt x="703" y="181"/>
                      <a:pt x="853" y="331"/>
                      <a:pt x="853" y="517"/>
                    </a:cubicBezTo>
                    <a:cubicBezTo>
                      <a:pt x="853" y="703"/>
                      <a:pt x="703" y="853"/>
                      <a:pt x="517" y="8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latin typeface="Aptos" panose="020B0004020202020204" pitchFamily="34" charset="0"/>
                  <a:ea typeface="Alfabet" pitchFamily="2" charset="0"/>
                </a:endParaRPr>
              </a:p>
            </p:txBody>
          </p:sp>
          <p:sp>
            <p:nvSpPr>
              <p:cNvPr id="16" name="Oval 7">
                <a:extLst>
                  <a:ext uri="{FF2B5EF4-FFF2-40B4-BE49-F238E27FC236}">
                    <a16:creationId xmlns:a16="http://schemas.microsoft.com/office/drawing/2014/main" id="{5A2B3252-69E6-21D8-7B9C-8CACF53B9BA3}"/>
                  </a:ext>
                </a:extLst>
              </p:cNvPr>
              <p:cNvSpPr>
                <a:spLocks noChangeArrowheads="1"/>
              </p:cNvSpPr>
              <p:nvPr userDrawn="1"/>
            </p:nvSpPr>
            <p:spPr bwMode="auto">
              <a:xfrm>
                <a:off x="4329" y="1383"/>
                <a:ext cx="285" cy="28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latin typeface="Aptos" panose="020B0004020202020204" pitchFamily="34" charset="0"/>
                  <a:ea typeface="Alfabet" pitchFamily="2" charset="0"/>
                </a:endParaRPr>
              </a:p>
            </p:txBody>
          </p:sp>
        </p:grpSp>
        <p:pic>
          <p:nvPicPr>
            <p:cNvPr id="11" name="Graphic 10">
              <a:extLst>
                <a:ext uri="{FF2B5EF4-FFF2-40B4-BE49-F238E27FC236}">
                  <a16:creationId xmlns:a16="http://schemas.microsoft.com/office/drawing/2014/main" id="{EDEA13E0-DF26-3A35-755F-EB1D2F7140E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10838" y="6131300"/>
              <a:ext cx="122931" cy="84852"/>
            </a:xfrm>
            <a:prstGeom prst="rect">
              <a:avLst/>
            </a:prstGeom>
          </p:spPr>
        </p:pic>
        <p:pic>
          <p:nvPicPr>
            <p:cNvPr id="12" name="Graphic 11">
              <a:extLst>
                <a:ext uri="{FF2B5EF4-FFF2-40B4-BE49-F238E27FC236}">
                  <a16:creationId xmlns:a16="http://schemas.microsoft.com/office/drawing/2014/main" id="{B54DF270-EBC5-95DA-8346-7100B18EC91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023789" y="6126885"/>
              <a:ext cx="94234" cy="93682"/>
            </a:xfrm>
            <a:prstGeom prst="rect">
              <a:avLst/>
            </a:prstGeom>
          </p:spPr>
        </p:pic>
        <p:pic>
          <p:nvPicPr>
            <p:cNvPr id="13" name="Graphic 12">
              <a:extLst>
                <a:ext uri="{FF2B5EF4-FFF2-40B4-BE49-F238E27FC236}">
                  <a16:creationId xmlns:a16="http://schemas.microsoft.com/office/drawing/2014/main" id="{1D7C89CA-3D39-A79E-E143-FE65F0C89E27}"/>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476872" y="6131572"/>
              <a:ext cx="84309" cy="84309"/>
            </a:xfrm>
            <a:prstGeom prst="rect">
              <a:avLst/>
            </a:prstGeom>
          </p:spPr>
        </p:pic>
      </p:grpSp>
      <p:pic>
        <p:nvPicPr>
          <p:cNvPr id="24" name="Graphic 23">
            <a:extLst>
              <a:ext uri="{FF2B5EF4-FFF2-40B4-BE49-F238E27FC236}">
                <a16:creationId xmlns:a16="http://schemas.microsoft.com/office/drawing/2014/main" id="{1EBB4BF9-FEEC-4175-585A-2715E84D1EB5}"/>
              </a:ext>
            </a:extLst>
          </p:cNvPr>
          <p:cNvPicPr>
            <a:picLocks noChangeAspect="1"/>
          </p:cNvPicPr>
          <p:nvPr/>
        </p:nvPicPr>
        <p:blipFill>
          <a:blip>
            <a:extLst>
              <a:ext uri="{96DAC541-7B7A-43D3-8B79-37D633B846F1}">
                <asvg:svgBlip xmlns:asvg="http://schemas.microsoft.com/office/drawing/2016/SVG/main" r:embed="rId5"/>
              </a:ext>
            </a:extLst>
          </a:blip>
          <a:srcRect t="31605" r="39224"/>
          <a:stretch>
            <a:fillRect/>
          </a:stretch>
        </p:blipFill>
        <p:spPr>
          <a:xfrm>
            <a:off x="6684852" y="0"/>
            <a:ext cx="5507148" cy="6197600"/>
          </a:xfrm>
          <a:custGeom>
            <a:avLst/>
            <a:gdLst>
              <a:gd name="connsiteX0" fmla="*/ 0 w 5507148"/>
              <a:gd name="connsiteY0" fmla="*/ 0 h 6197600"/>
              <a:gd name="connsiteX1" fmla="*/ 147022 w 5507148"/>
              <a:gd name="connsiteY1" fmla="*/ 0 h 6197600"/>
              <a:gd name="connsiteX2" fmla="*/ 5507148 w 5507148"/>
              <a:gd name="connsiteY2" fmla="*/ 0 h 6197600"/>
              <a:gd name="connsiteX3" fmla="*/ 5507148 w 5507148"/>
              <a:gd name="connsiteY3" fmla="*/ 6197600 h 6197600"/>
              <a:gd name="connsiteX4" fmla="*/ 0 w 5507148"/>
              <a:gd name="connsiteY4" fmla="*/ 6197600 h 6197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07148" h="6197600">
                <a:moveTo>
                  <a:pt x="0" y="0"/>
                </a:moveTo>
                <a:lnTo>
                  <a:pt x="147022" y="0"/>
                </a:lnTo>
                <a:lnTo>
                  <a:pt x="5507148" y="0"/>
                </a:lnTo>
                <a:lnTo>
                  <a:pt x="5507148" y="6197600"/>
                </a:lnTo>
                <a:lnTo>
                  <a:pt x="0" y="6197600"/>
                </a:lnTo>
                <a:close/>
              </a:path>
            </a:pathLst>
          </a:custGeom>
        </p:spPr>
      </p:pic>
      <p:pic>
        <p:nvPicPr>
          <p:cNvPr id="21" name="Picture 2">
            <a:extLst>
              <a:ext uri="{FF2B5EF4-FFF2-40B4-BE49-F238E27FC236}">
                <a16:creationId xmlns:a16="http://schemas.microsoft.com/office/drawing/2014/main" id="{7FDF1ADE-EF76-ABDC-A94C-B4B22DDF49A4}"/>
              </a:ext>
            </a:extLst>
          </p:cNvPr>
          <p:cNvPicPr>
            <a:picLocks noChangeAspect="1" noChangeArrowheads="1"/>
          </p:cNvPicPr>
          <p:nvPr/>
        </p:nvPicPr>
        <p:blipFill rotWithShape="1">
          <a:blip r:embed="rId6" cstate="email">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a:ext>
            </a:extLst>
          </a:blip>
          <a:srcRect/>
          <a:stretch/>
        </p:blipFill>
        <p:spPr bwMode="auto">
          <a:xfrm>
            <a:off x="10895722" y="1322746"/>
            <a:ext cx="693024" cy="7602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4858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Photo+Content_Dark Blue">
    <p:bg>
      <p:bgPr>
        <a:solidFill>
          <a:schemeClr val="accent2"/>
        </a:solidFill>
        <a:effectLst/>
      </p:bgPr>
    </p:bg>
    <p:spTree>
      <p:nvGrpSpPr>
        <p:cNvPr id="1" name=""/>
        <p:cNvGrpSpPr/>
        <p:nvPr/>
      </p:nvGrpSpPr>
      <p:grpSpPr>
        <a:xfrm>
          <a:off x="0" y="0"/>
          <a:ext cx="0" cy="0"/>
          <a:chOff x="0" y="0"/>
          <a:chExt cx="0" cy="0"/>
        </a:xfrm>
      </p:grpSpPr>
      <p:sp>
        <p:nvSpPr>
          <p:cNvPr id="34" name="Text Placeholder 9">
            <a:extLst>
              <a:ext uri="{FF2B5EF4-FFF2-40B4-BE49-F238E27FC236}">
                <a16:creationId xmlns:a16="http://schemas.microsoft.com/office/drawing/2014/main" id="{C4E6416A-9559-FB3E-0BBF-7EA0AD461D64}"/>
              </a:ext>
            </a:extLst>
          </p:cNvPr>
          <p:cNvSpPr>
            <a:spLocks noGrp="1"/>
          </p:cNvSpPr>
          <p:nvPr>
            <p:ph type="body" sz="quarter" idx="14" hasCustomPrompt="1"/>
          </p:nvPr>
        </p:nvSpPr>
        <p:spPr>
          <a:xfrm>
            <a:off x="515937" y="1196975"/>
            <a:ext cx="5327651" cy="1198115"/>
          </a:xfrm>
        </p:spPr>
        <p:txBody>
          <a:bodyPr wrap="square" anchor="b">
            <a:noAutofit/>
          </a:bodyPr>
          <a:lstStyle>
            <a:lvl1pPr marL="0" indent="0">
              <a:buNone/>
              <a:defRPr sz="1300" cap="all" spc="150" baseline="0">
                <a:solidFill>
                  <a:schemeClr val="tx1"/>
                </a:solidFill>
              </a:defRPr>
            </a:lvl1pPr>
          </a:lstStyle>
          <a:p>
            <a:pPr lvl="0"/>
            <a:r>
              <a:rPr lang="en-US"/>
              <a:t>EYEBROW HEADER</a:t>
            </a:r>
          </a:p>
        </p:txBody>
      </p:sp>
      <p:sp>
        <p:nvSpPr>
          <p:cNvPr id="35" name="Title 13">
            <a:extLst>
              <a:ext uri="{FF2B5EF4-FFF2-40B4-BE49-F238E27FC236}">
                <a16:creationId xmlns:a16="http://schemas.microsoft.com/office/drawing/2014/main" id="{6E52DE1D-E1C5-FA43-157D-B6DB44997581}"/>
              </a:ext>
            </a:extLst>
          </p:cNvPr>
          <p:cNvSpPr>
            <a:spLocks noGrp="1"/>
          </p:cNvSpPr>
          <p:nvPr>
            <p:ph type="title" hasCustomPrompt="1"/>
          </p:nvPr>
        </p:nvSpPr>
        <p:spPr>
          <a:xfrm>
            <a:off x="515937" y="2711631"/>
            <a:ext cx="5327651" cy="730069"/>
          </a:xfrm>
        </p:spPr>
        <p:txBody>
          <a:bodyPr anchor="t"/>
          <a:lstStyle>
            <a:lvl1pPr algn="l" defTabSz="914400" rtl="0" eaLnBrk="1" latinLnBrk="0" hangingPunct="1">
              <a:lnSpc>
                <a:spcPct val="85000"/>
              </a:lnSpc>
              <a:spcBef>
                <a:spcPct val="0"/>
              </a:spcBef>
              <a:buNone/>
              <a:defRPr lang="en-US" sz="2800" kern="2000" spc="-50" baseline="0" dirty="0">
                <a:solidFill>
                  <a:schemeClr val="tx2"/>
                </a:solidFill>
                <a:latin typeface="+mj-lt"/>
                <a:ea typeface="+mj-ea"/>
                <a:cs typeface="+mj-cs"/>
              </a:defRPr>
            </a:lvl1pPr>
          </a:lstStyle>
          <a:p>
            <a:r>
              <a:rPr lang="en-US"/>
              <a:t>2:1 Content &amp; Photo layout </a:t>
            </a:r>
            <a:br>
              <a:rPr lang="en-US"/>
            </a:br>
            <a:r>
              <a:rPr lang="en-US"/>
              <a:t>Title 2 lines maximum</a:t>
            </a:r>
          </a:p>
        </p:txBody>
      </p:sp>
      <p:sp>
        <p:nvSpPr>
          <p:cNvPr id="5" name="Picture Placeholder 4">
            <a:extLst>
              <a:ext uri="{FF2B5EF4-FFF2-40B4-BE49-F238E27FC236}">
                <a16:creationId xmlns:a16="http://schemas.microsoft.com/office/drawing/2014/main" id="{9ECAE361-7F8C-900A-EC59-0A43B1F58E51}"/>
              </a:ext>
            </a:extLst>
          </p:cNvPr>
          <p:cNvSpPr>
            <a:spLocks noGrp="1" noChangeAspect="1"/>
          </p:cNvSpPr>
          <p:nvPr>
            <p:ph type="pic" sz="quarter" idx="12" hasCustomPrompt="1"/>
          </p:nvPr>
        </p:nvSpPr>
        <p:spPr>
          <a:xfrm>
            <a:off x="7150937" y="0"/>
            <a:ext cx="5041063" cy="6858000"/>
          </a:xfrm>
          <a:custGeom>
            <a:avLst/>
            <a:gdLst>
              <a:gd name="connsiteX0" fmla="*/ 1341684 w 5041063"/>
              <a:gd name="connsiteY0" fmla="*/ 0 h 6858000"/>
              <a:gd name="connsiteX1" fmla="*/ 5041063 w 5041063"/>
              <a:gd name="connsiteY1" fmla="*/ 0 h 6858000"/>
              <a:gd name="connsiteX2" fmla="*/ 5041063 w 5041063"/>
              <a:gd name="connsiteY2" fmla="*/ 6858000 h 6858000"/>
              <a:gd name="connsiteX3" fmla="*/ 1681589 w 5041063"/>
              <a:gd name="connsiteY3" fmla="*/ 6858000 h 6858000"/>
              <a:gd name="connsiteX4" fmla="*/ 1527585 w 5041063"/>
              <a:gd name="connsiteY4" fmla="*/ 6724571 h 6858000"/>
              <a:gd name="connsiteX5" fmla="*/ 0 w 5041063"/>
              <a:gd name="connsiteY5" fmla="*/ 3272503 h 6858000"/>
              <a:gd name="connsiteX6" fmla="*/ 1211269 w 5041063"/>
              <a:gd name="connsiteY6" fmla="*/ 1368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41063" h="6858000">
                <a:moveTo>
                  <a:pt x="1341684" y="0"/>
                </a:moveTo>
                <a:lnTo>
                  <a:pt x="5041063" y="0"/>
                </a:lnTo>
                <a:lnTo>
                  <a:pt x="5041063" y="6858000"/>
                </a:lnTo>
                <a:lnTo>
                  <a:pt x="1681589" y="6858000"/>
                </a:lnTo>
                <a:lnTo>
                  <a:pt x="1527585" y="6724571"/>
                </a:lnTo>
                <a:cubicBezTo>
                  <a:pt x="589158" y="5871472"/>
                  <a:pt x="0" y="4640804"/>
                  <a:pt x="0" y="3272503"/>
                </a:cubicBezTo>
                <a:cubicBezTo>
                  <a:pt x="0" y="2065179"/>
                  <a:pt x="458687" y="965008"/>
                  <a:pt x="1211269" y="136816"/>
                </a:cubicBezTo>
                <a:close/>
              </a:path>
            </a:pathLst>
          </a:custGeom>
          <a:noFill/>
        </p:spPr>
        <p:txBody>
          <a:bodyPr wrap="square" lIns="540000" rIns="0" anchor="ctr">
            <a:noAutofit/>
          </a:bodyPr>
          <a:lstStyle>
            <a:lvl1pPr marL="0" indent="0">
              <a:buNone/>
              <a:defRPr sz="2800">
                <a:latin typeface="+mj-lt"/>
              </a:defRPr>
            </a:lvl1pPr>
          </a:lstStyle>
          <a:p>
            <a:r>
              <a:rPr lang="en-US"/>
              <a:t>Click the icon to insert photo</a:t>
            </a:r>
          </a:p>
        </p:txBody>
      </p:sp>
      <p:grpSp>
        <p:nvGrpSpPr>
          <p:cNvPr id="4" name="Group 3">
            <a:extLst>
              <a:ext uri="{FF2B5EF4-FFF2-40B4-BE49-F238E27FC236}">
                <a16:creationId xmlns:a16="http://schemas.microsoft.com/office/drawing/2014/main" id="{41D7158E-1B12-0775-885E-DE5CC963C3B9}"/>
              </a:ext>
            </a:extLst>
          </p:cNvPr>
          <p:cNvGrpSpPr/>
          <p:nvPr userDrawn="1"/>
        </p:nvGrpSpPr>
        <p:grpSpPr>
          <a:xfrm>
            <a:off x="12290489" y="-1"/>
            <a:ext cx="2910882" cy="6858001"/>
            <a:chOff x="12290489" y="-1"/>
            <a:chExt cx="2910882" cy="6858001"/>
          </a:xfrm>
        </p:grpSpPr>
        <p:sp>
          <p:nvSpPr>
            <p:cNvPr id="6" name="Rectangle 5">
              <a:extLst>
                <a:ext uri="{FF2B5EF4-FFF2-40B4-BE49-F238E27FC236}">
                  <a16:creationId xmlns:a16="http://schemas.microsoft.com/office/drawing/2014/main" id="{776E4E50-274F-6D1B-0A0C-1F6E4528D3F9}"/>
                </a:ext>
              </a:extLst>
            </p:cNvPr>
            <p:cNvSpPr/>
            <p:nvPr userDrawn="1"/>
          </p:nvSpPr>
          <p:spPr>
            <a:xfrm>
              <a:off x="12290489" y="-1"/>
              <a:ext cx="2735151" cy="6858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latin typeface="Aptos" panose="020B0004020202020204" pitchFamily="34" charset="0"/>
                <a:cs typeface="Aparajita" panose="02020603050405020304" pitchFamily="18" charset="0"/>
              </a:endParaRPr>
            </a:p>
          </p:txBody>
        </p:sp>
        <p:sp>
          <p:nvSpPr>
            <p:cNvPr id="7" name="TextBox 6">
              <a:extLst>
                <a:ext uri="{FF2B5EF4-FFF2-40B4-BE49-F238E27FC236}">
                  <a16:creationId xmlns:a16="http://schemas.microsoft.com/office/drawing/2014/main" id="{C87C11E0-DF8E-1ABE-FEE7-6499AEBE1055}"/>
                </a:ext>
              </a:extLst>
            </p:cNvPr>
            <p:cNvSpPr txBox="1"/>
            <p:nvPr userDrawn="1"/>
          </p:nvSpPr>
          <p:spPr>
            <a:xfrm>
              <a:off x="12449814" y="173148"/>
              <a:ext cx="1534074"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lvl="0"/>
              <a:r>
                <a:rPr lang="en-US" b="1">
                  <a:solidFill>
                    <a:schemeClr val="bg1"/>
                  </a:solidFill>
                  <a:latin typeface="Aptos" panose="020B0004020202020204" pitchFamily="34" charset="0"/>
                  <a:cs typeface="Aparajita" panose="02020603050405020304" pitchFamily="18" charset="0"/>
                </a:rPr>
                <a:t>HOW TO ADD AN IMAGE</a:t>
              </a:r>
            </a:p>
          </p:txBody>
        </p:sp>
        <p:cxnSp>
          <p:nvCxnSpPr>
            <p:cNvPr id="8" name="Straight Connector 7">
              <a:extLst>
                <a:ext uri="{FF2B5EF4-FFF2-40B4-BE49-F238E27FC236}">
                  <a16:creationId xmlns:a16="http://schemas.microsoft.com/office/drawing/2014/main" id="{C60CF7EC-9522-C6C7-3BC9-4B0B55509BE4}"/>
                </a:ext>
              </a:extLst>
            </p:cNvPr>
            <p:cNvCxnSpPr>
              <a:cxnSpLocks/>
            </p:cNvCxnSpPr>
            <p:nvPr userDrawn="1"/>
          </p:nvCxnSpPr>
          <p:spPr>
            <a:xfrm>
              <a:off x="12449814" y="423012"/>
              <a:ext cx="270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26D4E14-6C3D-FD0D-7425-CCF2AB04D21A}"/>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b="1">
                  <a:latin typeface="Aptos" panose="020B0004020202020204" pitchFamily="34" charset="0"/>
                  <a:cs typeface="Aparajita" panose="02020603050405020304" pitchFamily="18" charset="0"/>
                </a:rPr>
                <a:t>Method 1: </a:t>
              </a:r>
              <a:r>
                <a:rPr lang="en-US" sz="600" b="0">
                  <a:latin typeface="Aptos" panose="020B0004020202020204" pitchFamily="34" charset="0"/>
                  <a:cs typeface="Aparajita" panose="02020603050405020304" pitchFamily="18" charset="0"/>
                </a:rPr>
                <a:t>from file browser</a:t>
              </a:r>
            </a:p>
            <a:p>
              <a:pPr lvl="1">
                <a:buNone/>
              </a:pPr>
              <a:r>
                <a:rPr lang="en-US" sz="1050">
                  <a:latin typeface="Aptos" panose="020B0004020202020204" pitchFamily="34" charset="0"/>
                  <a:cs typeface="Aparajita" panose="02020603050405020304" pitchFamily="18" charset="0"/>
                </a:rPr>
                <a:t>Drag the image onto the slide.</a:t>
              </a:r>
            </a:p>
            <a:p>
              <a:pPr marL="0" marR="0" lvl="1" indent="0" algn="l" defTabSz="914400" rtl="0" eaLnBrk="1" fontAlgn="auto" latinLnBrk="0" hangingPunct="1">
                <a:lnSpc>
                  <a:spcPct val="90000"/>
                </a:lnSpc>
                <a:spcBef>
                  <a:spcPts val="0"/>
                </a:spcBef>
                <a:spcAft>
                  <a:spcPts val="300"/>
                </a:spcAft>
                <a:buClrTx/>
                <a:buSzTx/>
                <a:buFontTx/>
                <a:buNone/>
                <a:tabLst/>
                <a:defRPr/>
              </a:pPr>
              <a:r>
                <a:rPr lang="en-US" sz="700">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lang="en-US" sz="1000">
                <a:latin typeface="Aptos" panose="020B0004020202020204" pitchFamily="34" charset="0"/>
                <a:cs typeface="Aparajita" panose="02020603050405020304" pitchFamily="18" charset="0"/>
              </a:endParaRPr>
            </a:p>
          </p:txBody>
        </p:sp>
        <p:sp>
          <p:nvSpPr>
            <p:cNvPr id="11" name="TextBox 10">
              <a:extLst>
                <a:ext uri="{FF2B5EF4-FFF2-40B4-BE49-F238E27FC236}">
                  <a16:creationId xmlns:a16="http://schemas.microsoft.com/office/drawing/2014/main" id="{D1918A8B-BB61-A30A-0DB6-687E6717B4BC}"/>
                </a:ext>
              </a:extLst>
            </p:cNvPr>
            <p:cNvSpPr txBox="1">
              <a:spLocks noChangeAspect="1"/>
            </p:cNvSpPr>
            <p:nvPr/>
          </p:nvSpPr>
          <p:spPr>
            <a:xfrm>
              <a:off x="12449814" y="566082"/>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1</a:t>
              </a:r>
            </a:p>
          </p:txBody>
        </p:sp>
        <p:sp>
          <p:nvSpPr>
            <p:cNvPr id="12" name="TextBox 11">
              <a:extLst>
                <a:ext uri="{FF2B5EF4-FFF2-40B4-BE49-F238E27FC236}">
                  <a16:creationId xmlns:a16="http://schemas.microsoft.com/office/drawing/2014/main" id="{6B914621-3FC5-7825-04CC-6ED19E2421AB}"/>
                </a:ext>
              </a:extLst>
            </p:cNvPr>
            <p:cNvSpPr txBox="1">
              <a:spLocks noChangeAspect="1"/>
            </p:cNvSpPr>
            <p:nvPr/>
          </p:nvSpPr>
          <p:spPr>
            <a:xfrm>
              <a:off x="12449814" y="1018081"/>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2</a:t>
              </a:r>
            </a:p>
          </p:txBody>
        </p:sp>
        <p:sp>
          <p:nvSpPr>
            <p:cNvPr id="13" name="TextBox 12">
              <a:extLst>
                <a:ext uri="{FF2B5EF4-FFF2-40B4-BE49-F238E27FC236}">
                  <a16:creationId xmlns:a16="http://schemas.microsoft.com/office/drawing/2014/main" id="{6D61D55A-6546-C518-94C3-9E6CEB6B9559}"/>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0">
                <a:spcBef>
                  <a:spcPts val="700"/>
                </a:spcBef>
              </a:pPr>
              <a:r>
                <a:rPr lang="en-US">
                  <a:latin typeface="Aptos" panose="020B0004020202020204" pitchFamily="34" charset="0"/>
                  <a:cs typeface="Aparajita" panose="02020603050405020304" pitchFamily="18" charset="0"/>
                </a:rPr>
                <a:t>Source images from the </a:t>
              </a:r>
              <a:r>
                <a:rPr lang="en-US">
                  <a:solidFill>
                    <a:schemeClr val="accent1"/>
                  </a:solidFill>
                  <a:latin typeface="Aptos" panose="020B0004020202020204" pitchFamily="34" charset="0"/>
                  <a:cs typeface="Aparajita" panose="02020603050405020304" pitchFamily="18" charset="0"/>
                </a:rPr>
                <a:t>Qualcomm Brand Portal</a:t>
              </a:r>
            </a:p>
            <a:p>
              <a:pPr lvl="0">
                <a:spcBef>
                  <a:spcPts val="700"/>
                </a:spcBef>
              </a:pPr>
              <a:r>
                <a:rPr lang="en-US">
                  <a:latin typeface="Aptos" panose="020B0004020202020204" pitchFamily="34" charset="0"/>
                  <a:cs typeface="Aparajita" panose="02020603050405020304" pitchFamily="18" charset="0"/>
                </a:rPr>
                <a:t>Add the image to the placeholder.</a:t>
              </a:r>
            </a:p>
          </p:txBody>
        </p:sp>
        <p:sp>
          <p:nvSpPr>
            <p:cNvPr id="15" name="TextBox 14">
              <a:extLst>
                <a:ext uri="{FF2B5EF4-FFF2-40B4-BE49-F238E27FC236}">
                  <a16:creationId xmlns:a16="http://schemas.microsoft.com/office/drawing/2014/main" id="{49CFE6D3-62CB-F8A6-4F3C-E6191D794F16}"/>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2: </a:t>
              </a:r>
              <a:r>
                <a:rPr lang="en-US" sz="600" b="0">
                  <a:latin typeface="Aptos" panose="020B0004020202020204" pitchFamily="34" charset="0"/>
                  <a:cs typeface="Aparajita" panose="02020603050405020304" pitchFamily="18" charset="0"/>
                </a:rPr>
                <a:t>Paste from clipboard</a:t>
              </a:r>
            </a:p>
            <a:p>
              <a:pPr lvl="1">
                <a:buNone/>
              </a:pPr>
              <a:r>
                <a:rPr lang="en-US" sz="1050">
                  <a:latin typeface="Aptos" panose="020B0004020202020204" pitchFamily="34" charset="0"/>
                  <a:cs typeface="Aparajita" panose="02020603050405020304" pitchFamily="18" charset="0"/>
                </a:rPr>
                <a:t>Select the image placeholder.</a:t>
              </a:r>
            </a:p>
            <a:p>
              <a:pPr lvl="1">
                <a:buNone/>
              </a:pPr>
              <a:r>
                <a:rPr lang="en-US" sz="1050">
                  <a:latin typeface="Aptos" panose="020B0004020202020204" pitchFamily="34" charset="0"/>
                  <a:cs typeface="Aparajita" panose="02020603050405020304" pitchFamily="18" charset="0"/>
                </a:rPr>
                <a:t>Right-click or use keyboard shortcuts to paste the image.</a:t>
              </a:r>
            </a:p>
          </p:txBody>
        </p:sp>
        <p:sp>
          <p:nvSpPr>
            <p:cNvPr id="16" name="TextBox 15">
              <a:extLst>
                <a:ext uri="{FF2B5EF4-FFF2-40B4-BE49-F238E27FC236}">
                  <a16:creationId xmlns:a16="http://schemas.microsoft.com/office/drawing/2014/main" id="{C2F23C51-B59E-FF78-4C32-D595FFB654D3}"/>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3: </a:t>
              </a:r>
              <a:r>
                <a:rPr lang="en-US" sz="600" b="0">
                  <a:latin typeface="Aptos" panose="020B0004020202020204" pitchFamily="34" charset="0"/>
                  <a:cs typeface="Aparajita" panose="02020603050405020304" pitchFamily="18" charset="0"/>
                </a:rPr>
                <a:t>Placeholder icon</a:t>
              </a:r>
            </a:p>
            <a:p>
              <a:pPr lvl="1">
                <a:buNone/>
              </a:pPr>
              <a:r>
                <a:rPr lang="en-US" sz="1050">
                  <a:latin typeface="Aptos" panose="020B0004020202020204" pitchFamily="34" charset="0"/>
                  <a:cs typeface="Aparajita" panose="02020603050405020304" pitchFamily="18" charset="0"/>
                </a:rPr>
                <a:t>Click the image icon inside the placeholder to browse for an image.</a:t>
              </a:r>
            </a:p>
          </p:txBody>
        </p:sp>
        <p:grpSp>
          <p:nvGrpSpPr>
            <p:cNvPr id="17" name="Group 16">
              <a:extLst>
                <a:ext uri="{FF2B5EF4-FFF2-40B4-BE49-F238E27FC236}">
                  <a16:creationId xmlns:a16="http://schemas.microsoft.com/office/drawing/2014/main" id="{389462F3-65FE-2A37-D03E-7A614C0D81F2}"/>
                </a:ext>
              </a:extLst>
            </p:cNvPr>
            <p:cNvGrpSpPr/>
            <p:nvPr userDrawn="1"/>
          </p:nvGrpSpPr>
          <p:grpSpPr>
            <a:xfrm>
              <a:off x="12429548" y="3236396"/>
              <a:ext cx="2735151" cy="1280928"/>
              <a:chOff x="9286315" y="6976989"/>
              <a:chExt cx="2735151" cy="1280928"/>
            </a:xfrm>
          </p:grpSpPr>
          <p:sp>
            <p:nvSpPr>
              <p:cNvPr id="28" name="Rectangle 27">
                <a:extLst>
                  <a:ext uri="{FF2B5EF4-FFF2-40B4-BE49-F238E27FC236}">
                    <a16:creationId xmlns:a16="http://schemas.microsoft.com/office/drawing/2014/main" id="{7B73E073-D488-E46C-DB4F-0F196FCD191A}"/>
                  </a:ext>
                </a:extLst>
              </p:cNvPr>
              <p:cNvSpPr/>
              <p:nvPr userDrawn="1"/>
            </p:nvSpPr>
            <p:spPr>
              <a:xfrm>
                <a:off x="9286315" y="6976989"/>
                <a:ext cx="2735151" cy="128092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29" name="TextBox 28">
                <a:extLst>
                  <a:ext uri="{FF2B5EF4-FFF2-40B4-BE49-F238E27FC236}">
                    <a16:creationId xmlns:a16="http://schemas.microsoft.com/office/drawing/2014/main" id="{081DD7D5-5A35-4D88-DF96-F36AB8E6F37E}"/>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Cropping Images</a:t>
                </a:r>
              </a:p>
            </p:txBody>
          </p:sp>
          <p:pic>
            <p:nvPicPr>
              <p:cNvPr id="30" name="Graphic 29">
                <a:extLst>
                  <a:ext uri="{FF2B5EF4-FFF2-40B4-BE49-F238E27FC236}">
                    <a16:creationId xmlns:a16="http://schemas.microsoft.com/office/drawing/2014/main" id="{01C29CC4-C932-0686-A8CC-FDBC0829CA0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31" name="TextBox 30">
                <a:extLst>
                  <a:ext uri="{FF2B5EF4-FFF2-40B4-BE49-F238E27FC236}">
                    <a16:creationId xmlns:a16="http://schemas.microsoft.com/office/drawing/2014/main" id="{32FF60A4-F11D-CAC8-44FE-75DFF212D5DD}"/>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Right-click on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Choose “Crop” from the menu. (           )</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Adjust the size and position of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Press Esc or click outside the image area to exit the cropping mode.</a:t>
                </a:r>
              </a:p>
            </p:txBody>
          </p:sp>
          <p:pic>
            <p:nvPicPr>
              <p:cNvPr id="32" name="Picture 31">
                <a:extLst>
                  <a:ext uri="{FF2B5EF4-FFF2-40B4-BE49-F238E27FC236}">
                    <a16:creationId xmlns:a16="http://schemas.microsoft.com/office/drawing/2014/main" id="{B0D1B931-10D7-2698-B21E-FA87E71256D3}"/>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33" name="TextBox 32">
                <a:extLst>
                  <a:ext uri="{FF2B5EF4-FFF2-40B4-BE49-F238E27FC236}">
                    <a16:creationId xmlns:a16="http://schemas.microsoft.com/office/drawing/2014/main" id="{9A3A83B2-BA67-43AF-852A-8B41B4692200}"/>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nvGrpSpPr>
            <p:cNvPr id="18" name="Group 17">
              <a:extLst>
                <a:ext uri="{FF2B5EF4-FFF2-40B4-BE49-F238E27FC236}">
                  <a16:creationId xmlns:a16="http://schemas.microsoft.com/office/drawing/2014/main" id="{CE0CB17A-7B36-4A71-D388-6A9803926DC1}"/>
                </a:ext>
              </a:extLst>
            </p:cNvPr>
            <p:cNvGrpSpPr/>
            <p:nvPr userDrawn="1"/>
          </p:nvGrpSpPr>
          <p:grpSpPr>
            <a:xfrm>
              <a:off x="12429548" y="4543123"/>
              <a:ext cx="2735151" cy="2200108"/>
              <a:chOff x="9538241" y="5155416"/>
              <a:chExt cx="2735151" cy="2200108"/>
            </a:xfrm>
          </p:grpSpPr>
          <p:sp>
            <p:nvSpPr>
              <p:cNvPr id="19" name="Rectangle 18">
                <a:extLst>
                  <a:ext uri="{FF2B5EF4-FFF2-40B4-BE49-F238E27FC236}">
                    <a16:creationId xmlns:a16="http://schemas.microsoft.com/office/drawing/2014/main" id="{C14D8EDE-723F-2DD3-F236-B14212CF8226}"/>
                  </a:ext>
                </a:extLst>
              </p:cNvPr>
              <p:cNvSpPr/>
              <p:nvPr userDrawn="1"/>
            </p:nvSpPr>
            <p:spPr>
              <a:xfrm>
                <a:off x="9538241" y="5155416"/>
                <a:ext cx="2735151" cy="220010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20" name="TextBox 19">
                <a:extLst>
                  <a:ext uri="{FF2B5EF4-FFF2-40B4-BE49-F238E27FC236}">
                    <a16:creationId xmlns:a16="http://schemas.microsoft.com/office/drawing/2014/main" id="{BCE9ADE7-3E5D-9A8F-6B8D-71E0856426F0}"/>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Changing Images</a:t>
                </a:r>
              </a:p>
            </p:txBody>
          </p:sp>
          <p:pic>
            <p:nvPicPr>
              <p:cNvPr id="21" name="Graphic 20">
                <a:extLst>
                  <a:ext uri="{FF2B5EF4-FFF2-40B4-BE49-F238E27FC236}">
                    <a16:creationId xmlns:a16="http://schemas.microsoft.com/office/drawing/2014/main" id="{1ECA69AD-56C2-A51C-D275-88C84BCE044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22" name="TextBox 21">
                <a:extLst>
                  <a:ext uri="{FF2B5EF4-FFF2-40B4-BE49-F238E27FC236}">
                    <a16:creationId xmlns:a16="http://schemas.microsoft.com/office/drawing/2014/main" id="{8B70DDAC-6E90-5E7B-00A4-9F3F09643250}"/>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600" b="1" kern="1200" cap="all" spc="20" baseline="0" noProof="0">
                    <a:solidFill>
                      <a:schemeClr val="tx1"/>
                    </a:solidFill>
                    <a:latin typeface="Aptos" panose="020B0004020202020204" pitchFamily="34" charset="0"/>
                    <a:ea typeface="+mn-ea"/>
                    <a:cs typeface="Aparajita" panose="02020603050405020304" pitchFamily="18" charset="0"/>
                  </a:rPr>
                  <a:t>Method 1: </a:t>
                </a:r>
                <a:r>
                  <a:rPr lang="en-US" sz="600" b="0" kern="1200" cap="all" spc="20" baseline="0" noProof="0">
                    <a:solidFill>
                      <a:schemeClr val="tx1"/>
                    </a:solidFill>
                    <a:latin typeface="Aptos" panose="020B0004020202020204" pitchFamily="34" charset="0"/>
                    <a:ea typeface="+mn-ea"/>
                    <a:cs typeface="Aparajita" panose="02020603050405020304" pitchFamily="18" charset="0"/>
                  </a:rPr>
                  <a:t>RIGHT CLICK</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Right-click on image and select “Change Picture”</a:t>
                </a:r>
              </a:p>
            </p:txBody>
          </p:sp>
          <p:sp>
            <p:nvSpPr>
              <p:cNvPr id="23" name="TextBox 22">
                <a:extLst>
                  <a:ext uri="{FF2B5EF4-FFF2-40B4-BE49-F238E27FC236}">
                    <a16:creationId xmlns:a16="http://schemas.microsoft.com/office/drawing/2014/main" id="{5A9524A8-A4FF-62F0-70A7-B17C5CD0BA89}"/>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lvl="1" indent="-131763" algn="l" defTabSz="914400" rtl="0" eaLnBrk="1" latinLnBrk="0" hangingPunct="1">
                  <a:lnSpc>
                    <a:spcPct val="90000"/>
                  </a:lnSpc>
                  <a:spcBef>
                    <a:spcPts val="0"/>
                  </a:spcBef>
                  <a:spcAft>
                    <a:spcPts val="300"/>
                  </a:spcAft>
                  <a:buFont typeface="Wingdings" pitchFamily="2" charset="2"/>
                  <a:buChar char="§"/>
                  <a:tabLst/>
                  <a:defRPr/>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24" name="TextBox 23">
                <a:extLst>
                  <a:ext uri="{FF2B5EF4-FFF2-40B4-BE49-F238E27FC236}">
                    <a16:creationId xmlns:a16="http://schemas.microsoft.com/office/drawing/2014/main" id="{1902ABD8-6709-A522-05AF-0C16F0C66447}"/>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Method 2: </a:t>
                </a:r>
                <a:r>
                  <a:rPr kumimoji="0" lang="en-US" sz="600" b="0"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RESET PLACEHOLDER</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First, delete the existing image to reset the photo placeholder functionality.</a:t>
                </a:r>
              </a:p>
            </p:txBody>
          </p:sp>
          <p:sp>
            <p:nvSpPr>
              <p:cNvPr id="25" name="TextBox 24">
                <a:extLst>
                  <a:ext uri="{FF2B5EF4-FFF2-40B4-BE49-F238E27FC236}">
                    <a16:creationId xmlns:a16="http://schemas.microsoft.com/office/drawing/2014/main" id="{3B4A36E7-29EA-DAC6-E456-5012F410E3E4}"/>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You can now add a new image as normal.</a:t>
                </a:r>
              </a:p>
            </p:txBody>
          </p:sp>
          <p:cxnSp>
            <p:nvCxnSpPr>
              <p:cNvPr id="26" name="Straight Connector 25">
                <a:extLst>
                  <a:ext uri="{FF2B5EF4-FFF2-40B4-BE49-F238E27FC236}">
                    <a16:creationId xmlns:a16="http://schemas.microsoft.com/office/drawing/2014/main" id="{92A06D9F-C256-0E65-6C93-87262752FF9E}"/>
                  </a:ext>
                </a:extLst>
              </p:cNvPr>
              <p:cNvCxnSpPr>
                <a:cxnSpLocks/>
              </p:cNvCxnSpPr>
              <p:nvPr userDrawn="1"/>
            </p:nvCxnSpPr>
            <p:spPr>
              <a:xfrm>
                <a:off x="9713479" y="5957047"/>
                <a:ext cx="27000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BDE2EFB4-2948-29CC-1F00-C75D05EAE486}"/>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sp>
        <p:nvSpPr>
          <p:cNvPr id="3" name="Text Placeholder 16">
            <a:extLst>
              <a:ext uri="{FF2B5EF4-FFF2-40B4-BE49-F238E27FC236}">
                <a16:creationId xmlns:a16="http://schemas.microsoft.com/office/drawing/2014/main" id="{761E5387-0FB0-19C2-FA98-97B449918263}"/>
              </a:ext>
            </a:extLst>
          </p:cNvPr>
          <p:cNvSpPr>
            <a:spLocks noGrp="1"/>
          </p:cNvSpPr>
          <p:nvPr>
            <p:ph type="body" sz="quarter" idx="15" hasCustomPrompt="1"/>
          </p:nvPr>
        </p:nvSpPr>
        <p:spPr>
          <a:xfrm>
            <a:off x="515938" y="3581401"/>
            <a:ext cx="5327650" cy="2435086"/>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0" name="Footer Placeholder 129">
            <a:extLst>
              <a:ext uri="{FF2B5EF4-FFF2-40B4-BE49-F238E27FC236}">
                <a16:creationId xmlns:a16="http://schemas.microsoft.com/office/drawing/2014/main" id="{6E955ECC-94BE-5FD6-AD77-43B7140E9EA4}"/>
              </a:ext>
            </a:extLst>
          </p:cNvPr>
          <p:cNvSpPr>
            <a:spLocks noGrp="1"/>
          </p:cNvSpPr>
          <p:nvPr>
            <p:ph type="ftr" sz="quarter" idx="22"/>
          </p:nvPr>
        </p:nvSpPr>
        <p:spPr>
          <a:xfrm>
            <a:off x="515938" y="6173304"/>
            <a:ext cx="6480175" cy="118174"/>
          </a:xfrm>
        </p:spPr>
        <p:txBody>
          <a:bodyPr/>
          <a:lstStyle>
            <a:lvl1pPr>
              <a:defRPr>
                <a:solidFill>
                  <a:schemeClr val="accent6">
                    <a:lumMod val="90000"/>
                  </a:schemeClr>
                </a:solidFill>
              </a:defRPr>
            </a:lvl1pPr>
          </a:lstStyle>
          <a:p>
            <a:endParaRPr lang="en-CA"/>
          </a:p>
        </p:txBody>
      </p:sp>
      <p:sp>
        <p:nvSpPr>
          <p:cNvPr id="14" name="TextBox 13">
            <a:extLst>
              <a:ext uri="{FF2B5EF4-FFF2-40B4-BE49-F238E27FC236}">
                <a16:creationId xmlns:a16="http://schemas.microsoft.com/office/drawing/2014/main" id="{FB477151-6700-F983-29B2-C649178C3192}"/>
              </a:ext>
            </a:extLst>
          </p:cNvPr>
          <p:cNvSpPr txBox="1"/>
          <p:nvPr userDrawn="1"/>
        </p:nvSpPr>
        <p:spPr>
          <a:xfrm>
            <a:off x="515938"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a:solidFill>
                  <a:schemeClr val="accent6">
                    <a:lumMod val="90000"/>
                  </a:schemeClr>
                </a:solidFill>
              </a:rPr>
              <a:t>Confidential – Qualcomm Technologies, Inc. and/or its affiliated companies – May Contain Trade Secrets</a:t>
            </a:r>
          </a:p>
        </p:txBody>
      </p:sp>
    </p:spTree>
    <p:extLst>
      <p:ext uri="{BB962C8B-B14F-4D97-AF65-F5344CB8AC3E}">
        <p14:creationId xmlns:p14="http://schemas.microsoft.com/office/powerpoint/2010/main" val="2672178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orient="horz" pos="2319" userDrawn="1">
          <p15:clr>
            <a:srgbClr val="FBAE40"/>
          </p15:clr>
        </p15:guide>
        <p15:guide id="6" orient="horz" pos="1502" userDrawn="1">
          <p15:clr>
            <a:srgbClr val="FBAE40"/>
          </p15:clr>
        </p15:guide>
        <p15:guide id="7" orient="horz" pos="2432" userDrawn="1">
          <p15:clr>
            <a:srgbClr val="FBAE40"/>
          </p15:clr>
        </p15:guide>
        <p15:guide id="10" pos="3681"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4Contents_Dark Blue">
    <p:bg>
      <p:bgPr>
        <a:solidFill>
          <a:schemeClr val="accent2"/>
        </a:solidFill>
        <a:effectLst/>
      </p:bgPr>
    </p:bg>
    <p:spTree>
      <p:nvGrpSpPr>
        <p:cNvPr id="1" name=""/>
        <p:cNvGrpSpPr/>
        <p:nvPr/>
      </p:nvGrpSpPr>
      <p:grpSpPr>
        <a:xfrm>
          <a:off x="0" y="0"/>
          <a:ext cx="0" cy="0"/>
          <a:chOff x="0" y="0"/>
          <a:chExt cx="0" cy="0"/>
        </a:xfrm>
      </p:grpSpPr>
      <p:sp>
        <p:nvSpPr>
          <p:cNvPr id="121" name="Title 120">
            <a:extLst>
              <a:ext uri="{FF2B5EF4-FFF2-40B4-BE49-F238E27FC236}">
                <a16:creationId xmlns:a16="http://schemas.microsoft.com/office/drawing/2014/main" id="{69A0FF75-14D8-E32A-7063-C9748A3C9F91}"/>
              </a:ext>
            </a:extLst>
          </p:cNvPr>
          <p:cNvSpPr>
            <a:spLocks noGrp="1"/>
          </p:cNvSpPr>
          <p:nvPr>
            <p:ph type="title" hasCustomPrompt="1"/>
          </p:nvPr>
        </p:nvSpPr>
        <p:spPr>
          <a:xfrm>
            <a:off x="515938" y="2795081"/>
            <a:ext cx="3556709" cy="1294408"/>
          </a:xfrm>
        </p:spPr>
        <p:txBody>
          <a:bodyPr anchor="ctr"/>
          <a:lstStyle>
            <a:lvl1pPr algn="l" defTabSz="914400" rtl="0" eaLnBrk="1" latinLnBrk="0" hangingPunct="1">
              <a:lnSpc>
                <a:spcPct val="85000"/>
              </a:lnSpc>
              <a:spcBef>
                <a:spcPct val="0"/>
              </a:spcBef>
              <a:buNone/>
              <a:defRPr lang="en-US" sz="2800" kern="2000" spc="-50" baseline="0" dirty="0">
                <a:solidFill>
                  <a:schemeClr val="tx2"/>
                </a:solidFill>
                <a:latin typeface="+mj-lt"/>
                <a:ea typeface="+mj-ea"/>
                <a:cs typeface="+mj-cs"/>
              </a:defRPr>
            </a:lvl1pPr>
          </a:lstStyle>
          <a:p>
            <a:r>
              <a:rPr lang="en-US"/>
              <a:t>Title+4 Contents layout </a:t>
            </a:r>
            <a:br>
              <a:rPr lang="en-US"/>
            </a:br>
            <a:r>
              <a:rPr lang="en-US"/>
              <a:t>Title up to </a:t>
            </a:r>
            <a:br>
              <a:rPr lang="en-US"/>
            </a:br>
            <a:r>
              <a:rPr lang="en-US"/>
              <a:t>3 lines maximum</a:t>
            </a:r>
          </a:p>
        </p:txBody>
      </p:sp>
      <p:sp>
        <p:nvSpPr>
          <p:cNvPr id="3" name="Picture Placeholder 2">
            <a:extLst>
              <a:ext uri="{FF2B5EF4-FFF2-40B4-BE49-F238E27FC236}">
                <a16:creationId xmlns:a16="http://schemas.microsoft.com/office/drawing/2014/main" id="{F0B8F96D-FD44-F171-A9D8-DBDAC78FC8E4}"/>
              </a:ext>
            </a:extLst>
          </p:cNvPr>
          <p:cNvSpPr>
            <a:spLocks noGrp="1" noChangeAspect="1"/>
          </p:cNvSpPr>
          <p:nvPr>
            <p:ph type="pic" sz="quarter" idx="23" hasCustomPrompt="1"/>
          </p:nvPr>
        </p:nvSpPr>
        <p:spPr>
          <a:xfrm>
            <a:off x="4629921" y="691208"/>
            <a:ext cx="759113" cy="759113"/>
          </a:xfrm>
        </p:spPr>
        <p:txBody>
          <a:bodyPr lIns="144000"/>
          <a:lstStyle>
            <a:lvl1pPr marL="0" indent="0">
              <a:buNone/>
              <a:defRPr sz="1400"/>
            </a:lvl1pPr>
          </a:lstStyle>
          <a:p>
            <a:r>
              <a:rPr lang="en-US"/>
              <a:t>Icon</a:t>
            </a:r>
          </a:p>
        </p:txBody>
      </p:sp>
      <p:sp>
        <p:nvSpPr>
          <p:cNvPr id="7" name="Text Placeholder 22">
            <a:extLst>
              <a:ext uri="{FF2B5EF4-FFF2-40B4-BE49-F238E27FC236}">
                <a16:creationId xmlns:a16="http://schemas.microsoft.com/office/drawing/2014/main" id="{540F481F-27E2-9596-6618-0167AE789EB7}"/>
              </a:ext>
            </a:extLst>
          </p:cNvPr>
          <p:cNvSpPr>
            <a:spLocks noGrp="1"/>
          </p:cNvSpPr>
          <p:nvPr>
            <p:ph type="body" sz="quarter" idx="13" hasCustomPrompt="1"/>
          </p:nvPr>
        </p:nvSpPr>
        <p:spPr>
          <a:xfrm>
            <a:off x="5704822" y="699924"/>
            <a:ext cx="5360054" cy="263149"/>
          </a:xfrm>
        </p:spPr>
        <p:txBody>
          <a:bodyPr wrap="square" anchor="b">
            <a:noAutofit/>
          </a:bodyPr>
          <a:lstStyle>
            <a:lvl1pPr marL="0" indent="0">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11" name="Text Placeholder 16">
            <a:extLst>
              <a:ext uri="{FF2B5EF4-FFF2-40B4-BE49-F238E27FC236}">
                <a16:creationId xmlns:a16="http://schemas.microsoft.com/office/drawing/2014/main" id="{5AD3B09A-9879-9D06-43BD-4EA317213C47}"/>
              </a:ext>
            </a:extLst>
          </p:cNvPr>
          <p:cNvSpPr>
            <a:spLocks noGrp="1"/>
          </p:cNvSpPr>
          <p:nvPr>
            <p:ph type="body" sz="quarter" idx="15" hasCustomPrompt="1"/>
          </p:nvPr>
        </p:nvSpPr>
        <p:spPr>
          <a:xfrm>
            <a:off x="5704821" y="1019175"/>
            <a:ext cx="5360055" cy="600164"/>
          </a:xfrm>
        </p:spPr>
        <p:txBody>
          <a:bodyPr wrap="square">
            <a:noAutofit/>
          </a:bodyPr>
          <a:lstStyle>
            <a:lvl1pPr marL="0" indent="0">
              <a:lnSpc>
                <a:spcPct val="100000"/>
              </a:lnSpc>
              <a:spcBef>
                <a:spcPts val="0"/>
              </a:spcBef>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4" name="Picture Placeholder 2">
            <a:extLst>
              <a:ext uri="{FF2B5EF4-FFF2-40B4-BE49-F238E27FC236}">
                <a16:creationId xmlns:a16="http://schemas.microsoft.com/office/drawing/2014/main" id="{A9FF6113-EF3A-1576-D73C-A52A121FAB1C}"/>
              </a:ext>
            </a:extLst>
          </p:cNvPr>
          <p:cNvSpPr>
            <a:spLocks noGrp="1" noChangeAspect="1"/>
          </p:cNvSpPr>
          <p:nvPr>
            <p:ph type="pic" sz="quarter" idx="24" hasCustomPrompt="1"/>
          </p:nvPr>
        </p:nvSpPr>
        <p:spPr>
          <a:xfrm>
            <a:off x="4629921" y="2138783"/>
            <a:ext cx="759113" cy="759113"/>
          </a:xfrm>
        </p:spPr>
        <p:txBody>
          <a:bodyPr lIns="144000"/>
          <a:lstStyle>
            <a:lvl1pPr marL="0" indent="0">
              <a:buNone/>
              <a:defRPr sz="1400"/>
            </a:lvl1pPr>
          </a:lstStyle>
          <a:p>
            <a:r>
              <a:rPr lang="en-US"/>
              <a:t>Icon</a:t>
            </a:r>
          </a:p>
        </p:txBody>
      </p:sp>
      <p:sp>
        <p:nvSpPr>
          <p:cNvPr id="8" name="Text Placeholder 22">
            <a:extLst>
              <a:ext uri="{FF2B5EF4-FFF2-40B4-BE49-F238E27FC236}">
                <a16:creationId xmlns:a16="http://schemas.microsoft.com/office/drawing/2014/main" id="{0D18EACE-127B-6B06-AD25-4A2241813BAF}"/>
              </a:ext>
            </a:extLst>
          </p:cNvPr>
          <p:cNvSpPr>
            <a:spLocks noGrp="1"/>
          </p:cNvSpPr>
          <p:nvPr>
            <p:ph type="body" sz="quarter" idx="16" hasCustomPrompt="1"/>
          </p:nvPr>
        </p:nvSpPr>
        <p:spPr>
          <a:xfrm>
            <a:off x="5704822" y="2143614"/>
            <a:ext cx="5360054" cy="263149"/>
          </a:xfrm>
        </p:spPr>
        <p:txBody>
          <a:bodyPr wrap="square" anchor="b">
            <a:noAutofit/>
          </a:bodyPr>
          <a:lstStyle>
            <a:lvl1pPr marL="0" indent="0">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12" name="Text Placeholder 16">
            <a:extLst>
              <a:ext uri="{FF2B5EF4-FFF2-40B4-BE49-F238E27FC236}">
                <a16:creationId xmlns:a16="http://schemas.microsoft.com/office/drawing/2014/main" id="{FE68A898-D303-8D55-DAE9-354A3ADEF94C}"/>
              </a:ext>
            </a:extLst>
          </p:cNvPr>
          <p:cNvSpPr>
            <a:spLocks noGrp="1"/>
          </p:cNvSpPr>
          <p:nvPr>
            <p:ph type="body" sz="quarter" idx="17" hasCustomPrompt="1"/>
          </p:nvPr>
        </p:nvSpPr>
        <p:spPr>
          <a:xfrm>
            <a:off x="5704821" y="2462865"/>
            <a:ext cx="5360055" cy="600164"/>
          </a:xfrm>
        </p:spPr>
        <p:txBody>
          <a:bodyPr wrap="square">
            <a:noAutofit/>
          </a:bodyPr>
          <a:lstStyle>
            <a:lvl1pPr marL="0" indent="0">
              <a:lnSpc>
                <a:spcPct val="100000"/>
              </a:lnSpc>
              <a:spcBef>
                <a:spcPts val="0"/>
              </a:spcBef>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5" name="Picture Placeholder 2">
            <a:extLst>
              <a:ext uri="{FF2B5EF4-FFF2-40B4-BE49-F238E27FC236}">
                <a16:creationId xmlns:a16="http://schemas.microsoft.com/office/drawing/2014/main" id="{B81CC10C-2479-2172-4790-C33A7D0FDF87}"/>
              </a:ext>
            </a:extLst>
          </p:cNvPr>
          <p:cNvSpPr>
            <a:spLocks noGrp="1" noChangeAspect="1"/>
          </p:cNvSpPr>
          <p:nvPr>
            <p:ph type="pic" sz="quarter" idx="25" hasCustomPrompt="1"/>
          </p:nvPr>
        </p:nvSpPr>
        <p:spPr>
          <a:xfrm>
            <a:off x="4629921" y="3586358"/>
            <a:ext cx="759113" cy="759113"/>
          </a:xfrm>
        </p:spPr>
        <p:txBody>
          <a:bodyPr lIns="144000"/>
          <a:lstStyle>
            <a:lvl1pPr marL="0" indent="0">
              <a:buNone/>
              <a:defRPr sz="1400"/>
            </a:lvl1pPr>
          </a:lstStyle>
          <a:p>
            <a:r>
              <a:rPr lang="en-US"/>
              <a:t>Icon</a:t>
            </a:r>
          </a:p>
        </p:txBody>
      </p:sp>
      <p:sp>
        <p:nvSpPr>
          <p:cNvPr id="9" name="Text Placeholder 22">
            <a:extLst>
              <a:ext uri="{FF2B5EF4-FFF2-40B4-BE49-F238E27FC236}">
                <a16:creationId xmlns:a16="http://schemas.microsoft.com/office/drawing/2014/main" id="{9D4E19AD-AAFC-4CA9-0DD1-B7CB4DF0A72F}"/>
              </a:ext>
            </a:extLst>
          </p:cNvPr>
          <p:cNvSpPr>
            <a:spLocks noGrp="1"/>
          </p:cNvSpPr>
          <p:nvPr>
            <p:ph type="body" sz="quarter" idx="18" hasCustomPrompt="1"/>
          </p:nvPr>
        </p:nvSpPr>
        <p:spPr>
          <a:xfrm>
            <a:off x="5704822" y="3587071"/>
            <a:ext cx="5360054" cy="263149"/>
          </a:xfrm>
        </p:spPr>
        <p:txBody>
          <a:bodyPr wrap="square" anchor="b">
            <a:noAutofit/>
          </a:bodyPr>
          <a:lstStyle>
            <a:lvl1pPr marL="0" indent="0">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13" name="Text Placeholder 16">
            <a:extLst>
              <a:ext uri="{FF2B5EF4-FFF2-40B4-BE49-F238E27FC236}">
                <a16:creationId xmlns:a16="http://schemas.microsoft.com/office/drawing/2014/main" id="{EA88F319-A94C-7FA8-D23A-48F40D533176}"/>
              </a:ext>
            </a:extLst>
          </p:cNvPr>
          <p:cNvSpPr>
            <a:spLocks noGrp="1"/>
          </p:cNvSpPr>
          <p:nvPr>
            <p:ph type="body" sz="quarter" idx="19" hasCustomPrompt="1"/>
          </p:nvPr>
        </p:nvSpPr>
        <p:spPr>
          <a:xfrm>
            <a:off x="5704821" y="3906322"/>
            <a:ext cx="5360055" cy="600164"/>
          </a:xfrm>
        </p:spPr>
        <p:txBody>
          <a:bodyPr wrap="square">
            <a:noAutofit/>
          </a:bodyPr>
          <a:lstStyle>
            <a:lvl1pPr marL="0" indent="0">
              <a:lnSpc>
                <a:spcPct val="100000"/>
              </a:lnSpc>
              <a:spcBef>
                <a:spcPts val="0"/>
              </a:spcBef>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6" name="Picture Placeholder 2">
            <a:extLst>
              <a:ext uri="{FF2B5EF4-FFF2-40B4-BE49-F238E27FC236}">
                <a16:creationId xmlns:a16="http://schemas.microsoft.com/office/drawing/2014/main" id="{36FDE296-B561-8BFB-75AC-DF9E526B6014}"/>
              </a:ext>
            </a:extLst>
          </p:cNvPr>
          <p:cNvSpPr>
            <a:spLocks noGrp="1" noChangeAspect="1"/>
          </p:cNvSpPr>
          <p:nvPr>
            <p:ph type="pic" sz="quarter" idx="26" hasCustomPrompt="1"/>
          </p:nvPr>
        </p:nvSpPr>
        <p:spPr>
          <a:xfrm>
            <a:off x="4629921" y="5033933"/>
            <a:ext cx="759113" cy="759113"/>
          </a:xfrm>
        </p:spPr>
        <p:txBody>
          <a:bodyPr lIns="144000"/>
          <a:lstStyle>
            <a:lvl1pPr marL="0" indent="0">
              <a:buNone/>
              <a:defRPr sz="1400"/>
            </a:lvl1pPr>
          </a:lstStyle>
          <a:p>
            <a:r>
              <a:rPr lang="en-US"/>
              <a:t>Icon</a:t>
            </a:r>
          </a:p>
        </p:txBody>
      </p:sp>
      <p:sp>
        <p:nvSpPr>
          <p:cNvPr id="10" name="Text Placeholder 22">
            <a:extLst>
              <a:ext uri="{FF2B5EF4-FFF2-40B4-BE49-F238E27FC236}">
                <a16:creationId xmlns:a16="http://schemas.microsoft.com/office/drawing/2014/main" id="{D992648B-AB2D-7A33-2295-0C1C75B319F2}"/>
              </a:ext>
            </a:extLst>
          </p:cNvPr>
          <p:cNvSpPr>
            <a:spLocks noGrp="1"/>
          </p:cNvSpPr>
          <p:nvPr>
            <p:ph type="body" sz="quarter" idx="20" hasCustomPrompt="1"/>
          </p:nvPr>
        </p:nvSpPr>
        <p:spPr>
          <a:xfrm>
            <a:off x="5704822" y="5021236"/>
            <a:ext cx="5360054" cy="263149"/>
          </a:xfrm>
        </p:spPr>
        <p:txBody>
          <a:bodyPr wrap="square" anchor="b">
            <a:noAutofit/>
          </a:bodyPr>
          <a:lstStyle>
            <a:lvl1pPr marL="0" indent="0">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14" name="Text Placeholder 16">
            <a:extLst>
              <a:ext uri="{FF2B5EF4-FFF2-40B4-BE49-F238E27FC236}">
                <a16:creationId xmlns:a16="http://schemas.microsoft.com/office/drawing/2014/main" id="{650DFDAE-2409-3A42-4F81-05073BC1CAE7}"/>
              </a:ext>
            </a:extLst>
          </p:cNvPr>
          <p:cNvSpPr>
            <a:spLocks noGrp="1"/>
          </p:cNvSpPr>
          <p:nvPr>
            <p:ph type="body" sz="quarter" idx="21" hasCustomPrompt="1"/>
          </p:nvPr>
        </p:nvSpPr>
        <p:spPr>
          <a:xfrm>
            <a:off x="5704821" y="5340487"/>
            <a:ext cx="5360055" cy="600164"/>
          </a:xfrm>
        </p:spPr>
        <p:txBody>
          <a:bodyPr wrap="square">
            <a:noAutofit/>
          </a:bodyPr>
          <a:lstStyle>
            <a:lvl1pPr marL="0" indent="0">
              <a:lnSpc>
                <a:spcPct val="100000"/>
              </a:lnSpc>
              <a:spcBef>
                <a:spcPts val="0"/>
              </a:spcBef>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grpSp>
        <p:nvGrpSpPr>
          <p:cNvPr id="15" name="Group 14">
            <a:extLst>
              <a:ext uri="{FF2B5EF4-FFF2-40B4-BE49-F238E27FC236}">
                <a16:creationId xmlns:a16="http://schemas.microsoft.com/office/drawing/2014/main" id="{F77BD259-5024-44B6-4331-133DCABB8F9C}"/>
              </a:ext>
            </a:extLst>
          </p:cNvPr>
          <p:cNvGrpSpPr/>
          <p:nvPr userDrawn="1"/>
        </p:nvGrpSpPr>
        <p:grpSpPr>
          <a:xfrm>
            <a:off x="12290489" y="-1"/>
            <a:ext cx="2910882" cy="6858001"/>
            <a:chOff x="12290489" y="-1"/>
            <a:chExt cx="2910882" cy="6858001"/>
          </a:xfrm>
        </p:grpSpPr>
        <p:sp>
          <p:nvSpPr>
            <p:cNvPr id="16" name="Rectangle 15">
              <a:extLst>
                <a:ext uri="{FF2B5EF4-FFF2-40B4-BE49-F238E27FC236}">
                  <a16:creationId xmlns:a16="http://schemas.microsoft.com/office/drawing/2014/main" id="{52FE775B-0093-4339-5EF6-270DB363C18B}"/>
                </a:ext>
              </a:extLst>
            </p:cNvPr>
            <p:cNvSpPr/>
            <p:nvPr userDrawn="1"/>
          </p:nvSpPr>
          <p:spPr>
            <a:xfrm>
              <a:off x="12290489" y="-1"/>
              <a:ext cx="2735151" cy="6858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latin typeface="Aptos" panose="020B0004020202020204" pitchFamily="34" charset="0"/>
                <a:cs typeface="Aparajita" panose="02020603050405020304" pitchFamily="18" charset="0"/>
              </a:endParaRPr>
            </a:p>
          </p:txBody>
        </p:sp>
        <p:sp>
          <p:nvSpPr>
            <p:cNvPr id="17" name="TextBox 16">
              <a:extLst>
                <a:ext uri="{FF2B5EF4-FFF2-40B4-BE49-F238E27FC236}">
                  <a16:creationId xmlns:a16="http://schemas.microsoft.com/office/drawing/2014/main" id="{916B6350-C36C-32D0-951C-C8D8FB8416BF}"/>
                </a:ext>
              </a:extLst>
            </p:cNvPr>
            <p:cNvSpPr txBox="1"/>
            <p:nvPr userDrawn="1"/>
          </p:nvSpPr>
          <p:spPr>
            <a:xfrm>
              <a:off x="12449814" y="173148"/>
              <a:ext cx="1455527"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lvl="0"/>
              <a:r>
                <a:rPr lang="en-US" b="1">
                  <a:solidFill>
                    <a:schemeClr val="bg1"/>
                  </a:solidFill>
                  <a:latin typeface="Aptos" panose="020B0004020202020204" pitchFamily="34" charset="0"/>
                  <a:cs typeface="Aparajita" panose="02020603050405020304" pitchFamily="18" charset="0"/>
                </a:rPr>
                <a:t>HOW TO ADD AN ICON</a:t>
              </a:r>
            </a:p>
          </p:txBody>
        </p:sp>
        <p:cxnSp>
          <p:nvCxnSpPr>
            <p:cNvPr id="18" name="Straight Connector 17">
              <a:extLst>
                <a:ext uri="{FF2B5EF4-FFF2-40B4-BE49-F238E27FC236}">
                  <a16:creationId xmlns:a16="http://schemas.microsoft.com/office/drawing/2014/main" id="{E47D660B-4936-78D8-F4A4-DAB0BC7E03C5}"/>
                </a:ext>
              </a:extLst>
            </p:cNvPr>
            <p:cNvCxnSpPr>
              <a:cxnSpLocks/>
            </p:cNvCxnSpPr>
            <p:nvPr userDrawn="1"/>
          </p:nvCxnSpPr>
          <p:spPr>
            <a:xfrm>
              <a:off x="12449814" y="423012"/>
              <a:ext cx="270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FBC0AE0E-4AD4-BEE7-FD9C-5EA2E0A1B141}"/>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b="1">
                  <a:latin typeface="Aptos" panose="020B0004020202020204" pitchFamily="34" charset="0"/>
                  <a:cs typeface="Aparajita" panose="02020603050405020304" pitchFamily="18" charset="0"/>
                </a:rPr>
                <a:t>Method 1: </a:t>
              </a:r>
              <a:r>
                <a:rPr lang="en-US" sz="600" b="0">
                  <a:latin typeface="Aptos" panose="020B0004020202020204" pitchFamily="34" charset="0"/>
                  <a:cs typeface="Aparajita" panose="02020603050405020304" pitchFamily="18" charset="0"/>
                </a:rPr>
                <a:t>from file browser</a:t>
              </a:r>
            </a:p>
            <a:p>
              <a:pPr lvl="1">
                <a:buNone/>
              </a:pPr>
              <a:r>
                <a:rPr lang="en-US" sz="1050">
                  <a:latin typeface="Aptos" panose="020B0004020202020204" pitchFamily="34" charset="0"/>
                  <a:cs typeface="Aparajita" panose="02020603050405020304" pitchFamily="18" charset="0"/>
                </a:rPr>
                <a:t>Drag the icon onto the slide.</a:t>
              </a:r>
            </a:p>
            <a:p>
              <a:pPr marL="0" marR="0" lvl="1" indent="0" algn="l" defTabSz="914400" rtl="0" eaLnBrk="1" fontAlgn="auto" latinLnBrk="0" hangingPunct="1">
                <a:lnSpc>
                  <a:spcPct val="90000"/>
                </a:lnSpc>
                <a:spcBef>
                  <a:spcPts val="0"/>
                </a:spcBef>
                <a:spcAft>
                  <a:spcPts val="300"/>
                </a:spcAft>
                <a:buClrTx/>
                <a:buSzTx/>
                <a:buFontTx/>
                <a:buNone/>
                <a:tabLst/>
                <a:defRPr/>
              </a:pPr>
              <a:r>
                <a:rPr lang="en-US" sz="700">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lang="en-US" sz="1000">
                <a:latin typeface="Aptos" panose="020B0004020202020204" pitchFamily="34" charset="0"/>
                <a:cs typeface="Aparajita" panose="02020603050405020304" pitchFamily="18" charset="0"/>
              </a:endParaRPr>
            </a:p>
          </p:txBody>
        </p:sp>
        <p:sp>
          <p:nvSpPr>
            <p:cNvPr id="20" name="TextBox 19">
              <a:extLst>
                <a:ext uri="{FF2B5EF4-FFF2-40B4-BE49-F238E27FC236}">
                  <a16:creationId xmlns:a16="http://schemas.microsoft.com/office/drawing/2014/main" id="{49209059-CF1E-08D3-3F7A-FAC35FDA9BBF}"/>
                </a:ext>
              </a:extLst>
            </p:cNvPr>
            <p:cNvSpPr txBox="1">
              <a:spLocks noChangeAspect="1"/>
            </p:cNvSpPr>
            <p:nvPr/>
          </p:nvSpPr>
          <p:spPr>
            <a:xfrm>
              <a:off x="12449814" y="566082"/>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1</a:t>
              </a:r>
            </a:p>
          </p:txBody>
        </p:sp>
        <p:sp>
          <p:nvSpPr>
            <p:cNvPr id="21" name="TextBox 20">
              <a:extLst>
                <a:ext uri="{FF2B5EF4-FFF2-40B4-BE49-F238E27FC236}">
                  <a16:creationId xmlns:a16="http://schemas.microsoft.com/office/drawing/2014/main" id="{0C971D57-2421-B227-300E-995A04705C6F}"/>
                </a:ext>
              </a:extLst>
            </p:cNvPr>
            <p:cNvSpPr txBox="1">
              <a:spLocks noChangeAspect="1"/>
            </p:cNvSpPr>
            <p:nvPr/>
          </p:nvSpPr>
          <p:spPr>
            <a:xfrm>
              <a:off x="12449814" y="1018081"/>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2</a:t>
              </a:r>
            </a:p>
          </p:txBody>
        </p:sp>
        <p:sp>
          <p:nvSpPr>
            <p:cNvPr id="22" name="TextBox 21">
              <a:extLst>
                <a:ext uri="{FF2B5EF4-FFF2-40B4-BE49-F238E27FC236}">
                  <a16:creationId xmlns:a16="http://schemas.microsoft.com/office/drawing/2014/main" id="{BBE78A04-3089-6613-C6E2-1FC39D17BE01}"/>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0">
                <a:spcBef>
                  <a:spcPts val="700"/>
                </a:spcBef>
              </a:pPr>
              <a:r>
                <a:rPr lang="en-US">
                  <a:latin typeface="Aptos" panose="020B0004020202020204" pitchFamily="34" charset="0"/>
                  <a:cs typeface="Aparajita" panose="02020603050405020304" pitchFamily="18" charset="0"/>
                </a:rPr>
                <a:t>Source icon from the </a:t>
              </a:r>
              <a:br>
                <a:rPr lang="en-US">
                  <a:latin typeface="Aptos" panose="020B0004020202020204" pitchFamily="34" charset="0"/>
                  <a:cs typeface="Aparajita" panose="02020603050405020304" pitchFamily="18" charset="0"/>
                </a:rPr>
              </a:br>
              <a:r>
                <a:rPr lang="en-US">
                  <a:solidFill>
                    <a:schemeClr val="accent1"/>
                  </a:solidFill>
                  <a:latin typeface="Aptos" panose="020B0004020202020204" pitchFamily="34" charset="0"/>
                  <a:cs typeface="Aparajita" panose="02020603050405020304" pitchFamily="18" charset="0"/>
                </a:rPr>
                <a:t>Qualcomm Icon Library</a:t>
              </a:r>
            </a:p>
            <a:p>
              <a:pPr lvl="0">
                <a:spcBef>
                  <a:spcPts val="700"/>
                </a:spcBef>
              </a:pPr>
              <a:r>
                <a:rPr lang="en-US">
                  <a:latin typeface="Aptos" panose="020B0004020202020204" pitchFamily="34" charset="0"/>
                  <a:cs typeface="Aparajita" panose="02020603050405020304" pitchFamily="18" charset="0"/>
                </a:rPr>
                <a:t>Add the icon to the placeholder.</a:t>
              </a:r>
            </a:p>
          </p:txBody>
        </p:sp>
        <p:sp>
          <p:nvSpPr>
            <p:cNvPr id="23" name="TextBox 22">
              <a:extLst>
                <a:ext uri="{FF2B5EF4-FFF2-40B4-BE49-F238E27FC236}">
                  <a16:creationId xmlns:a16="http://schemas.microsoft.com/office/drawing/2014/main" id="{9056B1A2-EA1B-551F-CE17-C2C9E6A48604}"/>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2: </a:t>
              </a:r>
              <a:r>
                <a:rPr lang="en-US" sz="600" b="0">
                  <a:latin typeface="Aptos" panose="020B0004020202020204" pitchFamily="34" charset="0"/>
                  <a:cs typeface="Aparajita" panose="02020603050405020304" pitchFamily="18" charset="0"/>
                </a:rPr>
                <a:t>Paste from clipboard</a:t>
              </a:r>
            </a:p>
            <a:p>
              <a:pPr lvl="1">
                <a:buNone/>
              </a:pPr>
              <a:r>
                <a:rPr lang="en-US" sz="1050">
                  <a:latin typeface="Aptos" panose="020B0004020202020204" pitchFamily="34" charset="0"/>
                  <a:cs typeface="Aparajita" panose="02020603050405020304" pitchFamily="18" charset="0"/>
                </a:rPr>
                <a:t>Select the icon placeholder.</a:t>
              </a:r>
            </a:p>
            <a:p>
              <a:pPr lvl="1">
                <a:buNone/>
              </a:pPr>
              <a:r>
                <a:rPr lang="en-US" sz="1050">
                  <a:latin typeface="Aptos" panose="020B0004020202020204" pitchFamily="34" charset="0"/>
                  <a:cs typeface="Aparajita" panose="02020603050405020304" pitchFamily="18" charset="0"/>
                </a:rPr>
                <a:t>Right-click or use keyboard shortcuts to paste the icon.</a:t>
              </a:r>
            </a:p>
          </p:txBody>
        </p:sp>
        <p:sp>
          <p:nvSpPr>
            <p:cNvPr id="24" name="TextBox 23">
              <a:extLst>
                <a:ext uri="{FF2B5EF4-FFF2-40B4-BE49-F238E27FC236}">
                  <a16:creationId xmlns:a16="http://schemas.microsoft.com/office/drawing/2014/main" id="{0D4E0F89-0DA1-B58C-F760-D369065B0B77}"/>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3: </a:t>
              </a:r>
              <a:r>
                <a:rPr lang="en-US" sz="600" b="0">
                  <a:latin typeface="Aptos" panose="020B0004020202020204" pitchFamily="34" charset="0"/>
                  <a:cs typeface="Aparajita" panose="02020603050405020304" pitchFamily="18" charset="0"/>
                </a:rPr>
                <a:t>Placeholder icon</a:t>
              </a:r>
            </a:p>
            <a:p>
              <a:pPr lvl="1">
                <a:buNone/>
              </a:pPr>
              <a:r>
                <a:rPr lang="en-US" sz="1050">
                  <a:latin typeface="Aptos" panose="020B0004020202020204" pitchFamily="34" charset="0"/>
                  <a:cs typeface="Aparajita" panose="02020603050405020304" pitchFamily="18" charset="0"/>
                </a:rPr>
                <a:t>Click the image icon inside the placeholder to browse for an icon.</a:t>
              </a:r>
            </a:p>
          </p:txBody>
        </p:sp>
        <p:grpSp>
          <p:nvGrpSpPr>
            <p:cNvPr id="25" name="Group 24">
              <a:extLst>
                <a:ext uri="{FF2B5EF4-FFF2-40B4-BE49-F238E27FC236}">
                  <a16:creationId xmlns:a16="http://schemas.microsoft.com/office/drawing/2014/main" id="{E1D13BA3-44A8-CAFB-C917-A93DE8FDC4EC}"/>
                </a:ext>
              </a:extLst>
            </p:cNvPr>
            <p:cNvGrpSpPr/>
            <p:nvPr userDrawn="1"/>
          </p:nvGrpSpPr>
          <p:grpSpPr>
            <a:xfrm>
              <a:off x="12429548" y="3236396"/>
              <a:ext cx="2735151" cy="1280928"/>
              <a:chOff x="9286315" y="6976989"/>
              <a:chExt cx="2735151" cy="1280928"/>
            </a:xfrm>
          </p:grpSpPr>
          <p:sp>
            <p:nvSpPr>
              <p:cNvPr id="36" name="Rectangle 35">
                <a:extLst>
                  <a:ext uri="{FF2B5EF4-FFF2-40B4-BE49-F238E27FC236}">
                    <a16:creationId xmlns:a16="http://schemas.microsoft.com/office/drawing/2014/main" id="{7A32D45A-C3C8-4CCC-D60D-8700BE89FC85}"/>
                  </a:ext>
                </a:extLst>
              </p:cNvPr>
              <p:cNvSpPr/>
              <p:nvPr userDrawn="1"/>
            </p:nvSpPr>
            <p:spPr>
              <a:xfrm>
                <a:off x="9286315" y="6976989"/>
                <a:ext cx="2735151" cy="128092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37" name="TextBox 36">
                <a:extLst>
                  <a:ext uri="{FF2B5EF4-FFF2-40B4-BE49-F238E27FC236}">
                    <a16:creationId xmlns:a16="http://schemas.microsoft.com/office/drawing/2014/main" id="{3F6B4FEE-B9D7-E3A2-54A0-6CB4EB6508A6}"/>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Cropping Graphics</a:t>
                </a:r>
              </a:p>
            </p:txBody>
          </p:sp>
          <p:pic>
            <p:nvPicPr>
              <p:cNvPr id="38" name="Graphic 37">
                <a:extLst>
                  <a:ext uri="{FF2B5EF4-FFF2-40B4-BE49-F238E27FC236}">
                    <a16:creationId xmlns:a16="http://schemas.microsoft.com/office/drawing/2014/main" id="{AB491D60-107E-9739-2EDC-58193D6B2F5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39" name="TextBox 38">
                <a:extLst>
                  <a:ext uri="{FF2B5EF4-FFF2-40B4-BE49-F238E27FC236}">
                    <a16:creationId xmlns:a16="http://schemas.microsoft.com/office/drawing/2014/main" id="{57DC661C-AD94-461B-568F-70D6BC770727}"/>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Right-click on the icon.</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Choose “Crop” from the menu. (           )</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Adjust the size and position of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Press Esc or click outside the image area to exit the cropping mode.</a:t>
                </a:r>
              </a:p>
            </p:txBody>
          </p:sp>
          <p:pic>
            <p:nvPicPr>
              <p:cNvPr id="40" name="Picture 39">
                <a:extLst>
                  <a:ext uri="{FF2B5EF4-FFF2-40B4-BE49-F238E27FC236}">
                    <a16:creationId xmlns:a16="http://schemas.microsoft.com/office/drawing/2014/main" id="{6D706E30-F202-512E-97C2-B5A1E80B10F2}"/>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41" name="TextBox 40">
                <a:extLst>
                  <a:ext uri="{FF2B5EF4-FFF2-40B4-BE49-F238E27FC236}">
                    <a16:creationId xmlns:a16="http://schemas.microsoft.com/office/drawing/2014/main" id="{F168A4D1-5CBC-0C8E-508D-C0418A398772}"/>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nvGrpSpPr>
            <p:cNvPr id="26" name="Group 25">
              <a:extLst>
                <a:ext uri="{FF2B5EF4-FFF2-40B4-BE49-F238E27FC236}">
                  <a16:creationId xmlns:a16="http://schemas.microsoft.com/office/drawing/2014/main" id="{F52AE86E-D8B8-1BF3-EC0B-3797D2FE28B7}"/>
                </a:ext>
              </a:extLst>
            </p:cNvPr>
            <p:cNvGrpSpPr/>
            <p:nvPr userDrawn="1"/>
          </p:nvGrpSpPr>
          <p:grpSpPr>
            <a:xfrm>
              <a:off x="12429548" y="4543123"/>
              <a:ext cx="2735151" cy="2200108"/>
              <a:chOff x="9538241" y="5155416"/>
              <a:chExt cx="2735151" cy="2200108"/>
            </a:xfrm>
          </p:grpSpPr>
          <p:sp>
            <p:nvSpPr>
              <p:cNvPr id="27" name="Rectangle 26">
                <a:extLst>
                  <a:ext uri="{FF2B5EF4-FFF2-40B4-BE49-F238E27FC236}">
                    <a16:creationId xmlns:a16="http://schemas.microsoft.com/office/drawing/2014/main" id="{D6CA8E4E-476B-E795-39BB-D722B3918A62}"/>
                  </a:ext>
                </a:extLst>
              </p:cNvPr>
              <p:cNvSpPr/>
              <p:nvPr userDrawn="1"/>
            </p:nvSpPr>
            <p:spPr>
              <a:xfrm>
                <a:off x="9538241" y="5155416"/>
                <a:ext cx="2735151" cy="220010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28" name="TextBox 27">
                <a:extLst>
                  <a:ext uri="{FF2B5EF4-FFF2-40B4-BE49-F238E27FC236}">
                    <a16:creationId xmlns:a16="http://schemas.microsoft.com/office/drawing/2014/main" id="{C0ECE1EB-12A9-D2EA-BCC2-1C89AA3CA37F}"/>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Changing Icons</a:t>
                </a:r>
              </a:p>
            </p:txBody>
          </p:sp>
          <p:pic>
            <p:nvPicPr>
              <p:cNvPr id="29" name="Graphic 28">
                <a:extLst>
                  <a:ext uri="{FF2B5EF4-FFF2-40B4-BE49-F238E27FC236}">
                    <a16:creationId xmlns:a16="http://schemas.microsoft.com/office/drawing/2014/main" id="{77FFFF79-8EA8-8E88-8297-64A3AB474F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30" name="TextBox 29">
                <a:extLst>
                  <a:ext uri="{FF2B5EF4-FFF2-40B4-BE49-F238E27FC236}">
                    <a16:creationId xmlns:a16="http://schemas.microsoft.com/office/drawing/2014/main" id="{7A987C7D-D402-05C5-7814-3B4992F76448}"/>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600" b="1" kern="1200" cap="all" spc="20" baseline="0" noProof="0">
                    <a:solidFill>
                      <a:schemeClr val="tx1"/>
                    </a:solidFill>
                    <a:latin typeface="Aptos" panose="020B0004020202020204" pitchFamily="34" charset="0"/>
                    <a:ea typeface="+mn-ea"/>
                    <a:cs typeface="Aparajita" panose="02020603050405020304" pitchFamily="18" charset="0"/>
                  </a:rPr>
                  <a:t>Method 1: </a:t>
                </a:r>
                <a:r>
                  <a:rPr lang="en-US" sz="600" b="0" kern="1200" cap="all" spc="20" baseline="0" noProof="0">
                    <a:solidFill>
                      <a:schemeClr val="tx1"/>
                    </a:solidFill>
                    <a:latin typeface="Aptos" panose="020B0004020202020204" pitchFamily="34" charset="0"/>
                    <a:ea typeface="+mn-ea"/>
                    <a:cs typeface="Aparajita" panose="02020603050405020304" pitchFamily="18" charset="0"/>
                  </a:rPr>
                  <a:t>RIGHT CLICK</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Right-click on icon and select “Change Picture”</a:t>
                </a:r>
              </a:p>
            </p:txBody>
          </p:sp>
          <p:sp>
            <p:nvSpPr>
              <p:cNvPr id="31" name="TextBox 30">
                <a:extLst>
                  <a:ext uri="{FF2B5EF4-FFF2-40B4-BE49-F238E27FC236}">
                    <a16:creationId xmlns:a16="http://schemas.microsoft.com/office/drawing/2014/main" id="{358C2B31-5BF3-7D1F-F330-17B484B5CF90}"/>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lvl="1" indent="-131763" algn="l" defTabSz="914400" rtl="0" eaLnBrk="1" latinLnBrk="0" hangingPunct="1">
                  <a:lnSpc>
                    <a:spcPct val="90000"/>
                  </a:lnSpc>
                  <a:spcBef>
                    <a:spcPts val="0"/>
                  </a:spcBef>
                  <a:spcAft>
                    <a:spcPts val="300"/>
                  </a:spcAft>
                  <a:buFont typeface="Wingdings" pitchFamily="2" charset="2"/>
                  <a:buChar char="§"/>
                  <a:tabLst/>
                  <a:defRPr/>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32" name="TextBox 31">
                <a:extLst>
                  <a:ext uri="{FF2B5EF4-FFF2-40B4-BE49-F238E27FC236}">
                    <a16:creationId xmlns:a16="http://schemas.microsoft.com/office/drawing/2014/main" id="{B3A02F4C-1B41-DEEC-F47C-85A33098BDBA}"/>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Method 2: </a:t>
                </a:r>
                <a:r>
                  <a:rPr kumimoji="0" lang="en-US" sz="600" b="0"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RESET PLACEHOLDER</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First, delete the existing icon to reset the photo placeholder functionality.</a:t>
                </a:r>
              </a:p>
            </p:txBody>
          </p:sp>
          <p:sp>
            <p:nvSpPr>
              <p:cNvPr id="33" name="TextBox 32">
                <a:extLst>
                  <a:ext uri="{FF2B5EF4-FFF2-40B4-BE49-F238E27FC236}">
                    <a16:creationId xmlns:a16="http://schemas.microsoft.com/office/drawing/2014/main" id="{3674C09F-DA87-9239-0455-AFFD216A879E}"/>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You can now add a new icon as normal.</a:t>
                </a:r>
              </a:p>
            </p:txBody>
          </p:sp>
          <p:cxnSp>
            <p:nvCxnSpPr>
              <p:cNvPr id="34" name="Straight Connector 33">
                <a:extLst>
                  <a:ext uri="{FF2B5EF4-FFF2-40B4-BE49-F238E27FC236}">
                    <a16:creationId xmlns:a16="http://schemas.microsoft.com/office/drawing/2014/main" id="{9CD5E69C-23BB-9751-7615-10986D576FFD}"/>
                  </a:ext>
                </a:extLst>
              </p:cNvPr>
              <p:cNvCxnSpPr>
                <a:cxnSpLocks/>
              </p:cNvCxnSpPr>
              <p:nvPr userDrawn="1"/>
            </p:nvCxnSpPr>
            <p:spPr>
              <a:xfrm>
                <a:off x="9713479" y="5957047"/>
                <a:ext cx="27000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6345A950-5552-9237-C3A1-52E17E835B51}"/>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sp>
        <p:nvSpPr>
          <p:cNvPr id="2" name="TextBox 1">
            <a:extLst>
              <a:ext uri="{FF2B5EF4-FFF2-40B4-BE49-F238E27FC236}">
                <a16:creationId xmlns:a16="http://schemas.microsoft.com/office/drawing/2014/main" id="{BDBEE89A-B45C-7D54-BFA0-559F4BC62BC7}"/>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
        <p:nvSpPr>
          <p:cNvPr id="42" name="Footer Placeholder 2">
            <a:extLst>
              <a:ext uri="{FF2B5EF4-FFF2-40B4-BE49-F238E27FC236}">
                <a16:creationId xmlns:a16="http://schemas.microsoft.com/office/drawing/2014/main" id="{920B862D-804D-E51A-93CC-90FE3076AA3F}"/>
              </a:ext>
            </a:extLst>
          </p:cNvPr>
          <p:cNvSpPr>
            <a:spLocks noGrp="1"/>
          </p:cNvSpPr>
          <p:nvPr>
            <p:ph type="ftr" sz="quarter" idx="3"/>
          </p:nvPr>
        </p:nvSpPr>
        <p:spPr>
          <a:xfrm>
            <a:off x="515938" y="6396925"/>
            <a:ext cx="6359648" cy="118174"/>
          </a:xfrm>
          <a:prstGeom prst="rect">
            <a:avLst/>
          </a:prstGeom>
        </p:spPr>
        <p:txBody>
          <a:bodyPr vert="horz" wrap="square" lIns="0" tIns="0" rIns="0" bIns="0" rtlCol="0" anchor="b">
            <a:noAutofit/>
          </a:bodyPr>
          <a:lstStyle>
            <a:lvl1pPr marL="0" algn="l" defTabSz="685800" rtl="0" eaLnBrk="1" latinLnBrk="0" hangingPunct="1">
              <a:lnSpc>
                <a:spcPct val="96000"/>
              </a:lnSpc>
              <a:spcBef>
                <a:spcPts val="0"/>
              </a:spcBef>
              <a:spcAft>
                <a:spcPts val="225"/>
              </a:spcAft>
              <a:buClr>
                <a:srgbClr val="3253DC"/>
              </a:buClr>
              <a:buFont typeface="Arial" panose="020B0604020202020204" pitchFamily="34" charset="0"/>
              <a:buNone/>
              <a:defRPr lang="en-US" sz="800" kern="1200" baseline="0" smtClean="0">
                <a:solidFill>
                  <a:schemeClr val="accent6">
                    <a:lumMod val="90000"/>
                  </a:schemeClr>
                </a:solidFill>
                <a:latin typeface="+mn-lt"/>
                <a:ea typeface="+mn-ea"/>
                <a:cs typeface="+mn-cs"/>
              </a:defRPr>
            </a:lvl1pPr>
          </a:lstStyle>
          <a:p>
            <a:endParaRPr lang="en-CA"/>
          </a:p>
        </p:txBody>
      </p:sp>
    </p:spTree>
    <p:extLst>
      <p:ext uri="{BB962C8B-B14F-4D97-AF65-F5344CB8AC3E}">
        <p14:creationId xmlns:p14="http://schemas.microsoft.com/office/powerpoint/2010/main" val="23208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8" pos="257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Column_Dark Blue">
    <p:bg>
      <p:bgPr>
        <a:solidFill>
          <a:schemeClr val="accent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DF7D16-FB5B-A236-3D0F-5BF142E7C0B8}"/>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tx2"/>
                </a:solidFill>
                <a:latin typeface="+mj-lt"/>
                <a:ea typeface="+mj-ea"/>
                <a:cs typeface="+mj-cs"/>
              </a:defRPr>
            </a:lvl1pPr>
          </a:lstStyle>
          <a:p>
            <a:r>
              <a:rPr lang="en-US"/>
              <a:t>Two column layout</a:t>
            </a:r>
            <a:br>
              <a:rPr lang="en-US"/>
            </a:br>
            <a:r>
              <a:rPr lang="en-US"/>
              <a:t>Title 2 lines maximum</a:t>
            </a:r>
            <a:endParaRPr lang="en-CA"/>
          </a:p>
        </p:txBody>
      </p:sp>
      <p:sp>
        <p:nvSpPr>
          <p:cNvPr id="8" name="Picture Placeholder 2">
            <a:extLst>
              <a:ext uri="{FF2B5EF4-FFF2-40B4-BE49-F238E27FC236}">
                <a16:creationId xmlns:a16="http://schemas.microsoft.com/office/drawing/2014/main" id="{BDA827D7-28EB-4441-6CCA-2B0C03B56D27}"/>
              </a:ext>
            </a:extLst>
          </p:cNvPr>
          <p:cNvSpPr>
            <a:spLocks noGrp="1" noChangeAspect="1"/>
          </p:cNvSpPr>
          <p:nvPr>
            <p:ph type="pic" sz="quarter" idx="25" hasCustomPrompt="1"/>
          </p:nvPr>
        </p:nvSpPr>
        <p:spPr>
          <a:xfrm>
            <a:off x="531812" y="1601038"/>
            <a:ext cx="835024" cy="835024"/>
          </a:xfrm>
        </p:spPr>
        <p:txBody>
          <a:bodyPr lIns="144000"/>
          <a:lstStyle>
            <a:lvl1pPr marL="0" indent="0">
              <a:buNone/>
              <a:defRPr sz="1400"/>
            </a:lvl1pPr>
          </a:lstStyle>
          <a:p>
            <a:r>
              <a:rPr lang="en-US"/>
              <a:t>Icon</a:t>
            </a:r>
          </a:p>
        </p:txBody>
      </p:sp>
      <p:sp>
        <p:nvSpPr>
          <p:cNvPr id="11" name="Text Placeholder 22">
            <a:extLst>
              <a:ext uri="{FF2B5EF4-FFF2-40B4-BE49-F238E27FC236}">
                <a16:creationId xmlns:a16="http://schemas.microsoft.com/office/drawing/2014/main" id="{702446A2-99D5-4B8F-3663-6D6D7C0900E3}"/>
              </a:ext>
            </a:extLst>
          </p:cNvPr>
          <p:cNvSpPr>
            <a:spLocks noGrp="1"/>
          </p:cNvSpPr>
          <p:nvPr>
            <p:ph type="body" sz="quarter" idx="27" hasCustomPrompt="1"/>
          </p:nvPr>
        </p:nvSpPr>
        <p:spPr>
          <a:xfrm>
            <a:off x="531810" y="2489200"/>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7" name="Text Placeholder 16">
            <a:extLst>
              <a:ext uri="{FF2B5EF4-FFF2-40B4-BE49-F238E27FC236}">
                <a16:creationId xmlns:a16="http://schemas.microsoft.com/office/drawing/2014/main" id="{3A1602AA-A8D3-DBB9-03DE-82B0711162CD}"/>
              </a:ext>
            </a:extLst>
          </p:cNvPr>
          <p:cNvSpPr>
            <a:spLocks noGrp="1"/>
          </p:cNvSpPr>
          <p:nvPr>
            <p:ph type="body" sz="quarter" idx="15" hasCustomPrompt="1"/>
          </p:nvPr>
        </p:nvSpPr>
        <p:spPr>
          <a:xfrm>
            <a:off x="531812" y="3651121"/>
            <a:ext cx="5429386" cy="2508379"/>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Nunc </a:t>
            </a:r>
            <a:r>
              <a:rPr lang="en-US" err="1"/>
              <a:t>viverra</a:t>
            </a:r>
            <a:r>
              <a:rPr lang="en-US"/>
              <a:t> </a:t>
            </a:r>
            <a:r>
              <a:rPr lang="en-US" err="1"/>
              <a:t>imperdiet</a:t>
            </a:r>
            <a:r>
              <a:rPr lang="en-US"/>
              <a:t> </a:t>
            </a:r>
            <a:r>
              <a:rPr lang="en-US" err="1"/>
              <a:t>enim</a:t>
            </a:r>
            <a:r>
              <a:rPr lang="en-US"/>
              <a:t>. </a:t>
            </a:r>
            <a:r>
              <a:rPr lang="en-US" err="1"/>
              <a:t>Fusce</a:t>
            </a:r>
            <a:r>
              <a:rPr lang="en-US"/>
              <a:t> est. </a:t>
            </a:r>
            <a:r>
              <a:rPr lang="en-US" err="1"/>
              <a:t>Vivamus</a:t>
            </a:r>
            <a:r>
              <a:rPr lang="en-US"/>
              <a:t> a </a:t>
            </a:r>
            <a:r>
              <a:rPr lang="en-US" err="1"/>
              <a:t>tellus</a:t>
            </a:r>
            <a:endParaRPr lang="en-US"/>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fames ac </a:t>
            </a:r>
            <a:r>
              <a:rPr lang="en-US" err="1"/>
              <a:t>turpis</a:t>
            </a:r>
            <a:r>
              <a:rPr lang="en-US"/>
              <a:t> </a:t>
            </a:r>
            <a:r>
              <a:rPr lang="en-US" err="1"/>
              <a:t>egestas</a:t>
            </a:r>
            <a:r>
              <a:rPr lang="en-US"/>
              <a:t>. Proin pharetra </a:t>
            </a:r>
            <a:r>
              <a:rPr lang="en-US" err="1"/>
              <a:t>nonummy</a:t>
            </a:r>
            <a:r>
              <a:rPr lang="en-US"/>
              <a:t> </a:t>
            </a:r>
            <a:r>
              <a:rPr lang="en-US" err="1"/>
              <a:t>pede</a:t>
            </a:r>
            <a:r>
              <a:rPr lang="en-US"/>
              <a:t>. </a:t>
            </a:r>
            <a:r>
              <a:rPr lang="en-US" err="1"/>
              <a:t>Mauris</a:t>
            </a:r>
            <a:r>
              <a:rPr lang="en-US"/>
              <a:t> et </a:t>
            </a:r>
            <a:r>
              <a:rPr lang="en-US" err="1"/>
              <a:t>orci</a:t>
            </a:r>
            <a:r>
              <a:rPr lang="en-US"/>
              <a:t>.</a:t>
            </a:r>
          </a:p>
        </p:txBody>
      </p:sp>
      <p:sp>
        <p:nvSpPr>
          <p:cNvPr id="6" name="TextBox 5">
            <a:extLst>
              <a:ext uri="{FF2B5EF4-FFF2-40B4-BE49-F238E27FC236}">
                <a16:creationId xmlns:a16="http://schemas.microsoft.com/office/drawing/2014/main" id="{CD417586-D17D-B05D-5384-E37636F2EE20}"/>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grpSp>
        <p:nvGrpSpPr>
          <p:cNvPr id="37" name="Group 36">
            <a:extLst>
              <a:ext uri="{FF2B5EF4-FFF2-40B4-BE49-F238E27FC236}">
                <a16:creationId xmlns:a16="http://schemas.microsoft.com/office/drawing/2014/main" id="{10F49D17-1776-704C-F74F-C44449FC5E27}"/>
              </a:ext>
            </a:extLst>
          </p:cNvPr>
          <p:cNvGrpSpPr/>
          <p:nvPr userDrawn="1"/>
        </p:nvGrpSpPr>
        <p:grpSpPr>
          <a:xfrm>
            <a:off x="12290489" y="-1"/>
            <a:ext cx="2910882" cy="6858001"/>
            <a:chOff x="12290489" y="-1"/>
            <a:chExt cx="2910882" cy="6858001"/>
          </a:xfrm>
        </p:grpSpPr>
        <p:sp>
          <p:nvSpPr>
            <p:cNvPr id="38" name="Rectangle 37">
              <a:extLst>
                <a:ext uri="{FF2B5EF4-FFF2-40B4-BE49-F238E27FC236}">
                  <a16:creationId xmlns:a16="http://schemas.microsoft.com/office/drawing/2014/main" id="{EDF2EBFD-3940-9CE6-E2E4-A2DB14C55283}"/>
                </a:ext>
              </a:extLst>
            </p:cNvPr>
            <p:cNvSpPr/>
            <p:nvPr userDrawn="1"/>
          </p:nvSpPr>
          <p:spPr>
            <a:xfrm>
              <a:off x="12290489" y="-1"/>
              <a:ext cx="2735151" cy="6858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latin typeface="Aptos" panose="020B0004020202020204" pitchFamily="34" charset="0"/>
                <a:cs typeface="Aparajita" panose="02020603050405020304" pitchFamily="18" charset="0"/>
              </a:endParaRPr>
            </a:p>
          </p:txBody>
        </p:sp>
        <p:sp>
          <p:nvSpPr>
            <p:cNvPr id="39" name="TextBox 38">
              <a:extLst>
                <a:ext uri="{FF2B5EF4-FFF2-40B4-BE49-F238E27FC236}">
                  <a16:creationId xmlns:a16="http://schemas.microsoft.com/office/drawing/2014/main" id="{4FA1526F-D10C-3137-C3EB-5ED0C5512632}"/>
                </a:ext>
              </a:extLst>
            </p:cNvPr>
            <p:cNvSpPr txBox="1"/>
            <p:nvPr userDrawn="1"/>
          </p:nvSpPr>
          <p:spPr>
            <a:xfrm>
              <a:off x="12449814" y="173148"/>
              <a:ext cx="1455527"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lvl="0"/>
              <a:r>
                <a:rPr lang="en-US" b="1">
                  <a:solidFill>
                    <a:schemeClr val="bg1"/>
                  </a:solidFill>
                  <a:latin typeface="Aptos" panose="020B0004020202020204" pitchFamily="34" charset="0"/>
                  <a:cs typeface="Aparajita" panose="02020603050405020304" pitchFamily="18" charset="0"/>
                </a:rPr>
                <a:t>HOW TO ADD AN ICON</a:t>
              </a:r>
            </a:p>
          </p:txBody>
        </p:sp>
        <p:cxnSp>
          <p:nvCxnSpPr>
            <p:cNvPr id="40" name="Straight Connector 39">
              <a:extLst>
                <a:ext uri="{FF2B5EF4-FFF2-40B4-BE49-F238E27FC236}">
                  <a16:creationId xmlns:a16="http://schemas.microsoft.com/office/drawing/2014/main" id="{FDF68A1C-6DE8-56A7-465F-77F758319340}"/>
                </a:ext>
              </a:extLst>
            </p:cNvPr>
            <p:cNvCxnSpPr>
              <a:cxnSpLocks/>
            </p:cNvCxnSpPr>
            <p:nvPr userDrawn="1"/>
          </p:nvCxnSpPr>
          <p:spPr>
            <a:xfrm>
              <a:off x="12449814" y="423012"/>
              <a:ext cx="270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07F427A8-EEBF-A0CE-7522-66C59E5C6DF4}"/>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b="1">
                  <a:latin typeface="Aptos" panose="020B0004020202020204" pitchFamily="34" charset="0"/>
                  <a:cs typeface="Aparajita" panose="02020603050405020304" pitchFamily="18" charset="0"/>
                </a:rPr>
                <a:t>Method 1: </a:t>
              </a:r>
              <a:r>
                <a:rPr lang="en-US" sz="600" b="0">
                  <a:latin typeface="Aptos" panose="020B0004020202020204" pitchFamily="34" charset="0"/>
                  <a:cs typeface="Aparajita" panose="02020603050405020304" pitchFamily="18" charset="0"/>
                </a:rPr>
                <a:t>from file browser</a:t>
              </a:r>
            </a:p>
            <a:p>
              <a:pPr lvl="1">
                <a:buNone/>
              </a:pPr>
              <a:r>
                <a:rPr lang="en-US" sz="1050">
                  <a:latin typeface="Aptos" panose="020B0004020202020204" pitchFamily="34" charset="0"/>
                  <a:cs typeface="Aparajita" panose="02020603050405020304" pitchFamily="18" charset="0"/>
                </a:rPr>
                <a:t>Drag the icon onto the slide.</a:t>
              </a:r>
            </a:p>
            <a:p>
              <a:pPr marL="0" marR="0" lvl="1" indent="0" algn="l" defTabSz="914400" rtl="0" eaLnBrk="1" fontAlgn="auto" latinLnBrk="0" hangingPunct="1">
                <a:lnSpc>
                  <a:spcPct val="90000"/>
                </a:lnSpc>
                <a:spcBef>
                  <a:spcPts val="0"/>
                </a:spcBef>
                <a:spcAft>
                  <a:spcPts val="300"/>
                </a:spcAft>
                <a:buClrTx/>
                <a:buSzTx/>
                <a:buFontTx/>
                <a:buNone/>
                <a:tabLst/>
                <a:defRPr/>
              </a:pPr>
              <a:r>
                <a:rPr lang="en-US" sz="700">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lang="en-US" sz="1000">
                <a:latin typeface="Aptos" panose="020B0004020202020204" pitchFamily="34" charset="0"/>
                <a:cs typeface="Aparajita" panose="02020603050405020304" pitchFamily="18" charset="0"/>
              </a:endParaRPr>
            </a:p>
          </p:txBody>
        </p:sp>
        <p:sp>
          <p:nvSpPr>
            <p:cNvPr id="42" name="TextBox 41">
              <a:extLst>
                <a:ext uri="{FF2B5EF4-FFF2-40B4-BE49-F238E27FC236}">
                  <a16:creationId xmlns:a16="http://schemas.microsoft.com/office/drawing/2014/main" id="{3D7672A3-A78B-1FD0-3F75-6020EC5B3B7F}"/>
                </a:ext>
              </a:extLst>
            </p:cNvPr>
            <p:cNvSpPr txBox="1">
              <a:spLocks noChangeAspect="1"/>
            </p:cNvSpPr>
            <p:nvPr/>
          </p:nvSpPr>
          <p:spPr>
            <a:xfrm>
              <a:off x="12449814" y="566082"/>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1</a:t>
              </a:r>
            </a:p>
          </p:txBody>
        </p:sp>
        <p:sp>
          <p:nvSpPr>
            <p:cNvPr id="43" name="TextBox 42">
              <a:extLst>
                <a:ext uri="{FF2B5EF4-FFF2-40B4-BE49-F238E27FC236}">
                  <a16:creationId xmlns:a16="http://schemas.microsoft.com/office/drawing/2014/main" id="{D220AF2A-18A4-D5E2-CC7A-337576F03CC7}"/>
                </a:ext>
              </a:extLst>
            </p:cNvPr>
            <p:cNvSpPr txBox="1">
              <a:spLocks noChangeAspect="1"/>
            </p:cNvSpPr>
            <p:nvPr/>
          </p:nvSpPr>
          <p:spPr>
            <a:xfrm>
              <a:off x="12449814" y="1018081"/>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2</a:t>
              </a:r>
            </a:p>
          </p:txBody>
        </p:sp>
        <p:sp>
          <p:nvSpPr>
            <p:cNvPr id="44" name="TextBox 43">
              <a:extLst>
                <a:ext uri="{FF2B5EF4-FFF2-40B4-BE49-F238E27FC236}">
                  <a16:creationId xmlns:a16="http://schemas.microsoft.com/office/drawing/2014/main" id="{9345F942-0D58-8E65-B8C6-D2AA00933647}"/>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0">
                <a:spcBef>
                  <a:spcPts val="700"/>
                </a:spcBef>
              </a:pPr>
              <a:r>
                <a:rPr lang="en-US">
                  <a:latin typeface="Aptos" panose="020B0004020202020204" pitchFamily="34" charset="0"/>
                  <a:cs typeface="Aparajita" panose="02020603050405020304" pitchFamily="18" charset="0"/>
                </a:rPr>
                <a:t>Source icon from the </a:t>
              </a:r>
              <a:br>
                <a:rPr lang="en-US">
                  <a:latin typeface="Aptos" panose="020B0004020202020204" pitchFamily="34" charset="0"/>
                  <a:cs typeface="Aparajita" panose="02020603050405020304" pitchFamily="18" charset="0"/>
                </a:rPr>
              </a:br>
              <a:r>
                <a:rPr lang="en-US">
                  <a:solidFill>
                    <a:schemeClr val="accent1"/>
                  </a:solidFill>
                  <a:latin typeface="Aptos" panose="020B0004020202020204" pitchFamily="34" charset="0"/>
                  <a:cs typeface="Aparajita" panose="02020603050405020304" pitchFamily="18" charset="0"/>
                </a:rPr>
                <a:t>Qualcomm Icon Library</a:t>
              </a:r>
            </a:p>
            <a:p>
              <a:pPr lvl="0">
                <a:spcBef>
                  <a:spcPts val="700"/>
                </a:spcBef>
              </a:pPr>
              <a:r>
                <a:rPr lang="en-US">
                  <a:latin typeface="Aptos" panose="020B0004020202020204" pitchFamily="34" charset="0"/>
                  <a:cs typeface="Aparajita" panose="02020603050405020304" pitchFamily="18" charset="0"/>
                </a:rPr>
                <a:t>Add the icon to the placeholder.</a:t>
              </a:r>
            </a:p>
          </p:txBody>
        </p:sp>
        <p:sp>
          <p:nvSpPr>
            <p:cNvPr id="45" name="TextBox 44">
              <a:extLst>
                <a:ext uri="{FF2B5EF4-FFF2-40B4-BE49-F238E27FC236}">
                  <a16:creationId xmlns:a16="http://schemas.microsoft.com/office/drawing/2014/main" id="{7AD4600F-A71F-1EBC-44F0-2E985C054719}"/>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2: </a:t>
              </a:r>
              <a:r>
                <a:rPr lang="en-US" sz="600" b="0">
                  <a:latin typeface="Aptos" panose="020B0004020202020204" pitchFamily="34" charset="0"/>
                  <a:cs typeface="Aparajita" panose="02020603050405020304" pitchFamily="18" charset="0"/>
                </a:rPr>
                <a:t>Paste from clipboard</a:t>
              </a:r>
            </a:p>
            <a:p>
              <a:pPr lvl="1">
                <a:buNone/>
              </a:pPr>
              <a:r>
                <a:rPr lang="en-US" sz="1050">
                  <a:latin typeface="Aptos" panose="020B0004020202020204" pitchFamily="34" charset="0"/>
                  <a:cs typeface="Aparajita" panose="02020603050405020304" pitchFamily="18" charset="0"/>
                </a:rPr>
                <a:t>Select the icon placeholder.</a:t>
              </a:r>
            </a:p>
            <a:p>
              <a:pPr lvl="1">
                <a:buNone/>
              </a:pPr>
              <a:r>
                <a:rPr lang="en-US" sz="1050">
                  <a:latin typeface="Aptos" panose="020B0004020202020204" pitchFamily="34" charset="0"/>
                  <a:cs typeface="Aparajita" panose="02020603050405020304" pitchFamily="18" charset="0"/>
                </a:rPr>
                <a:t>Right-click or use keyboard shortcuts to paste the icon.</a:t>
              </a:r>
            </a:p>
          </p:txBody>
        </p:sp>
        <p:sp>
          <p:nvSpPr>
            <p:cNvPr id="46" name="TextBox 45">
              <a:extLst>
                <a:ext uri="{FF2B5EF4-FFF2-40B4-BE49-F238E27FC236}">
                  <a16:creationId xmlns:a16="http://schemas.microsoft.com/office/drawing/2014/main" id="{4A580109-8D86-1BB1-008B-25C45ADD515F}"/>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3: </a:t>
              </a:r>
              <a:r>
                <a:rPr lang="en-US" sz="600" b="0">
                  <a:latin typeface="Aptos" panose="020B0004020202020204" pitchFamily="34" charset="0"/>
                  <a:cs typeface="Aparajita" panose="02020603050405020304" pitchFamily="18" charset="0"/>
                </a:rPr>
                <a:t>Placeholder icon</a:t>
              </a:r>
            </a:p>
            <a:p>
              <a:pPr lvl="1">
                <a:buNone/>
              </a:pPr>
              <a:r>
                <a:rPr lang="en-US" sz="1050">
                  <a:latin typeface="Aptos" panose="020B0004020202020204" pitchFamily="34" charset="0"/>
                  <a:cs typeface="Aparajita" panose="02020603050405020304" pitchFamily="18" charset="0"/>
                </a:rPr>
                <a:t>Click the image icon inside the placeholder to browse for an icon.</a:t>
              </a:r>
            </a:p>
          </p:txBody>
        </p:sp>
        <p:grpSp>
          <p:nvGrpSpPr>
            <p:cNvPr id="47" name="Group 46">
              <a:extLst>
                <a:ext uri="{FF2B5EF4-FFF2-40B4-BE49-F238E27FC236}">
                  <a16:creationId xmlns:a16="http://schemas.microsoft.com/office/drawing/2014/main" id="{BD59EE4B-AD30-EDD9-596F-D986D6B32612}"/>
                </a:ext>
              </a:extLst>
            </p:cNvPr>
            <p:cNvGrpSpPr/>
            <p:nvPr userDrawn="1"/>
          </p:nvGrpSpPr>
          <p:grpSpPr>
            <a:xfrm>
              <a:off x="12429548" y="3236396"/>
              <a:ext cx="2735151" cy="1280928"/>
              <a:chOff x="9286315" y="6976989"/>
              <a:chExt cx="2735151" cy="1280928"/>
            </a:xfrm>
          </p:grpSpPr>
          <p:sp>
            <p:nvSpPr>
              <p:cNvPr id="58" name="Rectangle 57">
                <a:extLst>
                  <a:ext uri="{FF2B5EF4-FFF2-40B4-BE49-F238E27FC236}">
                    <a16:creationId xmlns:a16="http://schemas.microsoft.com/office/drawing/2014/main" id="{49D5E409-C37A-B0A2-33BB-0359BF510F25}"/>
                  </a:ext>
                </a:extLst>
              </p:cNvPr>
              <p:cNvSpPr/>
              <p:nvPr userDrawn="1"/>
            </p:nvSpPr>
            <p:spPr>
              <a:xfrm>
                <a:off x="9286315" y="6976989"/>
                <a:ext cx="2735151" cy="128092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59" name="TextBox 58">
                <a:extLst>
                  <a:ext uri="{FF2B5EF4-FFF2-40B4-BE49-F238E27FC236}">
                    <a16:creationId xmlns:a16="http://schemas.microsoft.com/office/drawing/2014/main" id="{EDB34C46-268C-7C96-AE28-BFE240E2A471}"/>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Cropping Graphics</a:t>
                </a:r>
              </a:p>
            </p:txBody>
          </p:sp>
          <p:pic>
            <p:nvPicPr>
              <p:cNvPr id="60" name="Graphic 59">
                <a:extLst>
                  <a:ext uri="{FF2B5EF4-FFF2-40B4-BE49-F238E27FC236}">
                    <a16:creationId xmlns:a16="http://schemas.microsoft.com/office/drawing/2014/main" id="{6875A335-18CC-8BF6-B5D9-843B33D62FF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61" name="TextBox 60">
                <a:extLst>
                  <a:ext uri="{FF2B5EF4-FFF2-40B4-BE49-F238E27FC236}">
                    <a16:creationId xmlns:a16="http://schemas.microsoft.com/office/drawing/2014/main" id="{4C322459-BC36-4B8E-CFAE-B94820CAD349}"/>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Right-click on the icon.</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Choose “Crop” from the menu. (           )</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Adjust the size and position of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Press Esc or click outside the image area to exit the cropping mode.</a:t>
                </a:r>
              </a:p>
            </p:txBody>
          </p:sp>
          <p:pic>
            <p:nvPicPr>
              <p:cNvPr id="62" name="Picture 61">
                <a:extLst>
                  <a:ext uri="{FF2B5EF4-FFF2-40B4-BE49-F238E27FC236}">
                    <a16:creationId xmlns:a16="http://schemas.microsoft.com/office/drawing/2014/main" id="{9ED8ECBA-C3F7-5048-0976-D24D59563826}"/>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63" name="TextBox 62">
                <a:extLst>
                  <a:ext uri="{FF2B5EF4-FFF2-40B4-BE49-F238E27FC236}">
                    <a16:creationId xmlns:a16="http://schemas.microsoft.com/office/drawing/2014/main" id="{754B0BA7-750B-D607-DC5A-F4F85F52221F}"/>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nvGrpSpPr>
            <p:cNvPr id="48" name="Group 47">
              <a:extLst>
                <a:ext uri="{FF2B5EF4-FFF2-40B4-BE49-F238E27FC236}">
                  <a16:creationId xmlns:a16="http://schemas.microsoft.com/office/drawing/2014/main" id="{279BE43B-F235-6EAE-7BF8-457F5AEADC82}"/>
                </a:ext>
              </a:extLst>
            </p:cNvPr>
            <p:cNvGrpSpPr/>
            <p:nvPr userDrawn="1"/>
          </p:nvGrpSpPr>
          <p:grpSpPr>
            <a:xfrm>
              <a:off x="12429548" y="4543123"/>
              <a:ext cx="2735151" cy="2200108"/>
              <a:chOff x="9538241" y="5155416"/>
              <a:chExt cx="2735151" cy="2200108"/>
            </a:xfrm>
          </p:grpSpPr>
          <p:sp>
            <p:nvSpPr>
              <p:cNvPr id="49" name="Rectangle 48">
                <a:extLst>
                  <a:ext uri="{FF2B5EF4-FFF2-40B4-BE49-F238E27FC236}">
                    <a16:creationId xmlns:a16="http://schemas.microsoft.com/office/drawing/2014/main" id="{9BF2F786-4459-B79C-0B6C-AE60936F3550}"/>
                  </a:ext>
                </a:extLst>
              </p:cNvPr>
              <p:cNvSpPr/>
              <p:nvPr userDrawn="1"/>
            </p:nvSpPr>
            <p:spPr>
              <a:xfrm>
                <a:off x="9538241" y="5155416"/>
                <a:ext cx="2735151" cy="220010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50" name="TextBox 49">
                <a:extLst>
                  <a:ext uri="{FF2B5EF4-FFF2-40B4-BE49-F238E27FC236}">
                    <a16:creationId xmlns:a16="http://schemas.microsoft.com/office/drawing/2014/main" id="{6EE5E131-DBB4-125E-2F8F-2AA225201E4E}"/>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Changing Icons</a:t>
                </a:r>
              </a:p>
            </p:txBody>
          </p:sp>
          <p:pic>
            <p:nvPicPr>
              <p:cNvPr id="51" name="Graphic 50">
                <a:extLst>
                  <a:ext uri="{FF2B5EF4-FFF2-40B4-BE49-F238E27FC236}">
                    <a16:creationId xmlns:a16="http://schemas.microsoft.com/office/drawing/2014/main" id="{13C7612B-4333-2101-D385-32A0F080162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52" name="TextBox 51">
                <a:extLst>
                  <a:ext uri="{FF2B5EF4-FFF2-40B4-BE49-F238E27FC236}">
                    <a16:creationId xmlns:a16="http://schemas.microsoft.com/office/drawing/2014/main" id="{92246FC0-FE5E-C371-C5FE-0C06A53AB56F}"/>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600" b="1" kern="1200" cap="all" spc="20" baseline="0" noProof="0">
                    <a:solidFill>
                      <a:schemeClr val="tx1"/>
                    </a:solidFill>
                    <a:latin typeface="Aptos" panose="020B0004020202020204" pitchFamily="34" charset="0"/>
                    <a:ea typeface="+mn-ea"/>
                    <a:cs typeface="Aparajita" panose="02020603050405020304" pitchFamily="18" charset="0"/>
                  </a:rPr>
                  <a:t>Method 1: </a:t>
                </a:r>
                <a:r>
                  <a:rPr lang="en-US" sz="600" b="0" kern="1200" cap="all" spc="20" baseline="0" noProof="0">
                    <a:solidFill>
                      <a:schemeClr val="tx1"/>
                    </a:solidFill>
                    <a:latin typeface="Aptos" panose="020B0004020202020204" pitchFamily="34" charset="0"/>
                    <a:ea typeface="+mn-ea"/>
                    <a:cs typeface="Aparajita" panose="02020603050405020304" pitchFamily="18" charset="0"/>
                  </a:rPr>
                  <a:t>RIGHT CLICK</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Right-click on icon and select “Change Picture”</a:t>
                </a:r>
              </a:p>
            </p:txBody>
          </p:sp>
          <p:sp>
            <p:nvSpPr>
              <p:cNvPr id="53" name="TextBox 52">
                <a:extLst>
                  <a:ext uri="{FF2B5EF4-FFF2-40B4-BE49-F238E27FC236}">
                    <a16:creationId xmlns:a16="http://schemas.microsoft.com/office/drawing/2014/main" id="{7D86C7BB-19BF-2243-ABDF-E97B5A6A49DB}"/>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lvl="1" indent="-131763" algn="l" defTabSz="914400" rtl="0" eaLnBrk="1" latinLnBrk="0" hangingPunct="1">
                  <a:lnSpc>
                    <a:spcPct val="90000"/>
                  </a:lnSpc>
                  <a:spcBef>
                    <a:spcPts val="0"/>
                  </a:spcBef>
                  <a:spcAft>
                    <a:spcPts val="300"/>
                  </a:spcAft>
                  <a:buFont typeface="Wingdings" pitchFamily="2" charset="2"/>
                  <a:buChar char="§"/>
                  <a:tabLst/>
                  <a:defRPr/>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54" name="TextBox 53">
                <a:extLst>
                  <a:ext uri="{FF2B5EF4-FFF2-40B4-BE49-F238E27FC236}">
                    <a16:creationId xmlns:a16="http://schemas.microsoft.com/office/drawing/2014/main" id="{A1904FFB-C739-0F90-C7F5-DA9DED094FAB}"/>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Method 2: </a:t>
                </a:r>
                <a:r>
                  <a:rPr kumimoji="0" lang="en-US" sz="600" b="0"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RESET PLACEHOLDER</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First, delete the existing icon to reset the photo placeholder functionality.</a:t>
                </a:r>
              </a:p>
            </p:txBody>
          </p:sp>
          <p:sp>
            <p:nvSpPr>
              <p:cNvPr id="55" name="TextBox 54">
                <a:extLst>
                  <a:ext uri="{FF2B5EF4-FFF2-40B4-BE49-F238E27FC236}">
                    <a16:creationId xmlns:a16="http://schemas.microsoft.com/office/drawing/2014/main" id="{ACB1AC66-5C4B-469C-9B82-3DEC7748C8C2}"/>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You can now add a new icon as normal.</a:t>
                </a:r>
              </a:p>
            </p:txBody>
          </p:sp>
          <p:cxnSp>
            <p:nvCxnSpPr>
              <p:cNvPr id="56" name="Straight Connector 55">
                <a:extLst>
                  <a:ext uri="{FF2B5EF4-FFF2-40B4-BE49-F238E27FC236}">
                    <a16:creationId xmlns:a16="http://schemas.microsoft.com/office/drawing/2014/main" id="{59F4B141-EF3E-3F29-C00E-0D1B85F79C61}"/>
                  </a:ext>
                </a:extLst>
              </p:cNvPr>
              <p:cNvCxnSpPr>
                <a:cxnSpLocks/>
              </p:cNvCxnSpPr>
              <p:nvPr userDrawn="1"/>
            </p:nvCxnSpPr>
            <p:spPr>
              <a:xfrm>
                <a:off x="9713479" y="5957047"/>
                <a:ext cx="27000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0FA8221B-19B5-DF1D-3769-8CEB0E2CD3AB}"/>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sp>
        <p:nvSpPr>
          <p:cNvPr id="2" name="Footer Placeholder 1">
            <a:extLst>
              <a:ext uri="{FF2B5EF4-FFF2-40B4-BE49-F238E27FC236}">
                <a16:creationId xmlns:a16="http://schemas.microsoft.com/office/drawing/2014/main" id="{A85A980C-84E3-2D1C-3C83-37EF671921AD}"/>
              </a:ext>
            </a:extLst>
          </p:cNvPr>
          <p:cNvSpPr>
            <a:spLocks noGrp="1"/>
          </p:cNvSpPr>
          <p:nvPr>
            <p:ph type="ftr" sz="quarter" idx="32"/>
          </p:nvPr>
        </p:nvSpPr>
        <p:spPr/>
        <p:txBody>
          <a:bodyPr/>
          <a:lstStyle/>
          <a:p>
            <a:endParaRPr lang="en-CA"/>
          </a:p>
        </p:txBody>
      </p:sp>
      <p:sp>
        <p:nvSpPr>
          <p:cNvPr id="9" name="Picture Placeholder 2">
            <a:extLst>
              <a:ext uri="{FF2B5EF4-FFF2-40B4-BE49-F238E27FC236}">
                <a16:creationId xmlns:a16="http://schemas.microsoft.com/office/drawing/2014/main" id="{549703AA-9655-8130-40CE-159745CE956D}"/>
              </a:ext>
            </a:extLst>
          </p:cNvPr>
          <p:cNvSpPr>
            <a:spLocks noGrp="1" noChangeAspect="1"/>
          </p:cNvSpPr>
          <p:nvPr>
            <p:ph type="pic" sz="quarter" idx="33" hasCustomPrompt="1"/>
          </p:nvPr>
        </p:nvSpPr>
        <p:spPr>
          <a:xfrm>
            <a:off x="6240018" y="1601038"/>
            <a:ext cx="835024" cy="835024"/>
          </a:xfrm>
        </p:spPr>
        <p:txBody>
          <a:bodyPr lIns="144000"/>
          <a:lstStyle>
            <a:lvl1pPr marL="0" indent="0">
              <a:buNone/>
              <a:defRPr sz="1400"/>
            </a:lvl1pPr>
          </a:lstStyle>
          <a:p>
            <a:r>
              <a:rPr lang="en-US"/>
              <a:t>Icon</a:t>
            </a:r>
          </a:p>
        </p:txBody>
      </p:sp>
      <p:sp>
        <p:nvSpPr>
          <p:cNvPr id="10" name="Text Placeholder 22">
            <a:extLst>
              <a:ext uri="{FF2B5EF4-FFF2-40B4-BE49-F238E27FC236}">
                <a16:creationId xmlns:a16="http://schemas.microsoft.com/office/drawing/2014/main" id="{5DE8ED68-428F-47DF-6FEA-AE7FB9D8D15D}"/>
              </a:ext>
            </a:extLst>
          </p:cNvPr>
          <p:cNvSpPr>
            <a:spLocks noGrp="1"/>
          </p:cNvSpPr>
          <p:nvPr>
            <p:ph type="body" sz="quarter" idx="34" hasCustomPrompt="1"/>
          </p:nvPr>
        </p:nvSpPr>
        <p:spPr>
          <a:xfrm>
            <a:off x="6240018" y="2489200"/>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2" name="Text Placeholder 16">
            <a:extLst>
              <a:ext uri="{FF2B5EF4-FFF2-40B4-BE49-F238E27FC236}">
                <a16:creationId xmlns:a16="http://schemas.microsoft.com/office/drawing/2014/main" id="{324B9E31-F60C-0248-1D39-D3565D40F967}"/>
              </a:ext>
            </a:extLst>
          </p:cNvPr>
          <p:cNvSpPr>
            <a:spLocks noGrp="1"/>
          </p:cNvSpPr>
          <p:nvPr>
            <p:ph type="body" sz="quarter" idx="35" hasCustomPrompt="1"/>
          </p:nvPr>
        </p:nvSpPr>
        <p:spPr>
          <a:xfrm>
            <a:off x="6240018" y="3651121"/>
            <a:ext cx="5429386" cy="2508379"/>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Nunc </a:t>
            </a:r>
            <a:r>
              <a:rPr lang="en-US" err="1"/>
              <a:t>viverra</a:t>
            </a:r>
            <a:r>
              <a:rPr lang="en-US"/>
              <a:t> </a:t>
            </a:r>
            <a:r>
              <a:rPr lang="en-US" err="1"/>
              <a:t>imperdiet</a:t>
            </a:r>
            <a:r>
              <a:rPr lang="en-US"/>
              <a:t> </a:t>
            </a:r>
            <a:r>
              <a:rPr lang="en-US" err="1"/>
              <a:t>enim</a:t>
            </a:r>
            <a:r>
              <a:rPr lang="en-US"/>
              <a:t>. </a:t>
            </a:r>
            <a:r>
              <a:rPr lang="en-US" err="1"/>
              <a:t>Fusce</a:t>
            </a:r>
            <a:r>
              <a:rPr lang="en-US"/>
              <a:t> est. </a:t>
            </a:r>
            <a:r>
              <a:rPr lang="en-US" err="1"/>
              <a:t>Vivamus</a:t>
            </a:r>
            <a:r>
              <a:rPr lang="en-US"/>
              <a:t> a </a:t>
            </a:r>
            <a:r>
              <a:rPr lang="en-US" err="1"/>
              <a:t>tellus</a:t>
            </a:r>
            <a:endParaRPr lang="en-US"/>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fames ac </a:t>
            </a:r>
            <a:r>
              <a:rPr lang="en-US" err="1"/>
              <a:t>turpis</a:t>
            </a:r>
            <a:r>
              <a:rPr lang="en-US"/>
              <a:t> </a:t>
            </a:r>
            <a:r>
              <a:rPr lang="en-US" err="1"/>
              <a:t>egestas</a:t>
            </a:r>
            <a:r>
              <a:rPr lang="en-US"/>
              <a:t>. Proin pharetra </a:t>
            </a:r>
            <a:r>
              <a:rPr lang="en-US" err="1"/>
              <a:t>nonummy</a:t>
            </a:r>
            <a:r>
              <a:rPr lang="en-US"/>
              <a:t> </a:t>
            </a:r>
            <a:r>
              <a:rPr lang="en-US" err="1"/>
              <a:t>pede</a:t>
            </a:r>
            <a:r>
              <a:rPr lang="en-US"/>
              <a:t>. </a:t>
            </a:r>
            <a:r>
              <a:rPr lang="en-US" err="1"/>
              <a:t>Mauris</a:t>
            </a:r>
            <a:r>
              <a:rPr lang="en-US"/>
              <a:t> et </a:t>
            </a:r>
            <a:r>
              <a:rPr lang="en-US" err="1"/>
              <a:t>orci</a:t>
            </a:r>
            <a:r>
              <a:rPr lang="en-US"/>
              <a:t>.</a:t>
            </a:r>
          </a:p>
        </p:txBody>
      </p:sp>
    </p:spTree>
    <p:extLst>
      <p:ext uri="{BB962C8B-B14F-4D97-AF65-F5344CB8AC3E}">
        <p14:creationId xmlns:p14="http://schemas.microsoft.com/office/powerpoint/2010/main" val="41792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hree Column_Dark Blue">
    <p:bg>
      <p:bgPr>
        <a:solidFill>
          <a:schemeClr val="accent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2588C0-C7B7-463F-660E-0A4A3FD24785}"/>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tx2"/>
                </a:solidFill>
                <a:latin typeface="+mj-lt"/>
                <a:ea typeface="+mj-ea"/>
                <a:cs typeface="+mj-cs"/>
              </a:defRPr>
            </a:lvl1pPr>
          </a:lstStyle>
          <a:p>
            <a:r>
              <a:rPr lang="en-US"/>
              <a:t>Three column layout</a:t>
            </a:r>
            <a:br>
              <a:rPr lang="en-US"/>
            </a:br>
            <a:r>
              <a:rPr lang="en-US"/>
              <a:t>Title 2 lines maximum</a:t>
            </a:r>
            <a:endParaRPr lang="en-CA"/>
          </a:p>
        </p:txBody>
      </p:sp>
      <p:sp>
        <p:nvSpPr>
          <p:cNvPr id="6" name="Picture Placeholder 2">
            <a:extLst>
              <a:ext uri="{FF2B5EF4-FFF2-40B4-BE49-F238E27FC236}">
                <a16:creationId xmlns:a16="http://schemas.microsoft.com/office/drawing/2014/main" id="{029115E3-9D47-7E7E-69DC-D8DCC36D5A95}"/>
              </a:ext>
            </a:extLst>
          </p:cNvPr>
          <p:cNvSpPr>
            <a:spLocks noGrp="1" noChangeAspect="1"/>
          </p:cNvSpPr>
          <p:nvPr>
            <p:ph type="pic" sz="quarter" idx="29" hasCustomPrompt="1"/>
          </p:nvPr>
        </p:nvSpPr>
        <p:spPr>
          <a:xfrm>
            <a:off x="531811" y="1601038"/>
            <a:ext cx="835024" cy="835024"/>
          </a:xfrm>
        </p:spPr>
        <p:txBody>
          <a:bodyPr lIns="144000"/>
          <a:lstStyle>
            <a:lvl1pPr marL="0" indent="0">
              <a:buNone/>
              <a:defRPr sz="1400"/>
            </a:lvl1pPr>
          </a:lstStyle>
          <a:p>
            <a:r>
              <a:rPr lang="en-US"/>
              <a:t>Icon</a:t>
            </a:r>
          </a:p>
        </p:txBody>
      </p:sp>
      <p:sp>
        <p:nvSpPr>
          <p:cNvPr id="23" name="TextBox 22">
            <a:extLst>
              <a:ext uri="{FF2B5EF4-FFF2-40B4-BE49-F238E27FC236}">
                <a16:creationId xmlns:a16="http://schemas.microsoft.com/office/drawing/2014/main" id="{EDE40922-B18A-2DF9-C121-EF497B173DA5}"/>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grpSp>
        <p:nvGrpSpPr>
          <p:cNvPr id="40" name="Group 39">
            <a:extLst>
              <a:ext uri="{FF2B5EF4-FFF2-40B4-BE49-F238E27FC236}">
                <a16:creationId xmlns:a16="http://schemas.microsoft.com/office/drawing/2014/main" id="{C3479EAD-810E-2127-DFE4-C119FFAAF25F}"/>
              </a:ext>
            </a:extLst>
          </p:cNvPr>
          <p:cNvGrpSpPr/>
          <p:nvPr userDrawn="1"/>
        </p:nvGrpSpPr>
        <p:grpSpPr>
          <a:xfrm>
            <a:off x="12290489" y="-1"/>
            <a:ext cx="2910882" cy="6858001"/>
            <a:chOff x="12290489" y="-1"/>
            <a:chExt cx="2910882" cy="6858001"/>
          </a:xfrm>
        </p:grpSpPr>
        <p:sp>
          <p:nvSpPr>
            <p:cNvPr id="41" name="Rectangle 40">
              <a:extLst>
                <a:ext uri="{FF2B5EF4-FFF2-40B4-BE49-F238E27FC236}">
                  <a16:creationId xmlns:a16="http://schemas.microsoft.com/office/drawing/2014/main" id="{5BDB44CD-9F2B-F58C-094C-02B9892CF15A}"/>
                </a:ext>
              </a:extLst>
            </p:cNvPr>
            <p:cNvSpPr/>
            <p:nvPr userDrawn="1"/>
          </p:nvSpPr>
          <p:spPr>
            <a:xfrm>
              <a:off x="12290489" y="-1"/>
              <a:ext cx="2735151" cy="6858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latin typeface="Aptos" panose="020B0004020202020204" pitchFamily="34" charset="0"/>
                <a:cs typeface="Aparajita" panose="02020603050405020304" pitchFamily="18" charset="0"/>
              </a:endParaRPr>
            </a:p>
          </p:txBody>
        </p:sp>
        <p:sp>
          <p:nvSpPr>
            <p:cNvPr id="42" name="TextBox 41">
              <a:extLst>
                <a:ext uri="{FF2B5EF4-FFF2-40B4-BE49-F238E27FC236}">
                  <a16:creationId xmlns:a16="http://schemas.microsoft.com/office/drawing/2014/main" id="{FB15FE9D-716F-C274-7D27-8D223E8ABE60}"/>
                </a:ext>
              </a:extLst>
            </p:cNvPr>
            <p:cNvSpPr txBox="1"/>
            <p:nvPr userDrawn="1"/>
          </p:nvSpPr>
          <p:spPr>
            <a:xfrm>
              <a:off x="12449814" y="173148"/>
              <a:ext cx="1455527"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lvl="0"/>
              <a:r>
                <a:rPr lang="en-US" b="1">
                  <a:solidFill>
                    <a:schemeClr val="bg1"/>
                  </a:solidFill>
                  <a:latin typeface="Aptos" panose="020B0004020202020204" pitchFamily="34" charset="0"/>
                  <a:cs typeface="Aparajita" panose="02020603050405020304" pitchFamily="18" charset="0"/>
                </a:rPr>
                <a:t>HOW TO ADD AN ICON</a:t>
              </a:r>
            </a:p>
          </p:txBody>
        </p:sp>
        <p:cxnSp>
          <p:nvCxnSpPr>
            <p:cNvPr id="43" name="Straight Connector 42">
              <a:extLst>
                <a:ext uri="{FF2B5EF4-FFF2-40B4-BE49-F238E27FC236}">
                  <a16:creationId xmlns:a16="http://schemas.microsoft.com/office/drawing/2014/main" id="{8E80D713-C5E7-B361-2F72-50AD4046E3F8}"/>
                </a:ext>
              </a:extLst>
            </p:cNvPr>
            <p:cNvCxnSpPr>
              <a:cxnSpLocks/>
            </p:cNvCxnSpPr>
            <p:nvPr userDrawn="1"/>
          </p:nvCxnSpPr>
          <p:spPr>
            <a:xfrm>
              <a:off x="12449814" y="423012"/>
              <a:ext cx="270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D3B814A9-8A88-5DDE-79A3-1B2EF1A66658}"/>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b="1">
                  <a:latin typeface="Aptos" panose="020B0004020202020204" pitchFamily="34" charset="0"/>
                  <a:cs typeface="Aparajita" panose="02020603050405020304" pitchFamily="18" charset="0"/>
                </a:rPr>
                <a:t>Method 1: </a:t>
              </a:r>
              <a:r>
                <a:rPr lang="en-US" sz="600" b="0">
                  <a:latin typeface="Aptos" panose="020B0004020202020204" pitchFamily="34" charset="0"/>
                  <a:cs typeface="Aparajita" panose="02020603050405020304" pitchFamily="18" charset="0"/>
                </a:rPr>
                <a:t>from file browser</a:t>
              </a:r>
            </a:p>
            <a:p>
              <a:pPr lvl="1">
                <a:buNone/>
              </a:pPr>
              <a:r>
                <a:rPr lang="en-US" sz="1050">
                  <a:latin typeface="Aptos" panose="020B0004020202020204" pitchFamily="34" charset="0"/>
                  <a:cs typeface="Aparajita" panose="02020603050405020304" pitchFamily="18" charset="0"/>
                </a:rPr>
                <a:t>Drag the icon onto the slide.</a:t>
              </a:r>
            </a:p>
            <a:p>
              <a:pPr marL="0" marR="0" lvl="1" indent="0" algn="l" defTabSz="914400" rtl="0" eaLnBrk="1" fontAlgn="auto" latinLnBrk="0" hangingPunct="1">
                <a:lnSpc>
                  <a:spcPct val="90000"/>
                </a:lnSpc>
                <a:spcBef>
                  <a:spcPts val="0"/>
                </a:spcBef>
                <a:spcAft>
                  <a:spcPts val="300"/>
                </a:spcAft>
                <a:buClrTx/>
                <a:buSzTx/>
                <a:buFontTx/>
                <a:buNone/>
                <a:tabLst/>
                <a:defRPr/>
              </a:pPr>
              <a:r>
                <a:rPr lang="en-US" sz="700">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lang="en-US" sz="1000">
                <a:latin typeface="Aptos" panose="020B0004020202020204" pitchFamily="34" charset="0"/>
                <a:cs typeface="Aparajita" panose="02020603050405020304" pitchFamily="18" charset="0"/>
              </a:endParaRPr>
            </a:p>
          </p:txBody>
        </p:sp>
        <p:sp>
          <p:nvSpPr>
            <p:cNvPr id="45" name="TextBox 44">
              <a:extLst>
                <a:ext uri="{FF2B5EF4-FFF2-40B4-BE49-F238E27FC236}">
                  <a16:creationId xmlns:a16="http://schemas.microsoft.com/office/drawing/2014/main" id="{D615C7A9-E29B-21F9-E2E8-C923E8968F3E}"/>
                </a:ext>
              </a:extLst>
            </p:cNvPr>
            <p:cNvSpPr txBox="1">
              <a:spLocks noChangeAspect="1"/>
            </p:cNvSpPr>
            <p:nvPr/>
          </p:nvSpPr>
          <p:spPr>
            <a:xfrm>
              <a:off x="12449814" y="566082"/>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1</a:t>
              </a:r>
            </a:p>
          </p:txBody>
        </p:sp>
        <p:sp>
          <p:nvSpPr>
            <p:cNvPr id="46" name="TextBox 45">
              <a:extLst>
                <a:ext uri="{FF2B5EF4-FFF2-40B4-BE49-F238E27FC236}">
                  <a16:creationId xmlns:a16="http://schemas.microsoft.com/office/drawing/2014/main" id="{3EA8DC82-0D60-6232-3BC9-24A65D14C00F}"/>
                </a:ext>
              </a:extLst>
            </p:cNvPr>
            <p:cNvSpPr txBox="1">
              <a:spLocks noChangeAspect="1"/>
            </p:cNvSpPr>
            <p:nvPr/>
          </p:nvSpPr>
          <p:spPr>
            <a:xfrm>
              <a:off x="12449814" y="1018081"/>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2</a:t>
              </a:r>
            </a:p>
          </p:txBody>
        </p:sp>
        <p:sp>
          <p:nvSpPr>
            <p:cNvPr id="47" name="TextBox 46">
              <a:extLst>
                <a:ext uri="{FF2B5EF4-FFF2-40B4-BE49-F238E27FC236}">
                  <a16:creationId xmlns:a16="http://schemas.microsoft.com/office/drawing/2014/main" id="{8FB3888D-CF08-9A5E-6087-0A96D2561366}"/>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0">
                <a:spcBef>
                  <a:spcPts val="700"/>
                </a:spcBef>
              </a:pPr>
              <a:r>
                <a:rPr lang="en-US">
                  <a:latin typeface="Aptos" panose="020B0004020202020204" pitchFamily="34" charset="0"/>
                  <a:cs typeface="Aparajita" panose="02020603050405020304" pitchFamily="18" charset="0"/>
                </a:rPr>
                <a:t>Source icon from the </a:t>
              </a:r>
              <a:br>
                <a:rPr lang="en-US">
                  <a:latin typeface="Aptos" panose="020B0004020202020204" pitchFamily="34" charset="0"/>
                  <a:cs typeface="Aparajita" panose="02020603050405020304" pitchFamily="18" charset="0"/>
                </a:rPr>
              </a:br>
              <a:r>
                <a:rPr lang="en-US">
                  <a:solidFill>
                    <a:schemeClr val="accent1"/>
                  </a:solidFill>
                  <a:latin typeface="Aptos" panose="020B0004020202020204" pitchFamily="34" charset="0"/>
                  <a:cs typeface="Aparajita" panose="02020603050405020304" pitchFamily="18" charset="0"/>
                </a:rPr>
                <a:t>Qualcomm Icon Library</a:t>
              </a:r>
            </a:p>
            <a:p>
              <a:pPr lvl="0">
                <a:spcBef>
                  <a:spcPts val="700"/>
                </a:spcBef>
              </a:pPr>
              <a:r>
                <a:rPr lang="en-US">
                  <a:latin typeface="Aptos" panose="020B0004020202020204" pitchFamily="34" charset="0"/>
                  <a:cs typeface="Aparajita" panose="02020603050405020304" pitchFamily="18" charset="0"/>
                </a:rPr>
                <a:t>Add the icon to the placeholder.</a:t>
              </a:r>
            </a:p>
          </p:txBody>
        </p:sp>
        <p:sp>
          <p:nvSpPr>
            <p:cNvPr id="48" name="TextBox 47">
              <a:extLst>
                <a:ext uri="{FF2B5EF4-FFF2-40B4-BE49-F238E27FC236}">
                  <a16:creationId xmlns:a16="http://schemas.microsoft.com/office/drawing/2014/main" id="{6CBF6BC2-3BF4-D922-4257-F4687B34FC41}"/>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2: </a:t>
              </a:r>
              <a:r>
                <a:rPr lang="en-US" sz="600" b="0">
                  <a:latin typeface="Aptos" panose="020B0004020202020204" pitchFamily="34" charset="0"/>
                  <a:cs typeface="Aparajita" panose="02020603050405020304" pitchFamily="18" charset="0"/>
                </a:rPr>
                <a:t>Paste from clipboard</a:t>
              </a:r>
            </a:p>
            <a:p>
              <a:pPr lvl="1">
                <a:buNone/>
              </a:pPr>
              <a:r>
                <a:rPr lang="en-US" sz="1050">
                  <a:latin typeface="Aptos" panose="020B0004020202020204" pitchFamily="34" charset="0"/>
                  <a:cs typeface="Aparajita" panose="02020603050405020304" pitchFamily="18" charset="0"/>
                </a:rPr>
                <a:t>Select the icon placeholder.</a:t>
              </a:r>
            </a:p>
            <a:p>
              <a:pPr lvl="1">
                <a:buNone/>
              </a:pPr>
              <a:r>
                <a:rPr lang="en-US" sz="1050">
                  <a:latin typeface="Aptos" panose="020B0004020202020204" pitchFamily="34" charset="0"/>
                  <a:cs typeface="Aparajita" panose="02020603050405020304" pitchFamily="18" charset="0"/>
                </a:rPr>
                <a:t>Right-click or use keyboard shortcuts to paste the icon.</a:t>
              </a:r>
            </a:p>
          </p:txBody>
        </p:sp>
        <p:sp>
          <p:nvSpPr>
            <p:cNvPr id="49" name="TextBox 48">
              <a:extLst>
                <a:ext uri="{FF2B5EF4-FFF2-40B4-BE49-F238E27FC236}">
                  <a16:creationId xmlns:a16="http://schemas.microsoft.com/office/drawing/2014/main" id="{0A03FA61-0E9A-7595-F64E-CDB3BA8FA0F9}"/>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3: </a:t>
              </a:r>
              <a:r>
                <a:rPr lang="en-US" sz="600" b="0">
                  <a:latin typeface="Aptos" panose="020B0004020202020204" pitchFamily="34" charset="0"/>
                  <a:cs typeface="Aparajita" panose="02020603050405020304" pitchFamily="18" charset="0"/>
                </a:rPr>
                <a:t>Placeholder icon</a:t>
              </a:r>
            </a:p>
            <a:p>
              <a:pPr lvl="1">
                <a:buNone/>
              </a:pPr>
              <a:r>
                <a:rPr lang="en-US" sz="1050">
                  <a:latin typeface="Aptos" panose="020B0004020202020204" pitchFamily="34" charset="0"/>
                  <a:cs typeface="Aparajita" panose="02020603050405020304" pitchFamily="18" charset="0"/>
                </a:rPr>
                <a:t>Click the image icon inside the placeholder to browse for an icon.</a:t>
              </a:r>
            </a:p>
          </p:txBody>
        </p:sp>
        <p:grpSp>
          <p:nvGrpSpPr>
            <p:cNvPr id="50" name="Group 49">
              <a:extLst>
                <a:ext uri="{FF2B5EF4-FFF2-40B4-BE49-F238E27FC236}">
                  <a16:creationId xmlns:a16="http://schemas.microsoft.com/office/drawing/2014/main" id="{045C6CE7-1836-CD98-FD2E-3852CC4F95C4}"/>
                </a:ext>
              </a:extLst>
            </p:cNvPr>
            <p:cNvGrpSpPr/>
            <p:nvPr userDrawn="1"/>
          </p:nvGrpSpPr>
          <p:grpSpPr>
            <a:xfrm>
              <a:off x="12429548" y="3236396"/>
              <a:ext cx="2735151" cy="1280928"/>
              <a:chOff x="9286315" y="6976989"/>
              <a:chExt cx="2735151" cy="1280928"/>
            </a:xfrm>
          </p:grpSpPr>
          <p:sp>
            <p:nvSpPr>
              <p:cNvPr id="61" name="Rectangle 60">
                <a:extLst>
                  <a:ext uri="{FF2B5EF4-FFF2-40B4-BE49-F238E27FC236}">
                    <a16:creationId xmlns:a16="http://schemas.microsoft.com/office/drawing/2014/main" id="{A244D9D0-DA66-A41C-0A97-F246FC60386E}"/>
                  </a:ext>
                </a:extLst>
              </p:cNvPr>
              <p:cNvSpPr/>
              <p:nvPr userDrawn="1"/>
            </p:nvSpPr>
            <p:spPr>
              <a:xfrm>
                <a:off x="9286315" y="6976989"/>
                <a:ext cx="2735151" cy="128092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62" name="TextBox 61">
                <a:extLst>
                  <a:ext uri="{FF2B5EF4-FFF2-40B4-BE49-F238E27FC236}">
                    <a16:creationId xmlns:a16="http://schemas.microsoft.com/office/drawing/2014/main" id="{1A64F655-4301-1FB7-250E-9C1A8B5FCB43}"/>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Cropping Graphics</a:t>
                </a:r>
              </a:p>
            </p:txBody>
          </p:sp>
          <p:pic>
            <p:nvPicPr>
              <p:cNvPr id="63" name="Graphic 62">
                <a:extLst>
                  <a:ext uri="{FF2B5EF4-FFF2-40B4-BE49-F238E27FC236}">
                    <a16:creationId xmlns:a16="http://schemas.microsoft.com/office/drawing/2014/main" id="{26C4B24F-6463-127F-4A4C-E83AB1F2439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128" name="TextBox 127">
                <a:extLst>
                  <a:ext uri="{FF2B5EF4-FFF2-40B4-BE49-F238E27FC236}">
                    <a16:creationId xmlns:a16="http://schemas.microsoft.com/office/drawing/2014/main" id="{49B54B08-0A6A-2E23-571B-DAF9DEE5871E}"/>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Right-click on the icon.</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Choose “Crop” from the menu. (           )</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Adjust the size and position of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Press Esc or click outside the image area to exit the cropping mode.</a:t>
                </a:r>
              </a:p>
            </p:txBody>
          </p:sp>
          <p:pic>
            <p:nvPicPr>
              <p:cNvPr id="129" name="Picture 128">
                <a:extLst>
                  <a:ext uri="{FF2B5EF4-FFF2-40B4-BE49-F238E27FC236}">
                    <a16:creationId xmlns:a16="http://schemas.microsoft.com/office/drawing/2014/main" id="{922454F9-38F9-E75F-229D-6791D73750BD}"/>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131" name="TextBox 130">
                <a:extLst>
                  <a:ext uri="{FF2B5EF4-FFF2-40B4-BE49-F238E27FC236}">
                    <a16:creationId xmlns:a16="http://schemas.microsoft.com/office/drawing/2014/main" id="{89AD0476-0BA4-5FE8-0058-0D8FFD04C7CE}"/>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nvGrpSpPr>
            <p:cNvPr id="51" name="Group 50">
              <a:extLst>
                <a:ext uri="{FF2B5EF4-FFF2-40B4-BE49-F238E27FC236}">
                  <a16:creationId xmlns:a16="http://schemas.microsoft.com/office/drawing/2014/main" id="{4BE1028D-B18D-B36F-60B3-4986BFEEF925}"/>
                </a:ext>
              </a:extLst>
            </p:cNvPr>
            <p:cNvGrpSpPr/>
            <p:nvPr userDrawn="1"/>
          </p:nvGrpSpPr>
          <p:grpSpPr>
            <a:xfrm>
              <a:off x="12429548" y="4543123"/>
              <a:ext cx="2735151" cy="2200108"/>
              <a:chOff x="9538241" y="5155416"/>
              <a:chExt cx="2735151" cy="2200108"/>
            </a:xfrm>
          </p:grpSpPr>
          <p:sp>
            <p:nvSpPr>
              <p:cNvPr id="52" name="Rectangle 51">
                <a:extLst>
                  <a:ext uri="{FF2B5EF4-FFF2-40B4-BE49-F238E27FC236}">
                    <a16:creationId xmlns:a16="http://schemas.microsoft.com/office/drawing/2014/main" id="{0A9ABB30-2A24-E0D2-55B0-A73CE39D109F}"/>
                  </a:ext>
                </a:extLst>
              </p:cNvPr>
              <p:cNvSpPr/>
              <p:nvPr userDrawn="1"/>
            </p:nvSpPr>
            <p:spPr>
              <a:xfrm>
                <a:off x="9538241" y="5155416"/>
                <a:ext cx="2735151" cy="220010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53" name="TextBox 52">
                <a:extLst>
                  <a:ext uri="{FF2B5EF4-FFF2-40B4-BE49-F238E27FC236}">
                    <a16:creationId xmlns:a16="http://schemas.microsoft.com/office/drawing/2014/main" id="{10A95012-A7F5-02FE-E678-BF6265893549}"/>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Changing Icons</a:t>
                </a:r>
              </a:p>
            </p:txBody>
          </p:sp>
          <p:pic>
            <p:nvPicPr>
              <p:cNvPr id="54" name="Graphic 53">
                <a:extLst>
                  <a:ext uri="{FF2B5EF4-FFF2-40B4-BE49-F238E27FC236}">
                    <a16:creationId xmlns:a16="http://schemas.microsoft.com/office/drawing/2014/main" id="{C7D43E17-4D5B-8DC8-6045-9AA3AA7D640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55" name="TextBox 54">
                <a:extLst>
                  <a:ext uri="{FF2B5EF4-FFF2-40B4-BE49-F238E27FC236}">
                    <a16:creationId xmlns:a16="http://schemas.microsoft.com/office/drawing/2014/main" id="{EAA03FF1-2DB4-2322-26D7-04553EC0EC12}"/>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600" b="1" kern="1200" cap="all" spc="20" baseline="0" noProof="0">
                    <a:solidFill>
                      <a:schemeClr val="tx1"/>
                    </a:solidFill>
                    <a:latin typeface="Aptos" panose="020B0004020202020204" pitchFamily="34" charset="0"/>
                    <a:ea typeface="+mn-ea"/>
                    <a:cs typeface="Aparajita" panose="02020603050405020304" pitchFamily="18" charset="0"/>
                  </a:rPr>
                  <a:t>Method 1: </a:t>
                </a:r>
                <a:r>
                  <a:rPr lang="en-US" sz="600" b="0" kern="1200" cap="all" spc="20" baseline="0" noProof="0">
                    <a:solidFill>
                      <a:schemeClr val="tx1"/>
                    </a:solidFill>
                    <a:latin typeface="Aptos" panose="020B0004020202020204" pitchFamily="34" charset="0"/>
                    <a:ea typeface="+mn-ea"/>
                    <a:cs typeface="Aparajita" panose="02020603050405020304" pitchFamily="18" charset="0"/>
                  </a:rPr>
                  <a:t>RIGHT CLICK</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Right-click on icon and select “Change Picture”</a:t>
                </a:r>
              </a:p>
            </p:txBody>
          </p:sp>
          <p:sp>
            <p:nvSpPr>
              <p:cNvPr id="56" name="TextBox 55">
                <a:extLst>
                  <a:ext uri="{FF2B5EF4-FFF2-40B4-BE49-F238E27FC236}">
                    <a16:creationId xmlns:a16="http://schemas.microsoft.com/office/drawing/2014/main" id="{D47EFAF2-523E-10C5-E026-1FF65E7FB2E5}"/>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lvl="1" indent="-131763" algn="l" defTabSz="914400" rtl="0" eaLnBrk="1" latinLnBrk="0" hangingPunct="1">
                  <a:lnSpc>
                    <a:spcPct val="90000"/>
                  </a:lnSpc>
                  <a:spcBef>
                    <a:spcPts val="0"/>
                  </a:spcBef>
                  <a:spcAft>
                    <a:spcPts val="300"/>
                  </a:spcAft>
                  <a:buFont typeface="Wingdings" pitchFamily="2" charset="2"/>
                  <a:buChar char="§"/>
                  <a:tabLst/>
                  <a:defRPr/>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57" name="TextBox 56">
                <a:extLst>
                  <a:ext uri="{FF2B5EF4-FFF2-40B4-BE49-F238E27FC236}">
                    <a16:creationId xmlns:a16="http://schemas.microsoft.com/office/drawing/2014/main" id="{3B24F0A0-8AA7-8379-5E4A-1A2A95667D7D}"/>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Method 2: </a:t>
                </a:r>
                <a:r>
                  <a:rPr kumimoji="0" lang="en-US" sz="600" b="0"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RESET PLACEHOLDER</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First, delete the existing icon to reset the photo placeholder functionality.</a:t>
                </a:r>
              </a:p>
            </p:txBody>
          </p:sp>
          <p:sp>
            <p:nvSpPr>
              <p:cNvPr id="58" name="TextBox 57">
                <a:extLst>
                  <a:ext uri="{FF2B5EF4-FFF2-40B4-BE49-F238E27FC236}">
                    <a16:creationId xmlns:a16="http://schemas.microsoft.com/office/drawing/2014/main" id="{01829B35-272F-4074-92CC-A156C1CDADDD}"/>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You can now add a new icon as normal.</a:t>
                </a:r>
              </a:p>
            </p:txBody>
          </p:sp>
          <p:cxnSp>
            <p:nvCxnSpPr>
              <p:cNvPr id="59" name="Straight Connector 58">
                <a:extLst>
                  <a:ext uri="{FF2B5EF4-FFF2-40B4-BE49-F238E27FC236}">
                    <a16:creationId xmlns:a16="http://schemas.microsoft.com/office/drawing/2014/main" id="{7939134C-69A1-0463-A252-1582C51C7954}"/>
                  </a:ext>
                </a:extLst>
              </p:cNvPr>
              <p:cNvCxnSpPr>
                <a:cxnSpLocks/>
              </p:cNvCxnSpPr>
              <p:nvPr userDrawn="1"/>
            </p:nvCxnSpPr>
            <p:spPr>
              <a:xfrm>
                <a:off x="9713479" y="5957047"/>
                <a:ext cx="27000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4F829B6B-797B-FB9F-5F92-9FEF0A3BFBE3}"/>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sp>
        <p:nvSpPr>
          <p:cNvPr id="2" name="Footer Placeholder 1">
            <a:extLst>
              <a:ext uri="{FF2B5EF4-FFF2-40B4-BE49-F238E27FC236}">
                <a16:creationId xmlns:a16="http://schemas.microsoft.com/office/drawing/2014/main" id="{CFAF4676-0FE4-0EEA-B97D-EF0D71148385}"/>
              </a:ext>
            </a:extLst>
          </p:cNvPr>
          <p:cNvSpPr>
            <a:spLocks noGrp="1"/>
          </p:cNvSpPr>
          <p:nvPr>
            <p:ph type="ftr" sz="quarter" idx="38"/>
          </p:nvPr>
        </p:nvSpPr>
        <p:spPr/>
        <p:txBody>
          <a:bodyPr/>
          <a:lstStyle/>
          <a:p>
            <a:endParaRPr lang="en-CA"/>
          </a:p>
        </p:txBody>
      </p:sp>
      <p:sp>
        <p:nvSpPr>
          <p:cNvPr id="4" name="Text Placeholder 22">
            <a:extLst>
              <a:ext uri="{FF2B5EF4-FFF2-40B4-BE49-F238E27FC236}">
                <a16:creationId xmlns:a16="http://schemas.microsoft.com/office/drawing/2014/main" id="{2FEE1995-5EE6-B782-1270-FC8C30634C1A}"/>
              </a:ext>
            </a:extLst>
          </p:cNvPr>
          <p:cNvSpPr>
            <a:spLocks noGrp="1"/>
          </p:cNvSpPr>
          <p:nvPr>
            <p:ph type="body" sz="quarter" idx="27" hasCustomPrompt="1"/>
          </p:nvPr>
        </p:nvSpPr>
        <p:spPr>
          <a:xfrm>
            <a:off x="531811" y="2489200"/>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9" name="Text Placeholder 16">
            <a:extLst>
              <a:ext uri="{FF2B5EF4-FFF2-40B4-BE49-F238E27FC236}">
                <a16:creationId xmlns:a16="http://schemas.microsoft.com/office/drawing/2014/main" id="{8BF3CDFB-3035-1906-627F-169A0AFF5852}"/>
              </a:ext>
            </a:extLst>
          </p:cNvPr>
          <p:cNvSpPr>
            <a:spLocks noGrp="1"/>
          </p:cNvSpPr>
          <p:nvPr>
            <p:ph type="body" sz="quarter" idx="15" hasCustomPrompt="1"/>
          </p:nvPr>
        </p:nvSpPr>
        <p:spPr>
          <a:xfrm>
            <a:off x="531810" y="3651121"/>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6" name="Picture Placeholder 2">
            <a:extLst>
              <a:ext uri="{FF2B5EF4-FFF2-40B4-BE49-F238E27FC236}">
                <a16:creationId xmlns:a16="http://schemas.microsoft.com/office/drawing/2014/main" id="{139D0396-5251-18D3-6D1D-FB672FB44CDE}"/>
              </a:ext>
            </a:extLst>
          </p:cNvPr>
          <p:cNvSpPr>
            <a:spLocks noGrp="1" noChangeAspect="1"/>
          </p:cNvSpPr>
          <p:nvPr>
            <p:ph type="pic" sz="quarter" idx="45" hasCustomPrompt="1"/>
          </p:nvPr>
        </p:nvSpPr>
        <p:spPr>
          <a:xfrm>
            <a:off x="4340711" y="1601038"/>
            <a:ext cx="835024" cy="835024"/>
          </a:xfrm>
        </p:spPr>
        <p:txBody>
          <a:bodyPr lIns="144000"/>
          <a:lstStyle>
            <a:lvl1pPr marL="0" indent="0">
              <a:buNone/>
              <a:defRPr sz="1400"/>
            </a:lvl1pPr>
          </a:lstStyle>
          <a:p>
            <a:r>
              <a:rPr lang="en-US"/>
              <a:t>Icon</a:t>
            </a:r>
          </a:p>
        </p:txBody>
      </p:sp>
      <p:sp>
        <p:nvSpPr>
          <p:cNvPr id="27" name="Text Placeholder 22">
            <a:extLst>
              <a:ext uri="{FF2B5EF4-FFF2-40B4-BE49-F238E27FC236}">
                <a16:creationId xmlns:a16="http://schemas.microsoft.com/office/drawing/2014/main" id="{C049CEBE-00B0-C726-8F2E-0374ECA4E1F3}"/>
              </a:ext>
            </a:extLst>
          </p:cNvPr>
          <p:cNvSpPr>
            <a:spLocks noGrp="1"/>
          </p:cNvSpPr>
          <p:nvPr>
            <p:ph type="body" sz="quarter" idx="46" hasCustomPrompt="1"/>
          </p:nvPr>
        </p:nvSpPr>
        <p:spPr>
          <a:xfrm>
            <a:off x="4340711" y="2489200"/>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8" name="Text Placeholder 16">
            <a:extLst>
              <a:ext uri="{FF2B5EF4-FFF2-40B4-BE49-F238E27FC236}">
                <a16:creationId xmlns:a16="http://schemas.microsoft.com/office/drawing/2014/main" id="{E84FC6FD-2A43-99CF-82C5-D98E826A76B7}"/>
              </a:ext>
            </a:extLst>
          </p:cNvPr>
          <p:cNvSpPr>
            <a:spLocks noGrp="1"/>
          </p:cNvSpPr>
          <p:nvPr>
            <p:ph type="body" sz="quarter" idx="47" hasCustomPrompt="1"/>
          </p:nvPr>
        </p:nvSpPr>
        <p:spPr>
          <a:xfrm>
            <a:off x="4340711" y="3651121"/>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9" name="Picture Placeholder 2">
            <a:extLst>
              <a:ext uri="{FF2B5EF4-FFF2-40B4-BE49-F238E27FC236}">
                <a16:creationId xmlns:a16="http://schemas.microsoft.com/office/drawing/2014/main" id="{EB49F5C6-BE22-7E23-F398-419AF46EA9C3}"/>
              </a:ext>
            </a:extLst>
          </p:cNvPr>
          <p:cNvSpPr>
            <a:spLocks noGrp="1" noChangeAspect="1"/>
          </p:cNvSpPr>
          <p:nvPr>
            <p:ph type="pic" sz="quarter" idx="48" hasCustomPrompt="1"/>
          </p:nvPr>
        </p:nvSpPr>
        <p:spPr>
          <a:xfrm>
            <a:off x="8149611" y="1601038"/>
            <a:ext cx="835024" cy="835024"/>
          </a:xfrm>
        </p:spPr>
        <p:txBody>
          <a:bodyPr lIns="144000"/>
          <a:lstStyle>
            <a:lvl1pPr marL="0" indent="0">
              <a:buNone/>
              <a:defRPr sz="1400"/>
            </a:lvl1pPr>
          </a:lstStyle>
          <a:p>
            <a:r>
              <a:rPr lang="en-US"/>
              <a:t>Icon</a:t>
            </a:r>
          </a:p>
        </p:txBody>
      </p:sp>
      <p:sp>
        <p:nvSpPr>
          <p:cNvPr id="30" name="Text Placeholder 22">
            <a:extLst>
              <a:ext uri="{FF2B5EF4-FFF2-40B4-BE49-F238E27FC236}">
                <a16:creationId xmlns:a16="http://schemas.microsoft.com/office/drawing/2014/main" id="{6EC19D9F-705A-74B6-9EBB-9D9565620413}"/>
              </a:ext>
            </a:extLst>
          </p:cNvPr>
          <p:cNvSpPr>
            <a:spLocks noGrp="1"/>
          </p:cNvSpPr>
          <p:nvPr>
            <p:ph type="body" sz="quarter" idx="49" hasCustomPrompt="1"/>
          </p:nvPr>
        </p:nvSpPr>
        <p:spPr>
          <a:xfrm>
            <a:off x="8149611" y="2489200"/>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31" name="Text Placeholder 16">
            <a:extLst>
              <a:ext uri="{FF2B5EF4-FFF2-40B4-BE49-F238E27FC236}">
                <a16:creationId xmlns:a16="http://schemas.microsoft.com/office/drawing/2014/main" id="{AA3A1BDB-11C1-E45D-35EC-D8FEC9CEDC61}"/>
              </a:ext>
            </a:extLst>
          </p:cNvPr>
          <p:cNvSpPr>
            <a:spLocks noGrp="1"/>
          </p:cNvSpPr>
          <p:nvPr>
            <p:ph type="body" sz="quarter" idx="50" hasCustomPrompt="1"/>
          </p:nvPr>
        </p:nvSpPr>
        <p:spPr>
          <a:xfrm>
            <a:off x="8149611" y="3651121"/>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Tree>
    <p:extLst>
      <p:ext uri="{BB962C8B-B14F-4D97-AF65-F5344CB8AC3E}">
        <p14:creationId xmlns:p14="http://schemas.microsoft.com/office/powerpoint/2010/main" val="1898226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our Column_Dark Blue">
    <p:bg>
      <p:bgPr>
        <a:solidFill>
          <a:schemeClr val="accent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38272A-C799-49AB-5578-B5089BEC1D22}"/>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tx2"/>
                </a:solidFill>
                <a:latin typeface="+mj-lt"/>
                <a:ea typeface="+mj-ea"/>
                <a:cs typeface="+mj-cs"/>
              </a:defRPr>
            </a:lvl1pPr>
          </a:lstStyle>
          <a:p>
            <a:r>
              <a:rPr lang="en-US"/>
              <a:t>Four column layout</a:t>
            </a:r>
            <a:br>
              <a:rPr lang="en-US"/>
            </a:br>
            <a:r>
              <a:rPr lang="en-US"/>
              <a:t>Title 2 lines maximum</a:t>
            </a:r>
            <a:endParaRPr lang="en-CA"/>
          </a:p>
        </p:txBody>
      </p:sp>
      <p:sp>
        <p:nvSpPr>
          <p:cNvPr id="4" name="Picture Placeholder 2">
            <a:extLst>
              <a:ext uri="{FF2B5EF4-FFF2-40B4-BE49-F238E27FC236}">
                <a16:creationId xmlns:a16="http://schemas.microsoft.com/office/drawing/2014/main" id="{0AAFB50F-094B-2881-F919-B1EE84ACE5D7}"/>
              </a:ext>
            </a:extLst>
          </p:cNvPr>
          <p:cNvSpPr>
            <a:spLocks noGrp="1" noChangeAspect="1"/>
          </p:cNvSpPr>
          <p:nvPr>
            <p:ph type="pic" sz="quarter" idx="31" hasCustomPrompt="1"/>
          </p:nvPr>
        </p:nvSpPr>
        <p:spPr>
          <a:xfrm>
            <a:off x="531812" y="1601038"/>
            <a:ext cx="835024" cy="835024"/>
          </a:xfrm>
        </p:spPr>
        <p:txBody>
          <a:bodyPr lIns="144000"/>
          <a:lstStyle>
            <a:lvl1pPr marL="0" indent="0">
              <a:buNone/>
              <a:defRPr sz="1400"/>
            </a:lvl1pPr>
          </a:lstStyle>
          <a:p>
            <a:r>
              <a:rPr lang="en-US"/>
              <a:t>Icon</a:t>
            </a:r>
          </a:p>
        </p:txBody>
      </p:sp>
      <p:sp>
        <p:nvSpPr>
          <p:cNvPr id="6" name="TextBox 5">
            <a:extLst>
              <a:ext uri="{FF2B5EF4-FFF2-40B4-BE49-F238E27FC236}">
                <a16:creationId xmlns:a16="http://schemas.microsoft.com/office/drawing/2014/main" id="{CD417586-D17D-B05D-5384-E37636F2EE20}"/>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grpSp>
        <p:nvGrpSpPr>
          <p:cNvPr id="43" name="Group 42">
            <a:extLst>
              <a:ext uri="{FF2B5EF4-FFF2-40B4-BE49-F238E27FC236}">
                <a16:creationId xmlns:a16="http://schemas.microsoft.com/office/drawing/2014/main" id="{717DDAE4-62DE-EEF2-E43F-005ACD006E14}"/>
              </a:ext>
            </a:extLst>
          </p:cNvPr>
          <p:cNvGrpSpPr/>
          <p:nvPr userDrawn="1"/>
        </p:nvGrpSpPr>
        <p:grpSpPr>
          <a:xfrm>
            <a:off x="12290489" y="-1"/>
            <a:ext cx="2910882" cy="6858001"/>
            <a:chOff x="12290489" y="-1"/>
            <a:chExt cx="2910882" cy="6858001"/>
          </a:xfrm>
        </p:grpSpPr>
        <p:sp>
          <p:nvSpPr>
            <p:cNvPr id="44" name="Rectangle 43">
              <a:extLst>
                <a:ext uri="{FF2B5EF4-FFF2-40B4-BE49-F238E27FC236}">
                  <a16:creationId xmlns:a16="http://schemas.microsoft.com/office/drawing/2014/main" id="{74829545-917D-5369-077E-2A4E82074C6F}"/>
                </a:ext>
              </a:extLst>
            </p:cNvPr>
            <p:cNvSpPr/>
            <p:nvPr userDrawn="1"/>
          </p:nvSpPr>
          <p:spPr>
            <a:xfrm>
              <a:off x="12290489" y="-1"/>
              <a:ext cx="2735151" cy="6858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latin typeface="Aptos" panose="020B0004020202020204" pitchFamily="34" charset="0"/>
                <a:cs typeface="Aparajita" panose="02020603050405020304" pitchFamily="18" charset="0"/>
              </a:endParaRPr>
            </a:p>
          </p:txBody>
        </p:sp>
        <p:sp>
          <p:nvSpPr>
            <p:cNvPr id="45" name="TextBox 44">
              <a:extLst>
                <a:ext uri="{FF2B5EF4-FFF2-40B4-BE49-F238E27FC236}">
                  <a16:creationId xmlns:a16="http://schemas.microsoft.com/office/drawing/2014/main" id="{91214599-3AC4-B786-02F0-AE5566352055}"/>
                </a:ext>
              </a:extLst>
            </p:cNvPr>
            <p:cNvSpPr txBox="1"/>
            <p:nvPr userDrawn="1"/>
          </p:nvSpPr>
          <p:spPr>
            <a:xfrm>
              <a:off x="12449814" y="173148"/>
              <a:ext cx="1455527"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lvl="0"/>
              <a:r>
                <a:rPr lang="en-US" b="1">
                  <a:solidFill>
                    <a:schemeClr val="bg1"/>
                  </a:solidFill>
                  <a:latin typeface="Aptos" panose="020B0004020202020204" pitchFamily="34" charset="0"/>
                  <a:cs typeface="Aparajita" panose="02020603050405020304" pitchFamily="18" charset="0"/>
                </a:rPr>
                <a:t>HOW TO ADD AN ICON</a:t>
              </a:r>
            </a:p>
          </p:txBody>
        </p:sp>
        <p:cxnSp>
          <p:nvCxnSpPr>
            <p:cNvPr id="46" name="Straight Connector 45">
              <a:extLst>
                <a:ext uri="{FF2B5EF4-FFF2-40B4-BE49-F238E27FC236}">
                  <a16:creationId xmlns:a16="http://schemas.microsoft.com/office/drawing/2014/main" id="{BCA5B2B5-C2E0-2592-2785-4F84ED886D75}"/>
                </a:ext>
              </a:extLst>
            </p:cNvPr>
            <p:cNvCxnSpPr>
              <a:cxnSpLocks/>
            </p:cNvCxnSpPr>
            <p:nvPr userDrawn="1"/>
          </p:nvCxnSpPr>
          <p:spPr>
            <a:xfrm>
              <a:off x="12449814" y="423012"/>
              <a:ext cx="270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022702B7-28A0-668C-65B6-669BFACDF46D}"/>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b="1">
                  <a:latin typeface="Aptos" panose="020B0004020202020204" pitchFamily="34" charset="0"/>
                  <a:cs typeface="Aparajita" panose="02020603050405020304" pitchFamily="18" charset="0"/>
                </a:rPr>
                <a:t>Method 1: </a:t>
              </a:r>
              <a:r>
                <a:rPr lang="en-US" sz="600" b="0">
                  <a:latin typeface="Aptos" panose="020B0004020202020204" pitchFamily="34" charset="0"/>
                  <a:cs typeface="Aparajita" panose="02020603050405020304" pitchFamily="18" charset="0"/>
                </a:rPr>
                <a:t>from file browser</a:t>
              </a:r>
            </a:p>
            <a:p>
              <a:pPr lvl="1">
                <a:buNone/>
              </a:pPr>
              <a:r>
                <a:rPr lang="en-US" sz="1050">
                  <a:latin typeface="Aptos" panose="020B0004020202020204" pitchFamily="34" charset="0"/>
                  <a:cs typeface="Aparajita" panose="02020603050405020304" pitchFamily="18" charset="0"/>
                </a:rPr>
                <a:t>Drag the icon onto the slide.</a:t>
              </a:r>
            </a:p>
            <a:p>
              <a:pPr marL="0" marR="0" lvl="1" indent="0" algn="l" defTabSz="914400" rtl="0" eaLnBrk="1" fontAlgn="auto" latinLnBrk="0" hangingPunct="1">
                <a:lnSpc>
                  <a:spcPct val="90000"/>
                </a:lnSpc>
                <a:spcBef>
                  <a:spcPts val="0"/>
                </a:spcBef>
                <a:spcAft>
                  <a:spcPts val="300"/>
                </a:spcAft>
                <a:buClrTx/>
                <a:buSzTx/>
                <a:buFontTx/>
                <a:buNone/>
                <a:tabLst/>
                <a:defRPr/>
              </a:pPr>
              <a:r>
                <a:rPr lang="en-US" sz="700">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lang="en-US" sz="1000">
                <a:latin typeface="Aptos" panose="020B0004020202020204" pitchFamily="34" charset="0"/>
                <a:cs typeface="Aparajita" panose="02020603050405020304" pitchFamily="18" charset="0"/>
              </a:endParaRPr>
            </a:p>
          </p:txBody>
        </p:sp>
        <p:sp>
          <p:nvSpPr>
            <p:cNvPr id="48" name="TextBox 47">
              <a:extLst>
                <a:ext uri="{FF2B5EF4-FFF2-40B4-BE49-F238E27FC236}">
                  <a16:creationId xmlns:a16="http://schemas.microsoft.com/office/drawing/2014/main" id="{8C58B4C5-C329-4790-4200-9150B0A43C33}"/>
                </a:ext>
              </a:extLst>
            </p:cNvPr>
            <p:cNvSpPr txBox="1">
              <a:spLocks noChangeAspect="1"/>
            </p:cNvSpPr>
            <p:nvPr/>
          </p:nvSpPr>
          <p:spPr>
            <a:xfrm>
              <a:off x="12449814" y="566082"/>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1</a:t>
              </a:r>
            </a:p>
          </p:txBody>
        </p:sp>
        <p:sp>
          <p:nvSpPr>
            <p:cNvPr id="49" name="TextBox 48">
              <a:extLst>
                <a:ext uri="{FF2B5EF4-FFF2-40B4-BE49-F238E27FC236}">
                  <a16:creationId xmlns:a16="http://schemas.microsoft.com/office/drawing/2014/main" id="{D5299741-2394-3A23-F67F-F322FE1C0CB8}"/>
                </a:ext>
              </a:extLst>
            </p:cNvPr>
            <p:cNvSpPr txBox="1">
              <a:spLocks noChangeAspect="1"/>
            </p:cNvSpPr>
            <p:nvPr/>
          </p:nvSpPr>
          <p:spPr>
            <a:xfrm>
              <a:off x="12449814" y="1018081"/>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2</a:t>
              </a:r>
            </a:p>
          </p:txBody>
        </p:sp>
        <p:sp>
          <p:nvSpPr>
            <p:cNvPr id="50" name="TextBox 49">
              <a:extLst>
                <a:ext uri="{FF2B5EF4-FFF2-40B4-BE49-F238E27FC236}">
                  <a16:creationId xmlns:a16="http://schemas.microsoft.com/office/drawing/2014/main" id="{43A73320-4AE9-4630-370C-00C5ADECD4A5}"/>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0">
                <a:spcBef>
                  <a:spcPts val="700"/>
                </a:spcBef>
              </a:pPr>
              <a:r>
                <a:rPr lang="en-US">
                  <a:latin typeface="Aptos" panose="020B0004020202020204" pitchFamily="34" charset="0"/>
                  <a:cs typeface="Aparajita" panose="02020603050405020304" pitchFamily="18" charset="0"/>
                </a:rPr>
                <a:t>Source icon from the </a:t>
              </a:r>
              <a:br>
                <a:rPr lang="en-US">
                  <a:latin typeface="Aptos" panose="020B0004020202020204" pitchFamily="34" charset="0"/>
                  <a:cs typeface="Aparajita" panose="02020603050405020304" pitchFamily="18" charset="0"/>
                </a:rPr>
              </a:br>
              <a:r>
                <a:rPr lang="en-US">
                  <a:solidFill>
                    <a:schemeClr val="accent1"/>
                  </a:solidFill>
                  <a:latin typeface="Aptos" panose="020B0004020202020204" pitchFamily="34" charset="0"/>
                  <a:cs typeface="Aparajita" panose="02020603050405020304" pitchFamily="18" charset="0"/>
                </a:rPr>
                <a:t>Qualcomm Icon Library</a:t>
              </a:r>
            </a:p>
            <a:p>
              <a:pPr lvl="0">
                <a:spcBef>
                  <a:spcPts val="700"/>
                </a:spcBef>
              </a:pPr>
              <a:r>
                <a:rPr lang="en-US">
                  <a:latin typeface="Aptos" panose="020B0004020202020204" pitchFamily="34" charset="0"/>
                  <a:cs typeface="Aparajita" panose="02020603050405020304" pitchFamily="18" charset="0"/>
                </a:rPr>
                <a:t>Add the icon to the placeholder.</a:t>
              </a:r>
            </a:p>
          </p:txBody>
        </p:sp>
        <p:sp>
          <p:nvSpPr>
            <p:cNvPr id="51" name="TextBox 50">
              <a:extLst>
                <a:ext uri="{FF2B5EF4-FFF2-40B4-BE49-F238E27FC236}">
                  <a16:creationId xmlns:a16="http://schemas.microsoft.com/office/drawing/2014/main" id="{36600997-0C5B-7E7E-13B9-8B1FBC407681}"/>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2: </a:t>
              </a:r>
              <a:r>
                <a:rPr lang="en-US" sz="600" b="0">
                  <a:latin typeface="Aptos" panose="020B0004020202020204" pitchFamily="34" charset="0"/>
                  <a:cs typeface="Aparajita" panose="02020603050405020304" pitchFamily="18" charset="0"/>
                </a:rPr>
                <a:t>Paste from clipboard</a:t>
              </a:r>
            </a:p>
            <a:p>
              <a:pPr lvl="1">
                <a:buNone/>
              </a:pPr>
              <a:r>
                <a:rPr lang="en-US" sz="1050">
                  <a:latin typeface="Aptos" panose="020B0004020202020204" pitchFamily="34" charset="0"/>
                  <a:cs typeface="Aparajita" panose="02020603050405020304" pitchFamily="18" charset="0"/>
                </a:rPr>
                <a:t>Select the icon placeholder.</a:t>
              </a:r>
            </a:p>
            <a:p>
              <a:pPr lvl="1">
                <a:buNone/>
              </a:pPr>
              <a:r>
                <a:rPr lang="en-US" sz="1050">
                  <a:latin typeface="Aptos" panose="020B0004020202020204" pitchFamily="34" charset="0"/>
                  <a:cs typeface="Aparajita" panose="02020603050405020304" pitchFamily="18" charset="0"/>
                </a:rPr>
                <a:t>Right-click or use keyboard shortcuts to paste the icon.</a:t>
              </a:r>
            </a:p>
          </p:txBody>
        </p:sp>
        <p:sp>
          <p:nvSpPr>
            <p:cNvPr id="52" name="TextBox 51">
              <a:extLst>
                <a:ext uri="{FF2B5EF4-FFF2-40B4-BE49-F238E27FC236}">
                  <a16:creationId xmlns:a16="http://schemas.microsoft.com/office/drawing/2014/main" id="{222AF4B2-579A-DE69-535D-5A7232B8BF25}"/>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3: </a:t>
              </a:r>
              <a:r>
                <a:rPr lang="en-US" sz="600" b="0">
                  <a:latin typeface="Aptos" panose="020B0004020202020204" pitchFamily="34" charset="0"/>
                  <a:cs typeface="Aparajita" panose="02020603050405020304" pitchFamily="18" charset="0"/>
                </a:rPr>
                <a:t>Placeholder icon</a:t>
              </a:r>
            </a:p>
            <a:p>
              <a:pPr lvl="1">
                <a:buNone/>
              </a:pPr>
              <a:r>
                <a:rPr lang="en-US" sz="1050">
                  <a:latin typeface="Aptos" panose="020B0004020202020204" pitchFamily="34" charset="0"/>
                  <a:cs typeface="Aparajita" panose="02020603050405020304" pitchFamily="18" charset="0"/>
                </a:rPr>
                <a:t>Click the image icon inside the placeholder to browse for an icon.</a:t>
              </a:r>
            </a:p>
          </p:txBody>
        </p:sp>
        <p:grpSp>
          <p:nvGrpSpPr>
            <p:cNvPr id="53" name="Group 52">
              <a:extLst>
                <a:ext uri="{FF2B5EF4-FFF2-40B4-BE49-F238E27FC236}">
                  <a16:creationId xmlns:a16="http://schemas.microsoft.com/office/drawing/2014/main" id="{D431143D-EA3F-BA31-FDD0-86758B90458F}"/>
                </a:ext>
              </a:extLst>
            </p:cNvPr>
            <p:cNvGrpSpPr/>
            <p:nvPr userDrawn="1"/>
          </p:nvGrpSpPr>
          <p:grpSpPr>
            <a:xfrm>
              <a:off x="12429548" y="3236396"/>
              <a:ext cx="2735151" cy="1280928"/>
              <a:chOff x="9286315" y="6976989"/>
              <a:chExt cx="2735151" cy="1280928"/>
            </a:xfrm>
          </p:grpSpPr>
          <p:sp>
            <p:nvSpPr>
              <p:cNvPr id="128" name="Rectangle 127">
                <a:extLst>
                  <a:ext uri="{FF2B5EF4-FFF2-40B4-BE49-F238E27FC236}">
                    <a16:creationId xmlns:a16="http://schemas.microsoft.com/office/drawing/2014/main" id="{992C18FF-FCA0-B6DC-4B5F-813875A58CAD}"/>
                  </a:ext>
                </a:extLst>
              </p:cNvPr>
              <p:cNvSpPr/>
              <p:nvPr userDrawn="1"/>
            </p:nvSpPr>
            <p:spPr>
              <a:xfrm>
                <a:off x="9286315" y="6976989"/>
                <a:ext cx="2735151" cy="128092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129" name="TextBox 128">
                <a:extLst>
                  <a:ext uri="{FF2B5EF4-FFF2-40B4-BE49-F238E27FC236}">
                    <a16:creationId xmlns:a16="http://schemas.microsoft.com/office/drawing/2014/main" id="{CC870698-701A-2242-78AE-B6CBE951C53A}"/>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Cropping Graphics</a:t>
                </a:r>
              </a:p>
            </p:txBody>
          </p:sp>
          <p:pic>
            <p:nvPicPr>
              <p:cNvPr id="131" name="Graphic 130">
                <a:extLst>
                  <a:ext uri="{FF2B5EF4-FFF2-40B4-BE49-F238E27FC236}">
                    <a16:creationId xmlns:a16="http://schemas.microsoft.com/office/drawing/2014/main" id="{27F479C9-EBF7-C89C-EBDD-699C93B9299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132" name="TextBox 131">
                <a:extLst>
                  <a:ext uri="{FF2B5EF4-FFF2-40B4-BE49-F238E27FC236}">
                    <a16:creationId xmlns:a16="http://schemas.microsoft.com/office/drawing/2014/main" id="{A8B38676-38BD-C97A-3E60-811AD05F329A}"/>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Right-click on the icon.</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Choose “Crop” from the menu. (           )</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Adjust the size and position of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Press Esc or click outside the image area to exit the cropping mode.</a:t>
                </a:r>
              </a:p>
            </p:txBody>
          </p:sp>
          <p:pic>
            <p:nvPicPr>
              <p:cNvPr id="133" name="Picture 132">
                <a:extLst>
                  <a:ext uri="{FF2B5EF4-FFF2-40B4-BE49-F238E27FC236}">
                    <a16:creationId xmlns:a16="http://schemas.microsoft.com/office/drawing/2014/main" id="{52C3F74E-3500-E869-070E-EB7D7CFFDD4B}"/>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134" name="TextBox 133">
                <a:extLst>
                  <a:ext uri="{FF2B5EF4-FFF2-40B4-BE49-F238E27FC236}">
                    <a16:creationId xmlns:a16="http://schemas.microsoft.com/office/drawing/2014/main" id="{FD2E6A13-5E3C-A37E-FF9D-6CC65A1A8599}"/>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nvGrpSpPr>
            <p:cNvPr id="54" name="Group 53">
              <a:extLst>
                <a:ext uri="{FF2B5EF4-FFF2-40B4-BE49-F238E27FC236}">
                  <a16:creationId xmlns:a16="http://schemas.microsoft.com/office/drawing/2014/main" id="{C17097D5-36D6-39B2-EA5B-55509107C41A}"/>
                </a:ext>
              </a:extLst>
            </p:cNvPr>
            <p:cNvGrpSpPr/>
            <p:nvPr userDrawn="1"/>
          </p:nvGrpSpPr>
          <p:grpSpPr>
            <a:xfrm>
              <a:off x="12429548" y="4543123"/>
              <a:ext cx="2735151" cy="2200108"/>
              <a:chOff x="9538241" y="5155416"/>
              <a:chExt cx="2735151" cy="2200108"/>
            </a:xfrm>
          </p:grpSpPr>
          <p:sp>
            <p:nvSpPr>
              <p:cNvPr id="55" name="Rectangle 54">
                <a:extLst>
                  <a:ext uri="{FF2B5EF4-FFF2-40B4-BE49-F238E27FC236}">
                    <a16:creationId xmlns:a16="http://schemas.microsoft.com/office/drawing/2014/main" id="{3834CD4C-1311-915F-D846-C8EF6D502AC7}"/>
                  </a:ext>
                </a:extLst>
              </p:cNvPr>
              <p:cNvSpPr/>
              <p:nvPr userDrawn="1"/>
            </p:nvSpPr>
            <p:spPr>
              <a:xfrm>
                <a:off x="9538241" y="5155416"/>
                <a:ext cx="2735151" cy="220010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56" name="TextBox 55">
                <a:extLst>
                  <a:ext uri="{FF2B5EF4-FFF2-40B4-BE49-F238E27FC236}">
                    <a16:creationId xmlns:a16="http://schemas.microsoft.com/office/drawing/2014/main" id="{26D4593E-4325-4054-E8E0-2C4565BC0804}"/>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Changing Icons</a:t>
                </a:r>
              </a:p>
            </p:txBody>
          </p:sp>
          <p:pic>
            <p:nvPicPr>
              <p:cNvPr id="57" name="Graphic 56">
                <a:extLst>
                  <a:ext uri="{FF2B5EF4-FFF2-40B4-BE49-F238E27FC236}">
                    <a16:creationId xmlns:a16="http://schemas.microsoft.com/office/drawing/2014/main" id="{AB5C6E66-2D1C-CA85-B320-68D3759A116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58" name="TextBox 57">
                <a:extLst>
                  <a:ext uri="{FF2B5EF4-FFF2-40B4-BE49-F238E27FC236}">
                    <a16:creationId xmlns:a16="http://schemas.microsoft.com/office/drawing/2014/main" id="{59524F0B-C3FC-E96B-9EF5-AD8583AA42AC}"/>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600" b="1" kern="1200" cap="all" spc="20" baseline="0" noProof="0">
                    <a:solidFill>
                      <a:schemeClr val="tx1"/>
                    </a:solidFill>
                    <a:latin typeface="Aptos" panose="020B0004020202020204" pitchFamily="34" charset="0"/>
                    <a:ea typeface="+mn-ea"/>
                    <a:cs typeface="Aparajita" panose="02020603050405020304" pitchFamily="18" charset="0"/>
                  </a:rPr>
                  <a:t>Method 1: </a:t>
                </a:r>
                <a:r>
                  <a:rPr lang="en-US" sz="600" b="0" kern="1200" cap="all" spc="20" baseline="0" noProof="0">
                    <a:solidFill>
                      <a:schemeClr val="tx1"/>
                    </a:solidFill>
                    <a:latin typeface="Aptos" panose="020B0004020202020204" pitchFamily="34" charset="0"/>
                    <a:ea typeface="+mn-ea"/>
                    <a:cs typeface="Aparajita" panose="02020603050405020304" pitchFamily="18" charset="0"/>
                  </a:rPr>
                  <a:t>RIGHT CLICK</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Right-click on icon and select “Change Picture”</a:t>
                </a:r>
              </a:p>
            </p:txBody>
          </p:sp>
          <p:sp>
            <p:nvSpPr>
              <p:cNvPr id="59" name="TextBox 58">
                <a:extLst>
                  <a:ext uri="{FF2B5EF4-FFF2-40B4-BE49-F238E27FC236}">
                    <a16:creationId xmlns:a16="http://schemas.microsoft.com/office/drawing/2014/main" id="{BE622394-901B-B821-BDE6-422E33014D2B}"/>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lvl="1" indent="-131763" algn="l" defTabSz="914400" rtl="0" eaLnBrk="1" latinLnBrk="0" hangingPunct="1">
                  <a:lnSpc>
                    <a:spcPct val="90000"/>
                  </a:lnSpc>
                  <a:spcBef>
                    <a:spcPts val="0"/>
                  </a:spcBef>
                  <a:spcAft>
                    <a:spcPts val="300"/>
                  </a:spcAft>
                  <a:buFont typeface="Wingdings" pitchFamily="2" charset="2"/>
                  <a:buChar char="§"/>
                  <a:tabLst/>
                  <a:defRPr/>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60" name="TextBox 59">
                <a:extLst>
                  <a:ext uri="{FF2B5EF4-FFF2-40B4-BE49-F238E27FC236}">
                    <a16:creationId xmlns:a16="http://schemas.microsoft.com/office/drawing/2014/main" id="{7AD17B2F-A0CC-7E95-D315-F28D5BBC0E3A}"/>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Method 2: </a:t>
                </a:r>
                <a:r>
                  <a:rPr kumimoji="0" lang="en-US" sz="600" b="0"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RESET PLACEHOLDER</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First, delete the existing image to reset the photo placeholder functionality.</a:t>
                </a:r>
              </a:p>
            </p:txBody>
          </p:sp>
          <p:sp>
            <p:nvSpPr>
              <p:cNvPr id="61" name="TextBox 60">
                <a:extLst>
                  <a:ext uri="{FF2B5EF4-FFF2-40B4-BE49-F238E27FC236}">
                    <a16:creationId xmlns:a16="http://schemas.microsoft.com/office/drawing/2014/main" id="{D9245573-D378-F3B6-9D43-7A0AC9D3F674}"/>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You can now add a new icon as normal.</a:t>
                </a:r>
              </a:p>
            </p:txBody>
          </p:sp>
          <p:cxnSp>
            <p:nvCxnSpPr>
              <p:cNvPr id="62" name="Straight Connector 61">
                <a:extLst>
                  <a:ext uri="{FF2B5EF4-FFF2-40B4-BE49-F238E27FC236}">
                    <a16:creationId xmlns:a16="http://schemas.microsoft.com/office/drawing/2014/main" id="{DF948D1D-C3E1-EF3A-5CFF-FC5BD4F401D2}"/>
                  </a:ext>
                </a:extLst>
              </p:cNvPr>
              <p:cNvCxnSpPr>
                <a:cxnSpLocks/>
              </p:cNvCxnSpPr>
              <p:nvPr userDrawn="1"/>
            </p:nvCxnSpPr>
            <p:spPr>
              <a:xfrm>
                <a:off x="9713479" y="5957047"/>
                <a:ext cx="27000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D6D6806E-4824-9CA0-7A29-8C9379EA11A7}"/>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sp>
        <p:nvSpPr>
          <p:cNvPr id="2" name="Footer Placeholder 1">
            <a:extLst>
              <a:ext uri="{FF2B5EF4-FFF2-40B4-BE49-F238E27FC236}">
                <a16:creationId xmlns:a16="http://schemas.microsoft.com/office/drawing/2014/main" id="{355FFA2C-5431-4B39-1E12-AB136674DCB9}"/>
              </a:ext>
            </a:extLst>
          </p:cNvPr>
          <p:cNvSpPr>
            <a:spLocks noGrp="1"/>
          </p:cNvSpPr>
          <p:nvPr>
            <p:ph type="ftr" sz="quarter" idx="49"/>
          </p:nvPr>
        </p:nvSpPr>
        <p:spPr/>
        <p:txBody>
          <a:bodyPr/>
          <a:lstStyle/>
          <a:p>
            <a:endParaRPr lang="en-CA"/>
          </a:p>
        </p:txBody>
      </p:sp>
      <p:sp>
        <p:nvSpPr>
          <p:cNvPr id="15" name="Text Placeholder 22">
            <a:extLst>
              <a:ext uri="{FF2B5EF4-FFF2-40B4-BE49-F238E27FC236}">
                <a16:creationId xmlns:a16="http://schemas.microsoft.com/office/drawing/2014/main" id="{AEE4CF8C-958F-1DA4-CCF7-D6B890C89A2E}"/>
              </a:ext>
            </a:extLst>
          </p:cNvPr>
          <p:cNvSpPr>
            <a:spLocks noGrp="1"/>
          </p:cNvSpPr>
          <p:nvPr>
            <p:ph type="body" sz="quarter" idx="27" hasCustomPrompt="1"/>
          </p:nvPr>
        </p:nvSpPr>
        <p:spPr>
          <a:xfrm>
            <a:off x="531811"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6" name="Text Placeholder 16">
            <a:extLst>
              <a:ext uri="{FF2B5EF4-FFF2-40B4-BE49-F238E27FC236}">
                <a16:creationId xmlns:a16="http://schemas.microsoft.com/office/drawing/2014/main" id="{C89C7762-ACFA-1003-9A99-7D48D68F547F}"/>
              </a:ext>
            </a:extLst>
          </p:cNvPr>
          <p:cNvSpPr>
            <a:spLocks noGrp="1"/>
          </p:cNvSpPr>
          <p:nvPr>
            <p:ph type="body" sz="quarter" idx="15" hasCustomPrompt="1"/>
          </p:nvPr>
        </p:nvSpPr>
        <p:spPr>
          <a:xfrm>
            <a:off x="531812" y="3651121"/>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7" name="Picture Placeholder 2">
            <a:extLst>
              <a:ext uri="{FF2B5EF4-FFF2-40B4-BE49-F238E27FC236}">
                <a16:creationId xmlns:a16="http://schemas.microsoft.com/office/drawing/2014/main" id="{7742E333-DAE8-AADC-AB85-E09272B827B3}"/>
              </a:ext>
            </a:extLst>
          </p:cNvPr>
          <p:cNvSpPr>
            <a:spLocks noGrp="1" noChangeAspect="1"/>
          </p:cNvSpPr>
          <p:nvPr>
            <p:ph type="pic" sz="quarter" idx="50" hasCustomPrompt="1"/>
          </p:nvPr>
        </p:nvSpPr>
        <p:spPr>
          <a:xfrm>
            <a:off x="3380247" y="1601038"/>
            <a:ext cx="835024" cy="835024"/>
          </a:xfrm>
        </p:spPr>
        <p:txBody>
          <a:bodyPr lIns="144000"/>
          <a:lstStyle>
            <a:lvl1pPr marL="0" indent="0">
              <a:buNone/>
              <a:defRPr sz="1400"/>
            </a:lvl1pPr>
          </a:lstStyle>
          <a:p>
            <a:r>
              <a:rPr lang="en-US"/>
              <a:t>Icon</a:t>
            </a:r>
          </a:p>
        </p:txBody>
      </p:sp>
      <p:sp>
        <p:nvSpPr>
          <p:cNvPr id="18" name="Text Placeholder 22">
            <a:extLst>
              <a:ext uri="{FF2B5EF4-FFF2-40B4-BE49-F238E27FC236}">
                <a16:creationId xmlns:a16="http://schemas.microsoft.com/office/drawing/2014/main" id="{DE030996-68A3-8AC0-F998-9C4EF4AE6C2B}"/>
              </a:ext>
            </a:extLst>
          </p:cNvPr>
          <p:cNvSpPr>
            <a:spLocks noGrp="1"/>
          </p:cNvSpPr>
          <p:nvPr>
            <p:ph type="body" sz="quarter" idx="51" hasCustomPrompt="1"/>
          </p:nvPr>
        </p:nvSpPr>
        <p:spPr>
          <a:xfrm>
            <a:off x="3380247"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9" name="Text Placeholder 16">
            <a:extLst>
              <a:ext uri="{FF2B5EF4-FFF2-40B4-BE49-F238E27FC236}">
                <a16:creationId xmlns:a16="http://schemas.microsoft.com/office/drawing/2014/main" id="{5C7E2214-9452-F487-B334-F6CDE12C5733}"/>
              </a:ext>
            </a:extLst>
          </p:cNvPr>
          <p:cNvSpPr>
            <a:spLocks noGrp="1"/>
          </p:cNvSpPr>
          <p:nvPr>
            <p:ph type="body" sz="quarter" idx="52" hasCustomPrompt="1"/>
          </p:nvPr>
        </p:nvSpPr>
        <p:spPr>
          <a:xfrm>
            <a:off x="3380247" y="3651121"/>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3" name="Picture Placeholder 2">
            <a:extLst>
              <a:ext uri="{FF2B5EF4-FFF2-40B4-BE49-F238E27FC236}">
                <a16:creationId xmlns:a16="http://schemas.microsoft.com/office/drawing/2014/main" id="{49D03249-A3CA-5A91-C717-27E68D6F7831}"/>
              </a:ext>
            </a:extLst>
          </p:cNvPr>
          <p:cNvSpPr>
            <a:spLocks noGrp="1" noChangeAspect="1"/>
          </p:cNvSpPr>
          <p:nvPr>
            <p:ph type="pic" sz="quarter" idx="53" hasCustomPrompt="1"/>
          </p:nvPr>
        </p:nvSpPr>
        <p:spPr>
          <a:xfrm>
            <a:off x="6228682" y="1601038"/>
            <a:ext cx="835024" cy="835024"/>
          </a:xfrm>
        </p:spPr>
        <p:txBody>
          <a:bodyPr lIns="144000"/>
          <a:lstStyle>
            <a:lvl1pPr marL="0" indent="0">
              <a:buNone/>
              <a:defRPr sz="1400"/>
            </a:lvl1pPr>
          </a:lstStyle>
          <a:p>
            <a:r>
              <a:rPr lang="en-US"/>
              <a:t>Icon</a:t>
            </a:r>
          </a:p>
        </p:txBody>
      </p:sp>
      <p:sp>
        <p:nvSpPr>
          <p:cNvPr id="24" name="Text Placeholder 22">
            <a:extLst>
              <a:ext uri="{FF2B5EF4-FFF2-40B4-BE49-F238E27FC236}">
                <a16:creationId xmlns:a16="http://schemas.microsoft.com/office/drawing/2014/main" id="{31B9C0A0-95B0-2824-2407-CDDC04E197D9}"/>
              </a:ext>
            </a:extLst>
          </p:cNvPr>
          <p:cNvSpPr>
            <a:spLocks noGrp="1"/>
          </p:cNvSpPr>
          <p:nvPr>
            <p:ph type="body" sz="quarter" idx="54" hasCustomPrompt="1"/>
          </p:nvPr>
        </p:nvSpPr>
        <p:spPr>
          <a:xfrm>
            <a:off x="6228682"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5" name="Text Placeholder 16">
            <a:extLst>
              <a:ext uri="{FF2B5EF4-FFF2-40B4-BE49-F238E27FC236}">
                <a16:creationId xmlns:a16="http://schemas.microsoft.com/office/drawing/2014/main" id="{06A24B55-C38A-D8B1-E30C-791BAA94A209}"/>
              </a:ext>
            </a:extLst>
          </p:cNvPr>
          <p:cNvSpPr>
            <a:spLocks noGrp="1"/>
          </p:cNvSpPr>
          <p:nvPr>
            <p:ph type="body" sz="quarter" idx="55" hasCustomPrompt="1"/>
          </p:nvPr>
        </p:nvSpPr>
        <p:spPr>
          <a:xfrm>
            <a:off x="6228682" y="3651121"/>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6" name="Picture Placeholder 2">
            <a:extLst>
              <a:ext uri="{FF2B5EF4-FFF2-40B4-BE49-F238E27FC236}">
                <a16:creationId xmlns:a16="http://schemas.microsoft.com/office/drawing/2014/main" id="{63A76360-B909-3A81-788A-127C2E0DCFCA}"/>
              </a:ext>
            </a:extLst>
          </p:cNvPr>
          <p:cNvSpPr>
            <a:spLocks noGrp="1" noChangeAspect="1"/>
          </p:cNvSpPr>
          <p:nvPr>
            <p:ph type="pic" sz="quarter" idx="56" hasCustomPrompt="1"/>
          </p:nvPr>
        </p:nvSpPr>
        <p:spPr>
          <a:xfrm>
            <a:off x="9077116" y="1601038"/>
            <a:ext cx="835024" cy="835024"/>
          </a:xfrm>
        </p:spPr>
        <p:txBody>
          <a:bodyPr lIns="144000"/>
          <a:lstStyle>
            <a:lvl1pPr marL="0" indent="0">
              <a:buNone/>
              <a:defRPr sz="1400"/>
            </a:lvl1pPr>
          </a:lstStyle>
          <a:p>
            <a:r>
              <a:rPr lang="en-US"/>
              <a:t>Icon</a:t>
            </a:r>
          </a:p>
        </p:txBody>
      </p:sp>
      <p:sp>
        <p:nvSpPr>
          <p:cNvPr id="27" name="Text Placeholder 22">
            <a:extLst>
              <a:ext uri="{FF2B5EF4-FFF2-40B4-BE49-F238E27FC236}">
                <a16:creationId xmlns:a16="http://schemas.microsoft.com/office/drawing/2014/main" id="{F9D38BEA-1CE5-A003-B905-BF200D6A8C57}"/>
              </a:ext>
            </a:extLst>
          </p:cNvPr>
          <p:cNvSpPr>
            <a:spLocks noGrp="1"/>
          </p:cNvSpPr>
          <p:nvPr>
            <p:ph type="body" sz="quarter" idx="57" hasCustomPrompt="1"/>
          </p:nvPr>
        </p:nvSpPr>
        <p:spPr>
          <a:xfrm>
            <a:off x="9077115"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8" name="Text Placeholder 16">
            <a:extLst>
              <a:ext uri="{FF2B5EF4-FFF2-40B4-BE49-F238E27FC236}">
                <a16:creationId xmlns:a16="http://schemas.microsoft.com/office/drawing/2014/main" id="{90607619-F41E-DC0E-B3A9-CD8AF2A58A9E}"/>
              </a:ext>
            </a:extLst>
          </p:cNvPr>
          <p:cNvSpPr>
            <a:spLocks noGrp="1"/>
          </p:cNvSpPr>
          <p:nvPr>
            <p:ph type="body" sz="quarter" idx="58" hasCustomPrompt="1"/>
          </p:nvPr>
        </p:nvSpPr>
        <p:spPr>
          <a:xfrm>
            <a:off x="9077116" y="3651121"/>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Tree>
    <p:extLst>
      <p:ext uri="{BB962C8B-B14F-4D97-AF65-F5344CB8AC3E}">
        <p14:creationId xmlns:p14="http://schemas.microsoft.com/office/powerpoint/2010/main" val="631335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lumn_Dark Blue (No Icon)">
    <p:bg>
      <p:bgPr>
        <a:solidFill>
          <a:schemeClr val="accent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DF7D16-FB5B-A236-3D0F-5BF142E7C0B8}"/>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tx2"/>
                </a:solidFill>
                <a:latin typeface="+mj-lt"/>
                <a:ea typeface="+mj-ea"/>
                <a:cs typeface="+mj-cs"/>
              </a:defRPr>
            </a:lvl1pPr>
          </a:lstStyle>
          <a:p>
            <a:r>
              <a:rPr lang="en-US"/>
              <a:t>Two column layout</a:t>
            </a:r>
            <a:br>
              <a:rPr lang="en-US"/>
            </a:br>
            <a:r>
              <a:rPr lang="en-US"/>
              <a:t>Title 2 lines maximum</a:t>
            </a:r>
            <a:endParaRPr lang="en-CA"/>
          </a:p>
        </p:txBody>
      </p:sp>
      <p:sp>
        <p:nvSpPr>
          <p:cNvPr id="11" name="Text Placeholder 22">
            <a:extLst>
              <a:ext uri="{FF2B5EF4-FFF2-40B4-BE49-F238E27FC236}">
                <a16:creationId xmlns:a16="http://schemas.microsoft.com/office/drawing/2014/main" id="{702446A2-99D5-4B8F-3663-6D6D7C0900E3}"/>
              </a:ext>
            </a:extLst>
          </p:cNvPr>
          <p:cNvSpPr>
            <a:spLocks noGrp="1"/>
          </p:cNvSpPr>
          <p:nvPr>
            <p:ph type="body" sz="quarter" idx="27" hasCustomPrompt="1"/>
          </p:nvPr>
        </p:nvSpPr>
        <p:spPr>
          <a:xfrm>
            <a:off x="531810" y="1706497"/>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7" name="Text Placeholder 16">
            <a:extLst>
              <a:ext uri="{FF2B5EF4-FFF2-40B4-BE49-F238E27FC236}">
                <a16:creationId xmlns:a16="http://schemas.microsoft.com/office/drawing/2014/main" id="{3A1602AA-A8D3-DBB9-03DE-82B0711162CD}"/>
              </a:ext>
            </a:extLst>
          </p:cNvPr>
          <p:cNvSpPr>
            <a:spLocks noGrp="1"/>
          </p:cNvSpPr>
          <p:nvPr>
            <p:ph type="body" sz="quarter" idx="15" hasCustomPrompt="1"/>
          </p:nvPr>
        </p:nvSpPr>
        <p:spPr>
          <a:xfrm>
            <a:off x="531812" y="2868418"/>
            <a:ext cx="5429386" cy="2508379"/>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Nunc </a:t>
            </a:r>
            <a:r>
              <a:rPr lang="en-US" err="1"/>
              <a:t>viverra</a:t>
            </a:r>
            <a:r>
              <a:rPr lang="en-US"/>
              <a:t> </a:t>
            </a:r>
            <a:r>
              <a:rPr lang="en-US" err="1"/>
              <a:t>imperdiet</a:t>
            </a:r>
            <a:r>
              <a:rPr lang="en-US"/>
              <a:t> </a:t>
            </a:r>
            <a:r>
              <a:rPr lang="en-US" err="1"/>
              <a:t>enim</a:t>
            </a:r>
            <a:r>
              <a:rPr lang="en-US"/>
              <a:t>. </a:t>
            </a:r>
            <a:r>
              <a:rPr lang="en-US" err="1"/>
              <a:t>Fusce</a:t>
            </a:r>
            <a:r>
              <a:rPr lang="en-US"/>
              <a:t> est. </a:t>
            </a:r>
            <a:r>
              <a:rPr lang="en-US" err="1"/>
              <a:t>Vivamus</a:t>
            </a:r>
            <a:r>
              <a:rPr lang="en-US"/>
              <a:t> a </a:t>
            </a:r>
            <a:r>
              <a:rPr lang="en-US" err="1"/>
              <a:t>tellus</a:t>
            </a:r>
            <a:endParaRPr lang="en-US"/>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fames ac </a:t>
            </a:r>
            <a:r>
              <a:rPr lang="en-US" err="1"/>
              <a:t>turpis</a:t>
            </a:r>
            <a:r>
              <a:rPr lang="en-US"/>
              <a:t> </a:t>
            </a:r>
            <a:r>
              <a:rPr lang="en-US" err="1"/>
              <a:t>egestas</a:t>
            </a:r>
            <a:r>
              <a:rPr lang="en-US"/>
              <a:t>. Proin pharetra </a:t>
            </a:r>
            <a:r>
              <a:rPr lang="en-US" err="1"/>
              <a:t>nonummy</a:t>
            </a:r>
            <a:r>
              <a:rPr lang="en-US"/>
              <a:t> </a:t>
            </a:r>
            <a:r>
              <a:rPr lang="en-US" err="1"/>
              <a:t>pede</a:t>
            </a:r>
            <a:r>
              <a:rPr lang="en-US"/>
              <a:t>. </a:t>
            </a:r>
            <a:r>
              <a:rPr lang="en-US" err="1"/>
              <a:t>Mauris</a:t>
            </a:r>
            <a:r>
              <a:rPr lang="en-US"/>
              <a:t> et </a:t>
            </a:r>
            <a:r>
              <a:rPr lang="en-US" err="1"/>
              <a:t>orci</a:t>
            </a:r>
            <a:r>
              <a:rPr lang="en-US"/>
              <a:t>.</a:t>
            </a:r>
          </a:p>
        </p:txBody>
      </p:sp>
      <p:sp>
        <p:nvSpPr>
          <p:cNvPr id="6" name="TextBox 5">
            <a:extLst>
              <a:ext uri="{FF2B5EF4-FFF2-40B4-BE49-F238E27FC236}">
                <a16:creationId xmlns:a16="http://schemas.microsoft.com/office/drawing/2014/main" id="{CD417586-D17D-B05D-5384-E37636F2EE20}"/>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grpSp>
        <p:nvGrpSpPr>
          <p:cNvPr id="37" name="Group 36">
            <a:extLst>
              <a:ext uri="{FF2B5EF4-FFF2-40B4-BE49-F238E27FC236}">
                <a16:creationId xmlns:a16="http://schemas.microsoft.com/office/drawing/2014/main" id="{10F49D17-1776-704C-F74F-C44449FC5E27}"/>
              </a:ext>
            </a:extLst>
          </p:cNvPr>
          <p:cNvGrpSpPr/>
          <p:nvPr userDrawn="1"/>
        </p:nvGrpSpPr>
        <p:grpSpPr>
          <a:xfrm>
            <a:off x="12290489" y="-1"/>
            <a:ext cx="2910882" cy="6858001"/>
            <a:chOff x="12290489" y="-1"/>
            <a:chExt cx="2910882" cy="6858001"/>
          </a:xfrm>
        </p:grpSpPr>
        <p:sp>
          <p:nvSpPr>
            <p:cNvPr id="38" name="Rectangle 37">
              <a:extLst>
                <a:ext uri="{FF2B5EF4-FFF2-40B4-BE49-F238E27FC236}">
                  <a16:creationId xmlns:a16="http://schemas.microsoft.com/office/drawing/2014/main" id="{EDF2EBFD-3940-9CE6-E2E4-A2DB14C55283}"/>
                </a:ext>
              </a:extLst>
            </p:cNvPr>
            <p:cNvSpPr/>
            <p:nvPr userDrawn="1"/>
          </p:nvSpPr>
          <p:spPr>
            <a:xfrm>
              <a:off x="12290489" y="-1"/>
              <a:ext cx="2735151" cy="6858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latin typeface="Aptos" panose="020B0004020202020204" pitchFamily="34" charset="0"/>
                <a:cs typeface="Aparajita" panose="02020603050405020304" pitchFamily="18" charset="0"/>
              </a:endParaRPr>
            </a:p>
          </p:txBody>
        </p:sp>
        <p:sp>
          <p:nvSpPr>
            <p:cNvPr id="39" name="TextBox 38">
              <a:extLst>
                <a:ext uri="{FF2B5EF4-FFF2-40B4-BE49-F238E27FC236}">
                  <a16:creationId xmlns:a16="http://schemas.microsoft.com/office/drawing/2014/main" id="{4FA1526F-D10C-3137-C3EB-5ED0C5512632}"/>
                </a:ext>
              </a:extLst>
            </p:cNvPr>
            <p:cNvSpPr txBox="1"/>
            <p:nvPr userDrawn="1"/>
          </p:nvSpPr>
          <p:spPr>
            <a:xfrm>
              <a:off x="12449814" y="173148"/>
              <a:ext cx="1455527"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lvl="0"/>
              <a:r>
                <a:rPr lang="en-US" b="1">
                  <a:solidFill>
                    <a:schemeClr val="bg1"/>
                  </a:solidFill>
                  <a:latin typeface="Aptos" panose="020B0004020202020204" pitchFamily="34" charset="0"/>
                  <a:cs typeface="Aparajita" panose="02020603050405020304" pitchFamily="18" charset="0"/>
                </a:rPr>
                <a:t>HOW TO ADD AN ICON</a:t>
              </a:r>
            </a:p>
          </p:txBody>
        </p:sp>
        <p:cxnSp>
          <p:nvCxnSpPr>
            <p:cNvPr id="40" name="Straight Connector 39">
              <a:extLst>
                <a:ext uri="{FF2B5EF4-FFF2-40B4-BE49-F238E27FC236}">
                  <a16:creationId xmlns:a16="http://schemas.microsoft.com/office/drawing/2014/main" id="{FDF68A1C-6DE8-56A7-465F-77F758319340}"/>
                </a:ext>
              </a:extLst>
            </p:cNvPr>
            <p:cNvCxnSpPr>
              <a:cxnSpLocks/>
            </p:cNvCxnSpPr>
            <p:nvPr userDrawn="1"/>
          </p:nvCxnSpPr>
          <p:spPr>
            <a:xfrm>
              <a:off x="12449814" y="423012"/>
              <a:ext cx="270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07F427A8-EEBF-A0CE-7522-66C59E5C6DF4}"/>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b="1">
                  <a:latin typeface="Aptos" panose="020B0004020202020204" pitchFamily="34" charset="0"/>
                  <a:cs typeface="Aparajita" panose="02020603050405020304" pitchFamily="18" charset="0"/>
                </a:rPr>
                <a:t>Method 1: </a:t>
              </a:r>
              <a:r>
                <a:rPr lang="en-US" sz="600" b="0">
                  <a:latin typeface="Aptos" panose="020B0004020202020204" pitchFamily="34" charset="0"/>
                  <a:cs typeface="Aparajita" panose="02020603050405020304" pitchFamily="18" charset="0"/>
                </a:rPr>
                <a:t>from file browser</a:t>
              </a:r>
            </a:p>
            <a:p>
              <a:pPr lvl="1">
                <a:buNone/>
              </a:pPr>
              <a:r>
                <a:rPr lang="en-US" sz="1050">
                  <a:latin typeface="Aptos" panose="020B0004020202020204" pitchFamily="34" charset="0"/>
                  <a:cs typeface="Aparajita" panose="02020603050405020304" pitchFamily="18" charset="0"/>
                </a:rPr>
                <a:t>Drag the icon onto the slide.</a:t>
              </a:r>
            </a:p>
            <a:p>
              <a:pPr marL="0" marR="0" lvl="1" indent="0" algn="l" defTabSz="914400" rtl="0" eaLnBrk="1" fontAlgn="auto" latinLnBrk="0" hangingPunct="1">
                <a:lnSpc>
                  <a:spcPct val="90000"/>
                </a:lnSpc>
                <a:spcBef>
                  <a:spcPts val="0"/>
                </a:spcBef>
                <a:spcAft>
                  <a:spcPts val="300"/>
                </a:spcAft>
                <a:buClrTx/>
                <a:buSzTx/>
                <a:buFontTx/>
                <a:buNone/>
                <a:tabLst/>
                <a:defRPr/>
              </a:pPr>
              <a:r>
                <a:rPr lang="en-US" sz="700">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lang="en-US" sz="1000">
                <a:latin typeface="Aptos" panose="020B0004020202020204" pitchFamily="34" charset="0"/>
                <a:cs typeface="Aparajita" panose="02020603050405020304" pitchFamily="18" charset="0"/>
              </a:endParaRPr>
            </a:p>
          </p:txBody>
        </p:sp>
        <p:sp>
          <p:nvSpPr>
            <p:cNvPr id="42" name="TextBox 41">
              <a:extLst>
                <a:ext uri="{FF2B5EF4-FFF2-40B4-BE49-F238E27FC236}">
                  <a16:creationId xmlns:a16="http://schemas.microsoft.com/office/drawing/2014/main" id="{3D7672A3-A78B-1FD0-3F75-6020EC5B3B7F}"/>
                </a:ext>
              </a:extLst>
            </p:cNvPr>
            <p:cNvSpPr txBox="1">
              <a:spLocks noChangeAspect="1"/>
            </p:cNvSpPr>
            <p:nvPr/>
          </p:nvSpPr>
          <p:spPr>
            <a:xfrm>
              <a:off x="12449814" y="566082"/>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1</a:t>
              </a:r>
            </a:p>
          </p:txBody>
        </p:sp>
        <p:sp>
          <p:nvSpPr>
            <p:cNvPr id="43" name="TextBox 42">
              <a:extLst>
                <a:ext uri="{FF2B5EF4-FFF2-40B4-BE49-F238E27FC236}">
                  <a16:creationId xmlns:a16="http://schemas.microsoft.com/office/drawing/2014/main" id="{D220AF2A-18A4-D5E2-CC7A-337576F03CC7}"/>
                </a:ext>
              </a:extLst>
            </p:cNvPr>
            <p:cNvSpPr txBox="1">
              <a:spLocks noChangeAspect="1"/>
            </p:cNvSpPr>
            <p:nvPr/>
          </p:nvSpPr>
          <p:spPr>
            <a:xfrm>
              <a:off x="12449814" y="1018081"/>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2</a:t>
              </a:r>
            </a:p>
          </p:txBody>
        </p:sp>
        <p:sp>
          <p:nvSpPr>
            <p:cNvPr id="44" name="TextBox 43">
              <a:extLst>
                <a:ext uri="{FF2B5EF4-FFF2-40B4-BE49-F238E27FC236}">
                  <a16:creationId xmlns:a16="http://schemas.microsoft.com/office/drawing/2014/main" id="{9345F942-0D58-8E65-B8C6-D2AA00933647}"/>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0">
                <a:spcBef>
                  <a:spcPts val="700"/>
                </a:spcBef>
              </a:pPr>
              <a:r>
                <a:rPr lang="en-US">
                  <a:latin typeface="Aptos" panose="020B0004020202020204" pitchFamily="34" charset="0"/>
                  <a:cs typeface="Aparajita" panose="02020603050405020304" pitchFamily="18" charset="0"/>
                </a:rPr>
                <a:t>Source icon from the </a:t>
              </a:r>
              <a:br>
                <a:rPr lang="en-US">
                  <a:latin typeface="Aptos" panose="020B0004020202020204" pitchFamily="34" charset="0"/>
                  <a:cs typeface="Aparajita" panose="02020603050405020304" pitchFamily="18" charset="0"/>
                </a:rPr>
              </a:br>
              <a:r>
                <a:rPr lang="en-US">
                  <a:solidFill>
                    <a:schemeClr val="accent1"/>
                  </a:solidFill>
                  <a:latin typeface="Aptos" panose="020B0004020202020204" pitchFamily="34" charset="0"/>
                  <a:cs typeface="Aparajita" panose="02020603050405020304" pitchFamily="18" charset="0"/>
                </a:rPr>
                <a:t>Qualcomm Icon Library</a:t>
              </a:r>
            </a:p>
            <a:p>
              <a:pPr lvl="0">
                <a:spcBef>
                  <a:spcPts val="700"/>
                </a:spcBef>
              </a:pPr>
              <a:r>
                <a:rPr lang="en-US">
                  <a:latin typeface="Aptos" panose="020B0004020202020204" pitchFamily="34" charset="0"/>
                  <a:cs typeface="Aparajita" panose="02020603050405020304" pitchFamily="18" charset="0"/>
                </a:rPr>
                <a:t>Add the icon to the placeholder.</a:t>
              </a:r>
            </a:p>
          </p:txBody>
        </p:sp>
        <p:sp>
          <p:nvSpPr>
            <p:cNvPr id="45" name="TextBox 44">
              <a:extLst>
                <a:ext uri="{FF2B5EF4-FFF2-40B4-BE49-F238E27FC236}">
                  <a16:creationId xmlns:a16="http://schemas.microsoft.com/office/drawing/2014/main" id="{7AD4600F-A71F-1EBC-44F0-2E985C054719}"/>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2: </a:t>
              </a:r>
              <a:r>
                <a:rPr lang="en-US" sz="600" b="0">
                  <a:latin typeface="Aptos" panose="020B0004020202020204" pitchFamily="34" charset="0"/>
                  <a:cs typeface="Aparajita" panose="02020603050405020304" pitchFamily="18" charset="0"/>
                </a:rPr>
                <a:t>Paste from clipboard</a:t>
              </a:r>
            </a:p>
            <a:p>
              <a:pPr lvl="1">
                <a:buNone/>
              </a:pPr>
              <a:r>
                <a:rPr lang="en-US" sz="1050">
                  <a:latin typeface="Aptos" panose="020B0004020202020204" pitchFamily="34" charset="0"/>
                  <a:cs typeface="Aparajita" panose="02020603050405020304" pitchFamily="18" charset="0"/>
                </a:rPr>
                <a:t>Select the icon placeholder.</a:t>
              </a:r>
            </a:p>
            <a:p>
              <a:pPr lvl="1">
                <a:buNone/>
              </a:pPr>
              <a:r>
                <a:rPr lang="en-US" sz="1050">
                  <a:latin typeface="Aptos" panose="020B0004020202020204" pitchFamily="34" charset="0"/>
                  <a:cs typeface="Aparajita" panose="02020603050405020304" pitchFamily="18" charset="0"/>
                </a:rPr>
                <a:t>Right-click or use keyboard shortcuts to paste the icon.</a:t>
              </a:r>
            </a:p>
          </p:txBody>
        </p:sp>
        <p:sp>
          <p:nvSpPr>
            <p:cNvPr id="46" name="TextBox 45">
              <a:extLst>
                <a:ext uri="{FF2B5EF4-FFF2-40B4-BE49-F238E27FC236}">
                  <a16:creationId xmlns:a16="http://schemas.microsoft.com/office/drawing/2014/main" id="{4A580109-8D86-1BB1-008B-25C45ADD515F}"/>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3: </a:t>
              </a:r>
              <a:r>
                <a:rPr lang="en-US" sz="600" b="0">
                  <a:latin typeface="Aptos" panose="020B0004020202020204" pitchFamily="34" charset="0"/>
                  <a:cs typeface="Aparajita" panose="02020603050405020304" pitchFamily="18" charset="0"/>
                </a:rPr>
                <a:t>Placeholder icon</a:t>
              </a:r>
            </a:p>
            <a:p>
              <a:pPr lvl="1">
                <a:buNone/>
              </a:pPr>
              <a:r>
                <a:rPr lang="en-US" sz="1050">
                  <a:latin typeface="Aptos" panose="020B0004020202020204" pitchFamily="34" charset="0"/>
                  <a:cs typeface="Aparajita" panose="02020603050405020304" pitchFamily="18" charset="0"/>
                </a:rPr>
                <a:t>Click the image icon inside the placeholder to browse for an icon.</a:t>
              </a:r>
            </a:p>
          </p:txBody>
        </p:sp>
        <p:grpSp>
          <p:nvGrpSpPr>
            <p:cNvPr id="47" name="Group 46">
              <a:extLst>
                <a:ext uri="{FF2B5EF4-FFF2-40B4-BE49-F238E27FC236}">
                  <a16:creationId xmlns:a16="http://schemas.microsoft.com/office/drawing/2014/main" id="{BD59EE4B-AD30-EDD9-596F-D986D6B32612}"/>
                </a:ext>
              </a:extLst>
            </p:cNvPr>
            <p:cNvGrpSpPr/>
            <p:nvPr userDrawn="1"/>
          </p:nvGrpSpPr>
          <p:grpSpPr>
            <a:xfrm>
              <a:off x="12429548" y="3236396"/>
              <a:ext cx="2735151" cy="1280928"/>
              <a:chOff x="9286315" y="6976989"/>
              <a:chExt cx="2735151" cy="1280928"/>
            </a:xfrm>
          </p:grpSpPr>
          <p:sp>
            <p:nvSpPr>
              <p:cNvPr id="58" name="Rectangle 57">
                <a:extLst>
                  <a:ext uri="{FF2B5EF4-FFF2-40B4-BE49-F238E27FC236}">
                    <a16:creationId xmlns:a16="http://schemas.microsoft.com/office/drawing/2014/main" id="{49D5E409-C37A-B0A2-33BB-0359BF510F25}"/>
                  </a:ext>
                </a:extLst>
              </p:cNvPr>
              <p:cNvSpPr/>
              <p:nvPr userDrawn="1"/>
            </p:nvSpPr>
            <p:spPr>
              <a:xfrm>
                <a:off x="9286315" y="6976989"/>
                <a:ext cx="2735151" cy="128092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59" name="TextBox 58">
                <a:extLst>
                  <a:ext uri="{FF2B5EF4-FFF2-40B4-BE49-F238E27FC236}">
                    <a16:creationId xmlns:a16="http://schemas.microsoft.com/office/drawing/2014/main" id="{EDB34C46-268C-7C96-AE28-BFE240E2A471}"/>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Cropping Graphics</a:t>
                </a:r>
              </a:p>
            </p:txBody>
          </p:sp>
          <p:pic>
            <p:nvPicPr>
              <p:cNvPr id="60" name="Graphic 59">
                <a:extLst>
                  <a:ext uri="{FF2B5EF4-FFF2-40B4-BE49-F238E27FC236}">
                    <a16:creationId xmlns:a16="http://schemas.microsoft.com/office/drawing/2014/main" id="{6875A335-18CC-8BF6-B5D9-843B33D62FF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61" name="TextBox 60">
                <a:extLst>
                  <a:ext uri="{FF2B5EF4-FFF2-40B4-BE49-F238E27FC236}">
                    <a16:creationId xmlns:a16="http://schemas.microsoft.com/office/drawing/2014/main" id="{4C322459-BC36-4B8E-CFAE-B94820CAD349}"/>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Right-click on the icon.</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Choose “Crop” from the menu. (           )</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Adjust the size and position of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Press Esc or click outside the image area to exit the cropping mode.</a:t>
                </a:r>
              </a:p>
            </p:txBody>
          </p:sp>
          <p:pic>
            <p:nvPicPr>
              <p:cNvPr id="62" name="Picture 61">
                <a:extLst>
                  <a:ext uri="{FF2B5EF4-FFF2-40B4-BE49-F238E27FC236}">
                    <a16:creationId xmlns:a16="http://schemas.microsoft.com/office/drawing/2014/main" id="{9ED8ECBA-C3F7-5048-0976-D24D59563826}"/>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63" name="TextBox 62">
                <a:extLst>
                  <a:ext uri="{FF2B5EF4-FFF2-40B4-BE49-F238E27FC236}">
                    <a16:creationId xmlns:a16="http://schemas.microsoft.com/office/drawing/2014/main" id="{754B0BA7-750B-D607-DC5A-F4F85F52221F}"/>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nvGrpSpPr>
            <p:cNvPr id="48" name="Group 47">
              <a:extLst>
                <a:ext uri="{FF2B5EF4-FFF2-40B4-BE49-F238E27FC236}">
                  <a16:creationId xmlns:a16="http://schemas.microsoft.com/office/drawing/2014/main" id="{279BE43B-F235-6EAE-7BF8-457F5AEADC82}"/>
                </a:ext>
              </a:extLst>
            </p:cNvPr>
            <p:cNvGrpSpPr/>
            <p:nvPr userDrawn="1"/>
          </p:nvGrpSpPr>
          <p:grpSpPr>
            <a:xfrm>
              <a:off x="12429548" y="4543123"/>
              <a:ext cx="2735151" cy="2200108"/>
              <a:chOff x="9538241" y="5155416"/>
              <a:chExt cx="2735151" cy="2200108"/>
            </a:xfrm>
          </p:grpSpPr>
          <p:sp>
            <p:nvSpPr>
              <p:cNvPr id="49" name="Rectangle 48">
                <a:extLst>
                  <a:ext uri="{FF2B5EF4-FFF2-40B4-BE49-F238E27FC236}">
                    <a16:creationId xmlns:a16="http://schemas.microsoft.com/office/drawing/2014/main" id="{9BF2F786-4459-B79C-0B6C-AE60936F3550}"/>
                  </a:ext>
                </a:extLst>
              </p:cNvPr>
              <p:cNvSpPr/>
              <p:nvPr userDrawn="1"/>
            </p:nvSpPr>
            <p:spPr>
              <a:xfrm>
                <a:off x="9538241" y="5155416"/>
                <a:ext cx="2735151" cy="220010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50" name="TextBox 49">
                <a:extLst>
                  <a:ext uri="{FF2B5EF4-FFF2-40B4-BE49-F238E27FC236}">
                    <a16:creationId xmlns:a16="http://schemas.microsoft.com/office/drawing/2014/main" id="{6EE5E131-DBB4-125E-2F8F-2AA225201E4E}"/>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Changing Icons</a:t>
                </a:r>
              </a:p>
            </p:txBody>
          </p:sp>
          <p:pic>
            <p:nvPicPr>
              <p:cNvPr id="51" name="Graphic 50">
                <a:extLst>
                  <a:ext uri="{FF2B5EF4-FFF2-40B4-BE49-F238E27FC236}">
                    <a16:creationId xmlns:a16="http://schemas.microsoft.com/office/drawing/2014/main" id="{13C7612B-4333-2101-D385-32A0F080162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52" name="TextBox 51">
                <a:extLst>
                  <a:ext uri="{FF2B5EF4-FFF2-40B4-BE49-F238E27FC236}">
                    <a16:creationId xmlns:a16="http://schemas.microsoft.com/office/drawing/2014/main" id="{92246FC0-FE5E-C371-C5FE-0C06A53AB56F}"/>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600" b="1" kern="1200" cap="all" spc="20" baseline="0" noProof="0">
                    <a:solidFill>
                      <a:schemeClr val="tx1"/>
                    </a:solidFill>
                    <a:latin typeface="Aptos" panose="020B0004020202020204" pitchFamily="34" charset="0"/>
                    <a:ea typeface="+mn-ea"/>
                    <a:cs typeface="Aparajita" panose="02020603050405020304" pitchFamily="18" charset="0"/>
                  </a:rPr>
                  <a:t>Method 1: </a:t>
                </a:r>
                <a:r>
                  <a:rPr lang="en-US" sz="600" b="0" kern="1200" cap="all" spc="20" baseline="0" noProof="0">
                    <a:solidFill>
                      <a:schemeClr val="tx1"/>
                    </a:solidFill>
                    <a:latin typeface="Aptos" panose="020B0004020202020204" pitchFamily="34" charset="0"/>
                    <a:ea typeface="+mn-ea"/>
                    <a:cs typeface="Aparajita" panose="02020603050405020304" pitchFamily="18" charset="0"/>
                  </a:rPr>
                  <a:t>RIGHT CLICK</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Right-click on icon and select “Change Picture”</a:t>
                </a:r>
              </a:p>
            </p:txBody>
          </p:sp>
          <p:sp>
            <p:nvSpPr>
              <p:cNvPr id="53" name="TextBox 52">
                <a:extLst>
                  <a:ext uri="{FF2B5EF4-FFF2-40B4-BE49-F238E27FC236}">
                    <a16:creationId xmlns:a16="http://schemas.microsoft.com/office/drawing/2014/main" id="{7D86C7BB-19BF-2243-ABDF-E97B5A6A49DB}"/>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lvl="1" indent="-131763" algn="l" defTabSz="914400" rtl="0" eaLnBrk="1" latinLnBrk="0" hangingPunct="1">
                  <a:lnSpc>
                    <a:spcPct val="90000"/>
                  </a:lnSpc>
                  <a:spcBef>
                    <a:spcPts val="0"/>
                  </a:spcBef>
                  <a:spcAft>
                    <a:spcPts val="300"/>
                  </a:spcAft>
                  <a:buFont typeface="Wingdings" pitchFamily="2" charset="2"/>
                  <a:buChar char="§"/>
                  <a:tabLst/>
                  <a:defRPr/>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54" name="TextBox 53">
                <a:extLst>
                  <a:ext uri="{FF2B5EF4-FFF2-40B4-BE49-F238E27FC236}">
                    <a16:creationId xmlns:a16="http://schemas.microsoft.com/office/drawing/2014/main" id="{A1904FFB-C739-0F90-C7F5-DA9DED094FAB}"/>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Method 2: </a:t>
                </a:r>
                <a:r>
                  <a:rPr kumimoji="0" lang="en-US" sz="600" b="0"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RESET PLACEHOLDER</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First, delete the existing icon to reset the photo placeholder functionality.</a:t>
                </a:r>
              </a:p>
            </p:txBody>
          </p:sp>
          <p:sp>
            <p:nvSpPr>
              <p:cNvPr id="55" name="TextBox 54">
                <a:extLst>
                  <a:ext uri="{FF2B5EF4-FFF2-40B4-BE49-F238E27FC236}">
                    <a16:creationId xmlns:a16="http://schemas.microsoft.com/office/drawing/2014/main" id="{ACB1AC66-5C4B-469C-9B82-3DEC7748C8C2}"/>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You can now add a new icon as normal.</a:t>
                </a:r>
              </a:p>
            </p:txBody>
          </p:sp>
          <p:cxnSp>
            <p:nvCxnSpPr>
              <p:cNvPr id="56" name="Straight Connector 55">
                <a:extLst>
                  <a:ext uri="{FF2B5EF4-FFF2-40B4-BE49-F238E27FC236}">
                    <a16:creationId xmlns:a16="http://schemas.microsoft.com/office/drawing/2014/main" id="{59F4B141-EF3E-3F29-C00E-0D1B85F79C61}"/>
                  </a:ext>
                </a:extLst>
              </p:cNvPr>
              <p:cNvCxnSpPr>
                <a:cxnSpLocks/>
              </p:cNvCxnSpPr>
              <p:nvPr userDrawn="1"/>
            </p:nvCxnSpPr>
            <p:spPr>
              <a:xfrm>
                <a:off x="9713479" y="5957047"/>
                <a:ext cx="27000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0FA8221B-19B5-DF1D-3769-8CEB0E2CD3AB}"/>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sp>
        <p:nvSpPr>
          <p:cNvPr id="2" name="Footer Placeholder 1">
            <a:extLst>
              <a:ext uri="{FF2B5EF4-FFF2-40B4-BE49-F238E27FC236}">
                <a16:creationId xmlns:a16="http://schemas.microsoft.com/office/drawing/2014/main" id="{A85A980C-84E3-2D1C-3C83-37EF671921AD}"/>
              </a:ext>
            </a:extLst>
          </p:cNvPr>
          <p:cNvSpPr>
            <a:spLocks noGrp="1"/>
          </p:cNvSpPr>
          <p:nvPr>
            <p:ph type="ftr" sz="quarter" idx="32"/>
          </p:nvPr>
        </p:nvSpPr>
        <p:spPr/>
        <p:txBody>
          <a:bodyPr/>
          <a:lstStyle/>
          <a:p>
            <a:endParaRPr lang="en-CA"/>
          </a:p>
        </p:txBody>
      </p:sp>
      <p:sp>
        <p:nvSpPr>
          <p:cNvPr id="10" name="Text Placeholder 22">
            <a:extLst>
              <a:ext uri="{FF2B5EF4-FFF2-40B4-BE49-F238E27FC236}">
                <a16:creationId xmlns:a16="http://schemas.microsoft.com/office/drawing/2014/main" id="{5DE8ED68-428F-47DF-6FEA-AE7FB9D8D15D}"/>
              </a:ext>
            </a:extLst>
          </p:cNvPr>
          <p:cNvSpPr>
            <a:spLocks noGrp="1"/>
          </p:cNvSpPr>
          <p:nvPr>
            <p:ph type="body" sz="quarter" idx="34" hasCustomPrompt="1"/>
          </p:nvPr>
        </p:nvSpPr>
        <p:spPr>
          <a:xfrm>
            <a:off x="6240018" y="1706497"/>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2" name="Text Placeholder 16">
            <a:extLst>
              <a:ext uri="{FF2B5EF4-FFF2-40B4-BE49-F238E27FC236}">
                <a16:creationId xmlns:a16="http://schemas.microsoft.com/office/drawing/2014/main" id="{324B9E31-F60C-0248-1D39-D3565D40F967}"/>
              </a:ext>
            </a:extLst>
          </p:cNvPr>
          <p:cNvSpPr>
            <a:spLocks noGrp="1"/>
          </p:cNvSpPr>
          <p:nvPr>
            <p:ph type="body" sz="quarter" idx="35" hasCustomPrompt="1"/>
          </p:nvPr>
        </p:nvSpPr>
        <p:spPr>
          <a:xfrm>
            <a:off x="6240018" y="2868418"/>
            <a:ext cx="5429386" cy="2508379"/>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Nunc </a:t>
            </a:r>
            <a:r>
              <a:rPr lang="en-US" err="1"/>
              <a:t>viverra</a:t>
            </a:r>
            <a:r>
              <a:rPr lang="en-US"/>
              <a:t> </a:t>
            </a:r>
            <a:r>
              <a:rPr lang="en-US" err="1"/>
              <a:t>imperdiet</a:t>
            </a:r>
            <a:r>
              <a:rPr lang="en-US"/>
              <a:t> </a:t>
            </a:r>
            <a:r>
              <a:rPr lang="en-US" err="1"/>
              <a:t>enim</a:t>
            </a:r>
            <a:r>
              <a:rPr lang="en-US"/>
              <a:t>. </a:t>
            </a:r>
            <a:r>
              <a:rPr lang="en-US" err="1"/>
              <a:t>Fusce</a:t>
            </a:r>
            <a:r>
              <a:rPr lang="en-US"/>
              <a:t> est. </a:t>
            </a:r>
            <a:r>
              <a:rPr lang="en-US" err="1"/>
              <a:t>Vivamus</a:t>
            </a:r>
            <a:r>
              <a:rPr lang="en-US"/>
              <a:t> a </a:t>
            </a:r>
            <a:r>
              <a:rPr lang="en-US" err="1"/>
              <a:t>tellus</a:t>
            </a:r>
            <a:endParaRPr lang="en-US"/>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fames ac </a:t>
            </a:r>
            <a:r>
              <a:rPr lang="en-US" err="1"/>
              <a:t>turpis</a:t>
            </a:r>
            <a:r>
              <a:rPr lang="en-US"/>
              <a:t> </a:t>
            </a:r>
            <a:r>
              <a:rPr lang="en-US" err="1"/>
              <a:t>egestas</a:t>
            </a:r>
            <a:r>
              <a:rPr lang="en-US"/>
              <a:t>. Proin pharetra </a:t>
            </a:r>
            <a:r>
              <a:rPr lang="en-US" err="1"/>
              <a:t>nonummy</a:t>
            </a:r>
            <a:r>
              <a:rPr lang="en-US"/>
              <a:t> </a:t>
            </a:r>
            <a:r>
              <a:rPr lang="en-US" err="1"/>
              <a:t>pede</a:t>
            </a:r>
            <a:r>
              <a:rPr lang="en-US"/>
              <a:t>. </a:t>
            </a:r>
            <a:r>
              <a:rPr lang="en-US" err="1"/>
              <a:t>Mauris</a:t>
            </a:r>
            <a:r>
              <a:rPr lang="en-US"/>
              <a:t> et </a:t>
            </a:r>
            <a:r>
              <a:rPr lang="en-US" err="1"/>
              <a:t>orci</a:t>
            </a:r>
            <a:r>
              <a:rPr lang="en-US"/>
              <a:t>.</a:t>
            </a:r>
          </a:p>
        </p:txBody>
      </p:sp>
    </p:spTree>
    <p:extLst>
      <p:ext uri="{BB962C8B-B14F-4D97-AF65-F5344CB8AC3E}">
        <p14:creationId xmlns:p14="http://schemas.microsoft.com/office/powerpoint/2010/main" val="3582388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ree Column_Dark Blue (No Icon)">
    <p:bg>
      <p:bgPr>
        <a:solidFill>
          <a:schemeClr val="accent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2588C0-C7B7-463F-660E-0A4A3FD24785}"/>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tx2"/>
                </a:solidFill>
                <a:latin typeface="+mj-lt"/>
                <a:ea typeface="+mj-ea"/>
                <a:cs typeface="+mj-cs"/>
              </a:defRPr>
            </a:lvl1pPr>
          </a:lstStyle>
          <a:p>
            <a:r>
              <a:rPr lang="en-US"/>
              <a:t>Three column layout</a:t>
            </a:r>
            <a:br>
              <a:rPr lang="en-US"/>
            </a:br>
            <a:r>
              <a:rPr lang="en-US"/>
              <a:t>Title 2 lines maximum</a:t>
            </a:r>
            <a:endParaRPr lang="en-CA"/>
          </a:p>
        </p:txBody>
      </p:sp>
      <p:sp>
        <p:nvSpPr>
          <p:cNvPr id="23" name="TextBox 22">
            <a:extLst>
              <a:ext uri="{FF2B5EF4-FFF2-40B4-BE49-F238E27FC236}">
                <a16:creationId xmlns:a16="http://schemas.microsoft.com/office/drawing/2014/main" id="{EDE40922-B18A-2DF9-C121-EF497B173DA5}"/>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grpSp>
        <p:nvGrpSpPr>
          <p:cNvPr id="40" name="Group 39">
            <a:extLst>
              <a:ext uri="{FF2B5EF4-FFF2-40B4-BE49-F238E27FC236}">
                <a16:creationId xmlns:a16="http://schemas.microsoft.com/office/drawing/2014/main" id="{C3479EAD-810E-2127-DFE4-C119FFAAF25F}"/>
              </a:ext>
            </a:extLst>
          </p:cNvPr>
          <p:cNvGrpSpPr/>
          <p:nvPr userDrawn="1"/>
        </p:nvGrpSpPr>
        <p:grpSpPr>
          <a:xfrm>
            <a:off x="12290489" y="-1"/>
            <a:ext cx="2910882" cy="6858001"/>
            <a:chOff x="12290489" y="-1"/>
            <a:chExt cx="2910882" cy="6858001"/>
          </a:xfrm>
        </p:grpSpPr>
        <p:sp>
          <p:nvSpPr>
            <p:cNvPr id="41" name="Rectangle 40">
              <a:extLst>
                <a:ext uri="{FF2B5EF4-FFF2-40B4-BE49-F238E27FC236}">
                  <a16:creationId xmlns:a16="http://schemas.microsoft.com/office/drawing/2014/main" id="{5BDB44CD-9F2B-F58C-094C-02B9892CF15A}"/>
                </a:ext>
              </a:extLst>
            </p:cNvPr>
            <p:cNvSpPr/>
            <p:nvPr userDrawn="1"/>
          </p:nvSpPr>
          <p:spPr>
            <a:xfrm>
              <a:off x="12290489" y="-1"/>
              <a:ext cx="2735151" cy="6858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latin typeface="Aptos" panose="020B0004020202020204" pitchFamily="34" charset="0"/>
                <a:cs typeface="Aparajita" panose="02020603050405020304" pitchFamily="18" charset="0"/>
              </a:endParaRPr>
            </a:p>
          </p:txBody>
        </p:sp>
        <p:sp>
          <p:nvSpPr>
            <p:cNvPr id="42" name="TextBox 41">
              <a:extLst>
                <a:ext uri="{FF2B5EF4-FFF2-40B4-BE49-F238E27FC236}">
                  <a16:creationId xmlns:a16="http://schemas.microsoft.com/office/drawing/2014/main" id="{FB15FE9D-716F-C274-7D27-8D223E8ABE60}"/>
                </a:ext>
              </a:extLst>
            </p:cNvPr>
            <p:cNvSpPr txBox="1"/>
            <p:nvPr userDrawn="1"/>
          </p:nvSpPr>
          <p:spPr>
            <a:xfrm>
              <a:off x="12449814" y="173148"/>
              <a:ext cx="1455527"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lvl="0"/>
              <a:r>
                <a:rPr lang="en-US" b="1">
                  <a:solidFill>
                    <a:schemeClr val="bg1"/>
                  </a:solidFill>
                  <a:latin typeface="Aptos" panose="020B0004020202020204" pitchFamily="34" charset="0"/>
                  <a:cs typeface="Aparajita" panose="02020603050405020304" pitchFamily="18" charset="0"/>
                </a:rPr>
                <a:t>HOW TO ADD AN ICON</a:t>
              </a:r>
            </a:p>
          </p:txBody>
        </p:sp>
        <p:cxnSp>
          <p:nvCxnSpPr>
            <p:cNvPr id="43" name="Straight Connector 42">
              <a:extLst>
                <a:ext uri="{FF2B5EF4-FFF2-40B4-BE49-F238E27FC236}">
                  <a16:creationId xmlns:a16="http://schemas.microsoft.com/office/drawing/2014/main" id="{8E80D713-C5E7-B361-2F72-50AD4046E3F8}"/>
                </a:ext>
              </a:extLst>
            </p:cNvPr>
            <p:cNvCxnSpPr>
              <a:cxnSpLocks/>
            </p:cNvCxnSpPr>
            <p:nvPr userDrawn="1"/>
          </p:nvCxnSpPr>
          <p:spPr>
            <a:xfrm>
              <a:off x="12449814" y="423012"/>
              <a:ext cx="270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D3B814A9-8A88-5DDE-79A3-1B2EF1A66658}"/>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b="1">
                  <a:latin typeface="Aptos" panose="020B0004020202020204" pitchFamily="34" charset="0"/>
                  <a:cs typeface="Aparajita" panose="02020603050405020304" pitchFamily="18" charset="0"/>
                </a:rPr>
                <a:t>Method 1: </a:t>
              </a:r>
              <a:r>
                <a:rPr lang="en-US" sz="600" b="0">
                  <a:latin typeface="Aptos" panose="020B0004020202020204" pitchFamily="34" charset="0"/>
                  <a:cs typeface="Aparajita" panose="02020603050405020304" pitchFamily="18" charset="0"/>
                </a:rPr>
                <a:t>from file browser</a:t>
              </a:r>
            </a:p>
            <a:p>
              <a:pPr lvl="1">
                <a:buNone/>
              </a:pPr>
              <a:r>
                <a:rPr lang="en-US" sz="1050">
                  <a:latin typeface="Aptos" panose="020B0004020202020204" pitchFamily="34" charset="0"/>
                  <a:cs typeface="Aparajita" panose="02020603050405020304" pitchFamily="18" charset="0"/>
                </a:rPr>
                <a:t>Drag the icon onto the slide.</a:t>
              </a:r>
            </a:p>
            <a:p>
              <a:pPr marL="0" marR="0" lvl="1" indent="0" algn="l" defTabSz="914400" rtl="0" eaLnBrk="1" fontAlgn="auto" latinLnBrk="0" hangingPunct="1">
                <a:lnSpc>
                  <a:spcPct val="90000"/>
                </a:lnSpc>
                <a:spcBef>
                  <a:spcPts val="0"/>
                </a:spcBef>
                <a:spcAft>
                  <a:spcPts val="300"/>
                </a:spcAft>
                <a:buClrTx/>
                <a:buSzTx/>
                <a:buFontTx/>
                <a:buNone/>
                <a:tabLst/>
                <a:defRPr/>
              </a:pPr>
              <a:r>
                <a:rPr lang="en-US" sz="700">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lang="en-US" sz="1000">
                <a:latin typeface="Aptos" panose="020B0004020202020204" pitchFamily="34" charset="0"/>
                <a:cs typeface="Aparajita" panose="02020603050405020304" pitchFamily="18" charset="0"/>
              </a:endParaRPr>
            </a:p>
          </p:txBody>
        </p:sp>
        <p:sp>
          <p:nvSpPr>
            <p:cNvPr id="45" name="TextBox 44">
              <a:extLst>
                <a:ext uri="{FF2B5EF4-FFF2-40B4-BE49-F238E27FC236}">
                  <a16:creationId xmlns:a16="http://schemas.microsoft.com/office/drawing/2014/main" id="{D615C7A9-E29B-21F9-E2E8-C923E8968F3E}"/>
                </a:ext>
              </a:extLst>
            </p:cNvPr>
            <p:cNvSpPr txBox="1">
              <a:spLocks noChangeAspect="1"/>
            </p:cNvSpPr>
            <p:nvPr/>
          </p:nvSpPr>
          <p:spPr>
            <a:xfrm>
              <a:off x="12449814" y="566082"/>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1</a:t>
              </a:r>
            </a:p>
          </p:txBody>
        </p:sp>
        <p:sp>
          <p:nvSpPr>
            <p:cNvPr id="46" name="TextBox 45">
              <a:extLst>
                <a:ext uri="{FF2B5EF4-FFF2-40B4-BE49-F238E27FC236}">
                  <a16:creationId xmlns:a16="http://schemas.microsoft.com/office/drawing/2014/main" id="{3EA8DC82-0D60-6232-3BC9-24A65D14C00F}"/>
                </a:ext>
              </a:extLst>
            </p:cNvPr>
            <p:cNvSpPr txBox="1">
              <a:spLocks noChangeAspect="1"/>
            </p:cNvSpPr>
            <p:nvPr/>
          </p:nvSpPr>
          <p:spPr>
            <a:xfrm>
              <a:off x="12449814" y="1018081"/>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2</a:t>
              </a:r>
            </a:p>
          </p:txBody>
        </p:sp>
        <p:sp>
          <p:nvSpPr>
            <p:cNvPr id="47" name="TextBox 46">
              <a:extLst>
                <a:ext uri="{FF2B5EF4-FFF2-40B4-BE49-F238E27FC236}">
                  <a16:creationId xmlns:a16="http://schemas.microsoft.com/office/drawing/2014/main" id="{8FB3888D-CF08-9A5E-6087-0A96D2561366}"/>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0">
                <a:spcBef>
                  <a:spcPts val="700"/>
                </a:spcBef>
              </a:pPr>
              <a:r>
                <a:rPr lang="en-US">
                  <a:latin typeface="Aptos" panose="020B0004020202020204" pitchFamily="34" charset="0"/>
                  <a:cs typeface="Aparajita" panose="02020603050405020304" pitchFamily="18" charset="0"/>
                </a:rPr>
                <a:t>Source icon from the </a:t>
              </a:r>
              <a:br>
                <a:rPr lang="en-US">
                  <a:latin typeface="Aptos" panose="020B0004020202020204" pitchFamily="34" charset="0"/>
                  <a:cs typeface="Aparajita" panose="02020603050405020304" pitchFamily="18" charset="0"/>
                </a:rPr>
              </a:br>
              <a:r>
                <a:rPr lang="en-US">
                  <a:solidFill>
                    <a:schemeClr val="accent1"/>
                  </a:solidFill>
                  <a:latin typeface="Aptos" panose="020B0004020202020204" pitchFamily="34" charset="0"/>
                  <a:cs typeface="Aparajita" panose="02020603050405020304" pitchFamily="18" charset="0"/>
                </a:rPr>
                <a:t>Qualcomm Icon Library</a:t>
              </a:r>
            </a:p>
            <a:p>
              <a:pPr lvl="0">
                <a:spcBef>
                  <a:spcPts val="700"/>
                </a:spcBef>
              </a:pPr>
              <a:r>
                <a:rPr lang="en-US">
                  <a:latin typeface="Aptos" panose="020B0004020202020204" pitchFamily="34" charset="0"/>
                  <a:cs typeface="Aparajita" panose="02020603050405020304" pitchFamily="18" charset="0"/>
                </a:rPr>
                <a:t>Add the icon to the placeholder.</a:t>
              </a:r>
            </a:p>
          </p:txBody>
        </p:sp>
        <p:sp>
          <p:nvSpPr>
            <p:cNvPr id="48" name="TextBox 47">
              <a:extLst>
                <a:ext uri="{FF2B5EF4-FFF2-40B4-BE49-F238E27FC236}">
                  <a16:creationId xmlns:a16="http://schemas.microsoft.com/office/drawing/2014/main" id="{6CBF6BC2-3BF4-D922-4257-F4687B34FC41}"/>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2: </a:t>
              </a:r>
              <a:r>
                <a:rPr lang="en-US" sz="600" b="0">
                  <a:latin typeface="Aptos" panose="020B0004020202020204" pitchFamily="34" charset="0"/>
                  <a:cs typeface="Aparajita" panose="02020603050405020304" pitchFamily="18" charset="0"/>
                </a:rPr>
                <a:t>Paste from clipboard</a:t>
              </a:r>
            </a:p>
            <a:p>
              <a:pPr lvl="1">
                <a:buNone/>
              </a:pPr>
              <a:r>
                <a:rPr lang="en-US" sz="1050">
                  <a:latin typeface="Aptos" panose="020B0004020202020204" pitchFamily="34" charset="0"/>
                  <a:cs typeface="Aparajita" panose="02020603050405020304" pitchFamily="18" charset="0"/>
                </a:rPr>
                <a:t>Select the icon placeholder.</a:t>
              </a:r>
            </a:p>
            <a:p>
              <a:pPr lvl="1">
                <a:buNone/>
              </a:pPr>
              <a:r>
                <a:rPr lang="en-US" sz="1050">
                  <a:latin typeface="Aptos" panose="020B0004020202020204" pitchFamily="34" charset="0"/>
                  <a:cs typeface="Aparajita" panose="02020603050405020304" pitchFamily="18" charset="0"/>
                </a:rPr>
                <a:t>Right-click or use keyboard shortcuts to paste the icon.</a:t>
              </a:r>
            </a:p>
          </p:txBody>
        </p:sp>
        <p:sp>
          <p:nvSpPr>
            <p:cNvPr id="49" name="TextBox 48">
              <a:extLst>
                <a:ext uri="{FF2B5EF4-FFF2-40B4-BE49-F238E27FC236}">
                  <a16:creationId xmlns:a16="http://schemas.microsoft.com/office/drawing/2014/main" id="{0A03FA61-0E9A-7595-F64E-CDB3BA8FA0F9}"/>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3: </a:t>
              </a:r>
              <a:r>
                <a:rPr lang="en-US" sz="600" b="0">
                  <a:latin typeface="Aptos" panose="020B0004020202020204" pitchFamily="34" charset="0"/>
                  <a:cs typeface="Aparajita" panose="02020603050405020304" pitchFamily="18" charset="0"/>
                </a:rPr>
                <a:t>Placeholder icon</a:t>
              </a:r>
            </a:p>
            <a:p>
              <a:pPr lvl="1">
                <a:buNone/>
              </a:pPr>
              <a:r>
                <a:rPr lang="en-US" sz="1050">
                  <a:latin typeface="Aptos" panose="020B0004020202020204" pitchFamily="34" charset="0"/>
                  <a:cs typeface="Aparajita" panose="02020603050405020304" pitchFamily="18" charset="0"/>
                </a:rPr>
                <a:t>Click the image icon inside the placeholder to browse for an icon.</a:t>
              </a:r>
            </a:p>
          </p:txBody>
        </p:sp>
        <p:grpSp>
          <p:nvGrpSpPr>
            <p:cNvPr id="50" name="Group 49">
              <a:extLst>
                <a:ext uri="{FF2B5EF4-FFF2-40B4-BE49-F238E27FC236}">
                  <a16:creationId xmlns:a16="http://schemas.microsoft.com/office/drawing/2014/main" id="{045C6CE7-1836-CD98-FD2E-3852CC4F95C4}"/>
                </a:ext>
              </a:extLst>
            </p:cNvPr>
            <p:cNvGrpSpPr/>
            <p:nvPr userDrawn="1"/>
          </p:nvGrpSpPr>
          <p:grpSpPr>
            <a:xfrm>
              <a:off x="12429548" y="3236396"/>
              <a:ext cx="2735151" cy="1280928"/>
              <a:chOff x="9286315" y="6976989"/>
              <a:chExt cx="2735151" cy="1280928"/>
            </a:xfrm>
          </p:grpSpPr>
          <p:sp>
            <p:nvSpPr>
              <p:cNvPr id="61" name="Rectangle 60">
                <a:extLst>
                  <a:ext uri="{FF2B5EF4-FFF2-40B4-BE49-F238E27FC236}">
                    <a16:creationId xmlns:a16="http://schemas.microsoft.com/office/drawing/2014/main" id="{A244D9D0-DA66-A41C-0A97-F246FC60386E}"/>
                  </a:ext>
                </a:extLst>
              </p:cNvPr>
              <p:cNvSpPr/>
              <p:nvPr userDrawn="1"/>
            </p:nvSpPr>
            <p:spPr>
              <a:xfrm>
                <a:off x="9286315" y="6976989"/>
                <a:ext cx="2735151" cy="128092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62" name="TextBox 61">
                <a:extLst>
                  <a:ext uri="{FF2B5EF4-FFF2-40B4-BE49-F238E27FC236}">
                    <a16:creationId xmlns:a16="http://schemas.microsoft.com/office/drawing/2014/main" id="{1A64F655-4301-1FB7-250E-9C1A8B5FCB43}"/>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Cropping Graphics</a:t>
                </a:r>
              </a:p>
            </p:txBody>
          </p:sp>
          <p:pic>
            <p:nvPicPr>
              <p:cNvPr id="63" name="Graphic 62">
                <a:extLst>
                  <a:ext uri="{FF2B5EF4-FFF2-40B4-BE49-F238E27FC236}">
                    <a16:creationId xmlns:a16="http://schemas.microsoft.com/office/drawing/2014/main" id="{26C4B24F-6463-127F-4A4C-E83AB1F2439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128" name="TextBox 127">
                <a:extLst>
                  <a:ext uri="{FF2B5EF4-FFF2-40B4-BE49-F238E27FC236}">
                    <a16:creationId xmlns:a16="http://schemas.microsoft.com/office/drawing/2014/main" id="{49B54B08-0A6A-2E23-571B-DAF9DEE5871E}"/>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Right-click on the icon.</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Choose “Crop” from the menu. (           )</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Adjust the size and position of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Press Esc or click outside the image area to exit the cropping mode.</a:t>
                </a:r>
              </a:p>
            </p:txBody>
          </p:sp>
          <p:pic>
            <p:nvPicPr>
              <p:cNvPr id="129" name="Picture 128">
                <a:extLst>
                  <a:ext uri="{FF2B5EF4-FFF2-40B4-BE49-F238E27FC236}">
                    <a16:creationId xmlns:a16="http://schemas.microsoft.com/office/drawing/2014/main" id="{922454F9-38F9-E75F-229D-6791D73750BD}"/>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131" name="TextBox 130">
                <a:extLst>
                  <a:ext uri="{FF2B5EF4-FFF2-40B4-BE49-F238E27FC236}">
                    <a16:creationId xmlns:a16="http://schemas.microsoft.com/office/drawing/2014/main" id="{89AD0476-0BA4-5FE8-0058-0D8FFD04C7CE}"/>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nvGrpSpPr>
            <p:cNvPr id="51" name="Group 50">
              <a:extLst>
                <a:ext uri="{FF2B5EF4-FFF2-40B4-BE49-F238E27FC236}">
                  <a16:creationId xmlns:a16="http://schemas.microsoft.com/office/drawing/2014/main" id="{4BE1028D-B18D-B36F-60B3-4986BFEEF925}"/>
                </a:ext>
              </a:extLst>
            </p:cNvPr>
            <p:cNvGrpSpPr/>
            <p:nvPr userDrawn="1"/>
          </p:nvGrpSpPr>
          <p:grpSpPr>
            <a:xfrm>
              <a:off x="12429548" y="4543123"/>
              <a:ext cx="2735151" cy="2200108"/>
              <a:chOff x="9538241" y="5155416"/>
              <a:chExt cx="2735151" cy="2200108"/>
            </a:xfrm>
          </p:grpSpPr>
          <p:sp>
            <p:nvSpPr>
              <p:cNvPr id="52" name="Rectangle 51">
                <a:extLst>
                  <a:ext uri="{FF2B5EF4-FFF2-40B4-BE49-F238E27FC236}">
                    <a16:creationId xmlns:a16="http://schemas.microsoft.com/office/drawing/2014/main" id="{0A9ABB30-2A24-E0D2-55B0-A73CE39D109F}"/>
                  </a:ext>
                </a:extLst>
              </p:cNvPr>
              <p:cNvSpPr/>
              <p:nvPr userDrawn="1"/>
            </p:nvSpPr>
            <p:spPr>
              <a:xfrm>
                <a:off x="9538241" y="5155416"/>
                <a:ext cx="2735151" cy="220010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53" name="TextBox 52">
                <a:extLst>
                  <a:ext uri="{FF2B5EF4-FFF2-40B4-BE49-F238E27FC236}">
                    <a16:creationId xmlns:a16="http://schemas.microsoft.com/office/drawing/2014/main" id="{10A95012-A7F5-02FE-E678-BF6265893549}"/>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Changing Icons</a:t>
                </a:r>
              </a:p>
            </p:txBody>
          </p:sp>
          <p:pic>
            <p:nvPicPr>
              <p:cNvPr id="54" name="Graphic 53">
                <a:extLst>
                  <a:ext uri="{FF2B5EF4-FFF2-40B4-BE49-F238E27FC236}">
                    <a16:creationId xmlns:a16="http://schemas.microsoft.com/office/drawing/2014/main" id="{C7D43E17-4D5B-8DC8-6045-9AA3AA7D640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55" name="TextBox 54">
                <a:extLst>
                  <a:ext uri="{FF2B5EF4-FFF2-40B4-BE49-F238E27FC236}">
                    <a16:creationId xmlns:a16="http://schemas.microsoft.com/office/drawing/2014/main" id="{EAA03FF1-2DB4-2322-26D7-04553EC0EC12}"/>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600" b="1" kern="1200" cap="all" spc="20" baseline="0" noProof="0">
                    <a:solidFill>
                      <a:schemeClr val="tx1"/>
                    </a:solidFill>
                    <a:latin typeface="Aptos" panose="020B0004020202020204" pitchFamily="34" charset="0"/>
                    <a:ea typeface="+mn-ea"/>
                    <a:cs typeface="Aparajita" panose="02020603050405020304" pitchFamily="18" charset="0"/>
                  </a:rPr>
                  <a:t>Method 1: </a:t>
                </a:r>
                <a:r>
                  <a:rPr lang="en-US" sz="600" b="0" kern="1200" cap="all" spc="20" baseline="0" noProof="0">
                    <a:solidFill>
                      <a:schemeClr val="tx1"/>
                    </a:solidFill>
                    <a:latin typeface="Aptos" panose="020B0004020202020204" pitchFamily="34" charset="0"/>
                    <a:ea typeface="+mn-ea"/>
                    <a:cs typeface="Aparajita" panose="02020603050405020304" pitchFamily="18" charset="0"/>
                  </a:rPr>
                  <a:t>RIGHT CLICK</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Right-click on icon and select “Change Picture”</a:t>
                </a:r>
              </a:p>
            </p:txBody>
          </p:sp>
          <p:sp>
            <p:nvSpPr>
              <p:cNvPr id="56" name="TextBox 55">
                <a:extLst>
                  <a:ext uri="{FF2B5EF4-FFF2-40B4-BE49-F238E27FC236}">
                    <a16:creationId xmlns:a16="http://schemas.microsoft.com/office/drawing/2014/main" id="{D47EFAF2-523E-10C5-E026-1FF65E7FB2E5}"/>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lvl="1" indent="-131763" algn="l" defTabSz="914400" rtl="0" eaLnBrk="1" latinLnBrk="0" hangingPunct="1">
                  <a:lnSpc>
                    <a:spcPct val="90000"/>
                  </a:lnSpc>
                  <a:spcBef>
                    <a:spcPts val="0"/>
                  </a:spcBef>
                  <a:spcAft>
                    <a:spcPts val="300"/>
                  </a:spcAft>
                  <a:buFont typeface="Wingdings" pitchFamily="2" charset="2"/>
                  <a:buChar char="§"/>
                  <a:tabLst/>
                  <a:defRPr/>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57" name="TextBox 56">
                <a:extLst>
                  <a:ext uri="{FF2B5EF4-FFF2-40B4-BE49-F238E27FC236}">
                    <a16:creationId xmlns:a16="http://schemas.microsoft.com/office/drawing/2014/main" id="{3B24F0A0-8AA7-8379-5E4A-1A2A95667D7D}"/>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Method 2: </a:t>
                </a:r>
                <a:r>
                  <a:rPr kumimoji="0" lang="en-US" sz="600" b="0"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RESET PLACEHOLDER</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First, delete the existing icon to reset the photo placeholder functionality.</a:t>
                </a:r>
              </a:p>
            </p:txBody>
          </p:sp>
          <p:sp>
            <p:nvSpPr>
              <p:cNvPr id="58" name="TextBox 57">
                <a:extLst>
                  <a:ext uri="{FF2B5EF4-FFF2-40B4-BE49-F238E27FC236}">
                    <a16:creationId xmlns:a16="http://schemas.microsoft.com/office/drawing/2014/main" id="{01829B35-272F-4074-92CC-A156C1CDADDD}"/>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You can now add a new icon as normal.</a:t>
                </a:r>
              </a:p>
            </p:txBody>
          </p:sp>
          <p:cxnSp>
            <p:nvCxnSpPr>
              <p:cNvPr id="59" name="Straight Connector 58">
                <a:extLst>
                  <a:ext uri="{FF2B5EF4-FFF2-40B4-BE49-F238E27FC236}">
                    <a16:creationId xmlns:a16="http://schemas.microsoft.com/office/drawing/2014/main" id="{7939134C-69A1-0463-A252-1582C51C7954}"/>
                  </a:ext>
                </a:extLst>
              </p:cNvPr>
              <p:cNvCxnSpPr>
                <a:cxnSpLocks/>
              </p:cNvCxnSpPr>
              <p:nvPr userDrawn="1"/>
            </p:nvCxnSpPr>
            <p:spPr>
              <a:xfrm>
                <a:off x="9713479" y="5957047"/>
                <a:ext cx="27000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4F829B6B-797B-FB9F-5F92-9FEF0A3BFBE3}"/>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sp>
        <p:nvSpPr>
          <p:cNvPr id="2" name="Footer Placeholder 1">
            <a:extLst>
              <a:ext uri="{FF2B5EF4-FFF2-40B4-BE49-F238E27FC236}">
                <a16:creationId xmlns:a16="http://schemas.microsoft.com/office/drawing/2014/main" id="{CFAF4676-0FE4-0EEA-B97D-EF0D71148385}"/>
              </a:ext>
            </a:extLst>
          </p:cNvPr>
          <p:cNvSpPr>
            <a:spLocks noGrp="1"/>
          </p:cNvSpPr>
          <p:nvPr>
            <p:ph type="ftr" sz="quarter" idx="38"/>
          </p:nvPr>
        </p:nvSpPr>
        <p:spPr/>
        <p:txBody>
          <a:bodyPr/>
          <a:lstStyle/>
          <a:p>
            <a:endParaRPr lang="en-CA"/>
          </a:p>
        </p:txBody>
      </p:sp>
      <p:sp>
        <p:nvSpPr>
          <p:cNvPr id="4" name="Text Placeholder 22">
            <a:extLst>
              <a:ext uri="{FF2B5EF4-FFF2-40B4-BE49-F238E27FC236}">
                <a16:creationId xmlns:a16="http://schemas.microsoft.com/office/drawing/2014/main" id="{2FEE1995-5EE6-B782-1270-FC8C30634C1A}"/>
              </a:ext>
            </a:extLst>
          </p:cNvPr>
          <p:cNvSpPr>
            <a:spLocks noGrp="1"/>
          </p:cNvSpPr>
          <p:nvPr>
            <p:ph type="body" sz="quarter" idx="27" hasCustomPrompt="1"/>
          </p:nvPr>
        </p:nvSpPr>
        <p:spPr>
          <a:xfrm>
            <a:off x="531811" y="1706497"/>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9" name="Text Placeholder 16">
            <a:extLst>
              <a:ext uri="{FF2B5EF4-FFF2-40B4-BE49-F238E27FC236}">
                <a16:creationId xmlns:a16="http://schemas.microsoft.com/office/drawing/2014/main" id="{8BF3CDFB-3035-1906-627F-169A0AFF5852}"/>
              </a:ext>
            </a:extLst>
          </p:cNvPr>
          <p:cNvSpPr>
            <a:spLocks noGrp="1"/>
          </p:cNvSpPr>
          <p:nvPr>
            <p:ph type="body" sz="quarter" idx="15" hasCustomPrompt="1"/>
          </p:nvPr>
        </p:nvSpPr>
        <p:spPr>
          <a:xfrm>
            <a:off x="531810" y="2868418"/>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7" name="Text Placeholder 22">
            <a:extLst>
              <a:ext uri="{FF2B5EF4-FFF2-40B4-BE49-F238E27FC236}">
                <a16:creationId xmlns:a16="http://schemas.microsoft.com/office/drawing/2014/main" id="{C049CEBE-00B0-C726-8F2E-0374ECA4E1F3}"/>
              </a:ext>
            </a:extLst>
          </p:cNvPr>
          <p:cNvSpPr>
            <a:spLocks noGrp="1"/>
          </p:cNvSpPr>
          <p:nvPr>
            <p:ph type="body" sz="quarter" idx="46" hasCustomPrompt="1"/>
          </p:nvPr>
        </p:nvSpPr>
        <p:spPr>
          <a:xfrm>
            <a:off x="4340711" y="1706497"/>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8" name="Text Placeholder 16">
            <a:extLst>
              <a:ext uri="{FF2B5EF4-FFF2-40B4-BE49-F238E27FC236}">
                <a16:creationId xmlns:a16="http://schemas.microsoft.com/office/drawing/2014/main" id="{E84FC6FD-2A43-99CF-82C5-D98E826A76B7}"/>
              </a:ext>
            </a:extLst>
          </p:cNvPr>
          <p:cNvSpPr>
            <a:spLocks noGrp="1"/>
          </p:cNvSpPr>
          <p:nvPr>
            <p:ph type="body" sz="quarter" idx="47" hasCustomPrompt="1"/>
          </p:nvPr>
        </p:nvSpPr>
        <p:spPr>
          <a:xfrm>
            <a:off x="4340711" y="2868418"/>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30" name="Text Placeholder 22">
            <a:extLst>
              <a:ext uri="{FF2B5EF4-FFF2-40B4-BE49-F238E27FC236}">
                <a16:creationId xmlns:a16="http://schemas.microsoft.com/office/drawing/2014/main" id="{6EC19D9F-705A-74B6-9EBB-9D9565620413}"/>
              </a:ext>
            </a:extLst>
          </p:cNvPr>
          <p:cNvSpPr>
            <a:spLocks noGrp="1"/>
          </p:cNvSpPr>
          <p:nvPr>
            <p:ph type="body" sz="quarter" idx="49" hasCustomPrompt="1"/>
          </p:nvPr>
        </p:nvSpPr>
        <p:spPr>
          <a:xfrm>
            <a:off x="8149611" y="1706497"/>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31" name="Text Placeholder 16">
            <a:extLst>
              <a:ext uri="{FF2B5EF4-FFF2-40B4-BE49-F238E27FC236}">
                <a16:creationId xmlns:a16="http://schemas.microsoft.com/office/drawing/2014/main" id="{AA3A1BDB-11C1-E45D-35EC-D8FEC9CEDC61}"/>
              </a:ext>
            </a:extLst>
          </p:cNvPr>
          <p:cNvSpPr>
            <a:spLocks noGrp="1"/>
          </p:cNvSpPr>
          <p:nvPr>
            <p:ph type="body" sz="quarter" idx="50" hasCustomPrompt="1"/>
          </p:nvPr>
        </p:nvSpPr>
        <p:spPr>
          <a:xfrm>
            <a:off x="8149611" y="2868418"/>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Tree>
    <p:extLst>
      <p:ext uri="{BB962C8B-B14F-4D97-AF65-F5344CB8AC3E}">
        <p14:creationId xmlns:p14="http://schemas.microsoft.com/office/powerpoint/2010/main" val="1736323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Four Column_Dark Blue (No Icon)">
    <p:bg>
      <p:bgPr>
        <a:solidFill>
          <a:schemeClr val="accent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38272A-C799-49AB-5578-B5089BEC1D22}"/>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tx2"/>
                </a:solidFill>
                <a:latin typeface="+mj-lt"/>
                <a:ea typeface="+mj-ea"/>
                <a:cs typeface="+mj-cs"/>
              </a:defRPr>
            </a:lvl1pPr>
          </a:lstStyle>
          <a:p>
            <a:r>
              <a:rPr lang="en-US"/>
              <a:t>Four column layout</a:t>
            </a:r>
            <a:br>
              <a:rPr lang="en-US"/>
            </a:br>
            <a:r>
              <a:rPr lang="en-US"/>
              <a:t>Title 2 lines maximum</a:t>
            </a:r>
            <a:endParaRPr lang="en-CA"/>
          </a:p>
        </p:txBody>
      </p:sp>
      <p:sp>
        <p:nvSpPr>
          <p:cNvPr id="6" name="TextBox 5">
            <a:extLst>
              <a:ext uri="{FF2B5EF4-FFF2-40B4-BE49-F238E27FC236}">
                <a16:creationId xmlns:a16="http://schemas.microsoft.com/office/drawing/2014/main" id="{CD417586-D17D-B05D-5384-E37636F2EE20}"/>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grpSp>
        <p:nvGrpSpPr>
          <p:cNvPr id="43" name="Group 42">
            <a:extLst>
              <a:ext uri="{FF2B5EF4-FFF2-40B4-BE49-F238E27FC236}">
                <a16:creationId xmlns:a16="http://schemas.microsoft.com/office/drawing/2014/main" id="{717DDAE4-62DE-EEF2-E43F-005ACD006E14}"/>
              </a:ext>
            </a:extLst>
          </p:cNvPr>
          <p:cNvGrpSpPr/>
          <p:nvPr userDrawn="1"/>
        </p:nvGrpSpPr>
        <p:grpSpPr>
          <a:xfrm>
            <a:off x="12290489" y="-1"/>
            <a:ext cx="2910882" cy="6858001"/>
            <a:chOff x="12290489" y="-1"/>
            <a:chExt cx="2910882" cy="6858001"/>
          </a:xfrm>
        </p:grpSpPr>
        <p:sp>
          <p:nvSpPr>
            <p:cNvPr id="44" name="Rectangle 43">
              <a:extLst>
                <a:ext uri="{FF2B5EF4-FFF2-40B4-BE49-F238E27FC236}">
                  <a16:creationId xmlns:a16="http://schemas.microsoft.com/office/drawing/2014/main" id="{74829545-917D-5369-077E-2A4E82074C6F}"/>
                </a:ext>
              </a:extLst>
            </p:cNvPr>
            <p:cNvSpPr/>
            <p:nvPr userDrawn="1"/>
          </p:nvSpPr>
          <p:spPr>
            <a:xfrm>
              <a:off x="12290489" y="-1"/>
              <a:ext cx="2735151" cy="6858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latin typeface="Aptos" panose="020B0004020202020204" pitchFamily="34" charset="0"/>
                <a:cs typeface="Aparajita" panose="02020603050405020304" pitchFamily="18" charset="0"/>
              </a:endParaRPr>
            </a:p>
          </p:txBody>
        </p:sp>
        <p:sp>
          <p:nvSpPr>
            <p:cNvPr id="45" name="TextBox 44">
              <a:extLst>
                <a:ext uri="{FF2B5EF4-FFF2-40B4-BE49-F238E27FC236}">
                  <a16:creationId xmlns:a16="http://schemas.microsoft.com/office/drawing/2014/main" id="{91214599-3AC4-B786-02F0-AE5566352055}"/>
                </a:ext>
              </a:extLst>
            </p:cNvPr>
            <p:cNvSpPr txBox="1"/>
            <p:nvPr userDrawn="1"/>
          </p:nvSpPr>
          <p:spPr>
            <a:xfrm>
              <a:off x="12449814" y="173148"/>
              <a:ext cx="1455527"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lvl="0"/>
              <a:r>
                <a:rPr lang="en-US" b="1">
                  <a:solidFill>
                    <a:schemeClr val="bg1"/>
                  </a:solidFill>
                  <a:latin typeface="Aptos" panose="020B0004020202020204" pitchFamily="34" charset="0"/>
                  <a:cs typeface="Aparajita" panose="02020603050405020304" pitchFamily="18" charset="0"/>
                </a:rPr>
                <a:t>HOW TO ADD AN ICON</a:t>
              </a:r>
            </a:p>
          </p:txBody>
        </p:sp>
        <p:cxnSp>
          <p:nvCxnSpPr>
            <p:cNvPr id="46" name="Straight Connector 45">
              <a:extLst>
                <a:ext uri="{FF2B5EF4-FFF2-40B4-BE49-F238E27FC236}">
                  <a16:creationId xmlns:a16="http://schemas.microsoft.com/office/drawing/2014/main" id="{BCA5B2B5-C2E0-2592-2785-4F84ED886D75}"/>
                </a:ext>
              </a:extLst>
            </p:cNvPr>
            <p:cNvCxnSpPr>
              <a:cxnSpLocks/>
            </p:cNvCxnSpPr>
            <p:nvPr userDrawn="1"/>
          </p:nvCxnSpPr>
          <p:spPr>
            <a:xfrm>
              <a:off x="12449814" y="423012"/>
              <a:ext cx="270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022702B7-28A0-668C-65B6-669BFACDF46D}"/>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b="1">
                  <a:latin typeface="Aptos" panose="020B0004020202020204" pitchFamily="34" charset="0"/>
                  <a:cs typeface="Aparajita" panose="02020603050405020304" pitchFamily="18" charset="0"/>
                </a:rPr>
                <a:t>Method 1: </a:t>
              </a:r>
              <a:r>
                <a:rPr lang="en-US" sz="600" b="0">
                  <a:latin typeface="Aptos" panose="020B0004020202020204" pitchFamily="34" charset="0"/>
                  <a:cs typeface="Aparajita" panose="02020603050405020304" pitchFamily="18" charset="0"/>
                </a:rPr>
                <a:t>from file browser</a:t>
              </a:r>
            </a:p>
            <a:p>
              <a:pPr lvl="1">
                <a:buNone/>
              </a:pPr>
              <a:r>
                <a:rPr lang="en-US" sz="1050">
                  <a:latin typeface="Aptos" panose="020B0004020202020204" pitchFamily="34" charset="0"/>
                  <a:cs typeface="Aparajita" panose="02020603050405020304" pitchFamily="18" charset="0"/>
                </a:rPr>
                <a:t>Drag the icon onto the slide.</a:t>
              </a:r>
            </a:p>
            <a:p>
              <a:pPr marL="0" marR="0" lvl="1" indent="0" algn="l" defTabSz="914400" rtl="0" eaLnBrk="1" fontAlgn="auto" latinLnBrk="0" hangingPunct="1">
                <a:lnSpc>
                  <a:spcPct val="90000"/>
                </a:lnSpc>
                <a:spcBef>
                  <a:spcPts val="0"/>
                </a:spcBef>
                <a:spcAft>
                  <a:spcPts val="300"/>
                </a:spcAft>
                <a:buClrTx/>
                <a:buSzTx/>
                <a:buFontTx/>
                <a:buNone/>
                <a:tabLst/>
                <a:defRPr/>
              </a:pPr>
              <a:r>
                <a:rPr lang="en-US" sz="700">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lang="en-US" sz="1000">
                <a:latin typeface="Aptos" panose="020B0004020202020204" pitchFamily="34" charset="0"/>
                <a:cs typeface="Aparajita" panose="02020603050405020304" pitchFamily="18" charset="0"/>
              </a:endParaRPr>
            </a:p>
          </p:txBody>
        </p:sp>
        <p:sp>
          <p:nvSpPr>
            <p:cNvPr id="48" name="TextBox 47">
              <a:extLst>
                <a:ext uri="{FF2B5EF4-FFF2-40B4-BE49-F238E27FC236}">
                  <a16:creationId xmlns:a16="http://schemas.microsoft.com/office/drawing/2014/main" id="{8C58B4C5-C329-4790-4200-9150B0A43C33}"/>
                </a:ext>
              </a:extLst>
            </p:cNvPr>
            <p:cNvSpPr txBox="1">
              <a:spLocks noChangeAspect="1"/>
            </p:cNvSpPr>
            <p:nvPr/>
          </p:nvSpPr>
          <p:spPr>
            <a:xfrm>
              <a:off x="12449814" y="566082"/>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1</a:t>
              </a:r>
            </a:p>
          </p:txBody>
        </p:sp>
        <p:sp>
          <p:nvSpPr>
            <p:cNvPr id="49" name="TextBox 48">
              <a:extLst>
                <a:ext uri="{FF2B5EF4-FFF2-40B4-BE49-F238E27FC236}">
                  <a16:creationId xmlns:a16="http://schemas.microsoft.com/office/drawing/2014/main" id="{D5299741-2394-3A23-F67F-F322FE1C0CB8}"/>
                </a:ext>
              </a:extLst>
            </p:cNvPr>
            <p:cNvSpPr txBox="1">
              <a:spLocks noChangeAspect="1"/>
            </p:cNvSpPr>
            <p:nvPr/>
          </p:nvSpPr>
          <p:spPr>
            <a:xfrm>
              <a:off x="12449814" y="1018081"/>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2</a:t>
              </a:r>
            </a:p>
          </p:txBody>
        </p:sp>
        <p:sp>
          <p:nvSpPr>
            <p:cNvPr id="50" name="TextBox 49">
              <a:extLst>
                <a:ext uri="{FF2B5EF4-FFF2-40B4-BE49-F238E27FC236}">
                  <a16:creationId xmlns:a16="http://schemas.microsoft.com/office/drawing/2014/main" id="{43A73320-4AE9-4630-370C-00C5ADECD4A5}"/>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0">
                <a:spcBef>
                  <a:spcPts val="700"/>
                </a:spcBef>
              </a:pPr>
              <a:r>
                <a:rPr lang="en-US">
                  <a:latin typeface="Aptos" panose="020B0004020202020204" pitchFamily="34" charset="0"/>
                  <a:cs typeface="Aparajita" panose="02020603050405020304" pitchFamily="18" charset="0"/>
                </a:rPr>
                <a:t>Source icon from the </a:t>
              </a:r>
              <a:br>
                <a:rPr lang="en-US">
                  <a:latin typeface="Aptos" panose="020B0004020202020204" pitchFamily="34" charset="0"/>
                  <a:cs typeface="Aparajita" panose="02020603050405020304" pitchFamily="18" charset="0"/>
                </a:rPr>
              </a:br>
              <a:r>
                <a:rPr lang="en-US">
                  <a:solidFill>
                    <a:schemeClr val="accent1"/>
                  </a:solidFill>
                  <a:latin typeface="Aptos" panose="020B0004020202020204" pitchFamily="34" charset="0"/>
                  <a:cs typeface="Aparajita" panose="02020603050405020304" pitchFamily="18" charset="0"/>
                </a:rPr>
                <a:t>Qualcomm Icon Library</a:t>
              </a:r>
            </a:p>
            <a:p>
              <a:pPr lvl="0">
                <a:spcBef>
                  <a:spcPts val="700"/>
                </a:spcBef>
              </a:pPr>
              <a:r>
                <a:rPr lang="en-US">
                  <a:latin typeface="Aptos" panose="020B0004020202020204" pitchFamily="34" charset="0"/>
                  <a:cs typeface="Aparajita" panose="02020603050405020304" pitchFamily="18" charset="0"/>
                </a:rPr>
                <a:t>Add the icon to the placeholder.</a:t>
              </a:r>
            </a:p>
          </p:txBody>
        </p:sp>
        <p:sp>
          <p:nvSpPr>
            <p:cNvPr id="51" name="TextBox 50">
              <a:extLst>
                <a:ext uri="{FF2B5EF4-FFF2-40B4-BE49-F238E27FC236}">
                  <a16:creationId xmlns:a16="http://schemas.microsoft.com/office/drawing/2014/main" id="{36600997-0C5B-7E7E-13B9-8B1FBC407681}"/>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2: </a:t>
              </a:r>
              <a:r>
                <a:rPr lang="en-US" sz="600" b="0">
                  <a:latin typeface="Aptos" panose="020B0004020202020204" pitchFamily="34" charset="0"/>
                  <a:cs typeface="Aparajita" panose="02020603050405020304" pitchFamily="18" charset="0"/>
                </a:rPr>
                <a:t>Paste from clipboard</a:t>
              </a:r>
            </a:p>
            <a:p>
              <a:pPr lvl="1">
                <a:buNone/>
              </a:pPr>
              <a:r>
                <a:rPr lang="en-US" sz="1050">
                  <a:latin typeface="Aptos" panose="020B0004020202020204" pitchFamily="34" charset="0"/>
                  <a:cs typeface="Aparajita" panose="02020603050405020304" pitchFamily="18" charset="0"/>
                </a:rPr>
                <a:t>Select the icon placeholder.</a:t>
              </a:r>
            </a:p>
            <a:p>
              <a:pPr lvl="1">
                <a:buNone/>
              </a:pPr>
              <a:r>
                <a:rPr lang="en-US" sz="1050">
                  <a:latin typeface="Aptos" panose="020B0004020202020204" pitchFamily="34" charset="0"/>
                  <a:cs typeface="Aparajita" panose="02020603050405020304" pitchFamily="18" charset="0"/>
                </a:rPr>
                <a:t>Right-click or use keyboard shortcuts to paste the icon.</a:t>
              </a:r>
            </a:p>
          </p:txBody>
        </p:sp>
        <p:sp>
          <p:nvSpPr>
            <p:cNvPr id="52" name="TextBox 51">
              <a:extLst>
                <a:ext uri="{FF2B5EF4-FFF2-40B4-BE49-F238E27FC236}">
                  <a16:creationId xmlns:a16="http://schemas.microsoft.com/office/drawing/2014/main" id="{222AF4B2-579A-DE69-535D-5A7232B8BF25}"/>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3: </a:t>
              </a:r>
              <a:r>
                <a:rPr lang="en-US" sz="600" b="0">
                  <a:latin typeface="Aptos" panose="020B0004020202020204" pitchFamily="34" charset="0"/>
                  <a:cs typeface="Aparajita" panose="02020603050405020304" pitchFamily="18" charset="0"/>
                </a:rPr>
                <a:t>Placeholder icon</a:t>
              </a:r>
            </a:p>
            <a:p>
              <a:pPr lvl="1">
                <a:buNone/>
              </a:pPr>
              <a:r>
                <a:rPr lang="en-US" sz="1050">
                  <a:latin typeface="Aptos" panose="020B0004020202020204" pitchFamily="34" charset="0"/>
                  <a:cs typeface="Aparajita" panose="02020603050405020304" pitchFamily="18" charset="0"/>
                </a:rPr>
                <a:t>Click the image icon inside the placeholder to browse for an icon.</a:t>
              </a:r>
            </a:p>
          </p:txBody>
        </p:sp>
        <p:grpSp>
          <p:nvGrpSpPr>
            <p:cNvPr id="53" name="Group 52">
              <a:extLst>
                <a:ext uri="{FF2B5EF4-FFF2-40B4-BE49-F238E27FC236}">
                  <a16:creationId xmlns:a16="http://schemas.microsoft.com/office/drawing/2014/main" id="{D431143D-EA3F-BA31-FDD0-86758B90458F}"/>
                </a:ext>
              </a:extLst>
            </p:cNvPr>
            <p:cNvGrpSpPr/>
            <p:nvPr userDrawn="1"/>
          </p:nvGrpSpPr>
          <p:grpSpPr>
            <a:xfrm>
              <a:off x="12429548" y="3236396"/>
              <a:ext cx="2735151" cy="1280928"/>
              <a:chOff x="9286315" y="6976989"/>
              <a:chExt cx="2735151" cy="1280928"/>
            </a:xfrm>
          </p:grpSpPr>
          <p:sp>
            <p:nvSpPr>
              <p:cNvPr id="128" name="Rectangle 127">
                <a:extLst>
                  <a:ext uri="{FF2B5EF4-FFF2-40B4-BE49-F238E27FC236}">
                    <a16:creationId xmlns:a16="http://schemas.microsoft.com/office/drawing/2014/main" id="{992C18FF-FCA0-B6DC-4B5F-813875A58CAD}"/>
                  </a:ext>
                </a:extLst>
              </p:cNvPr>
              <p:cNvSpPr/>
              <p:nvPr userDrawn="1"/>
            </p:nvSpPr>
            <p:spPr>
              <a:xfrm>
                <a:off x="9286315" y="6976989"/>
                <a:ext cx="2735151" cy="128092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129" name="TextBox 128">
                <a:extLst>
                  <a:ext uri="{FF2B5EF4-FFF2-40B4-BE49-F238E27FC236}">
                    <a16:creationId xmlns:a16="http://schemas.microsoft.com/office/drawing/2014/main" id="{CC870698-701A-2242-78AE-B6CBE951C53A}"/>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Cropping Graphics</a:t>
                </a:r>
              </a:p>
            </p:txBody>
          </p:sp>
          <p:pic>
            <p:nvPicPr>
              <p:cNvPr id="131" name="Graphic 130">
                <a:extLst>
                  <a:ext uri="{FF2B5EF4-FFF2-40B4-BE49-F238E27FC236}">
                    <a16:creationId xmlns:a16="http://schemas.microsoft.com/office/drawing/2014/main" id="{27F479C9-EBF7-C89C-EBDD-699C93B9299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132" name="TextBox 131">
                <a:extLst>
                  <a:ext uri="{FF2B5EF4-FFF2-40B4-BE49-F238E27FC236}">
                    <a16:creationId xmlns:a16="http://schemas.microsoft.com/office/drawing/2014/main" id="{A8B38676-38BD-C97A-3E60-811AD05F329A}"/>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Right-click on the icon.</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Choose “Crop” from the menu. (           )</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Adjust the size and position of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Press Esc or click outside the image area to exit the cropping mode.</a:t>
                </a:r>
              </a:p>
            </p:txBody>
          </p:sp>
          <p:pic>
            <p:nvPicPr>
              <p:cNvPr id="133" name="Picture 132">
                <a:extLst>
                  <a:ext uri="{FF2B5EF4-FFF2-40B4-BE49-F238E27FC236}">
                    <a16:creationId xmlns:a16="http://schemas.microsoft.com/office/drawing/2014/main" id="{52C3F74E-3500-E869-070E-EB7D7CFFDD4B}"/>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134" name="TextBox 133">
                <a:extLst>
                  <a:ext uri="{FF2B5EF4-FFF2-40B4-BE49-F238E27FC236}">
                    <a16:creationId xmlns:a16="http://schemas.microsoft.com/office/drawing/2014/main" id="{FD2E6A13-5E3C-A37E-FF9D-6CC65A1A8599}"/>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nvGrpSpPr>
            <p:cNvPr id="54" name="Group 53">
              <a:extLst>
                <a:ext uri="{FF2B5EF4-FFF2-40B4-BE49-F238E27FC236}">
                  <a16:creationId xmlns:a16="http://schemas.microsoft.com/office/drawing/2014/main" id="{C17097D5-36D6-39B2-EA5B-55509107C41A}"/>
                </a:ext>
              </a:extLst>
            </p:cNvPr>
            <p:cNvGrpSpPr/>
            <p:nvPr userDrawn="1"/>
          </p:nvGrpSpPr>
          <p:grpSpPr>
            <a:xfrm>
              <a:off x="12429548" y="4543123"/>
              <a:ext cx="2735151" cy="2200108"/>
              <a:chOff x="9538241" y="5155416"/>
              <a:chExt cx="2735151" cy="2200108"/>
            </a:xfrm>
          </p:grpSpPr>
          <p:sp>
            <p:nvSpPr>
              <p:cNvPr id="55" name="Rectangle 54">
                <a:extLst>
                  <a:ext uri="{FF2B5EF4-FFF2-40B4-BE49-F238E27FC236}">
                    <a16:creationId xmlns:a16="http://schemas.microsoft.com/office/drawing/2014/main" id="{3834CD4C-1311-915F-D846-C8EF6D502AC7}"/>
                  </a:ext>
                </a:extLst>
              </p:cNvPr>
              <p:cNvSpPr/>
              <p:nvPr userDrawn="1"/>
            </p:nvSpPr>
            <p:spPr>
              <a:xfrm>
                <a:off x="9538241" y="5155416"/>
                <a:ext cx="2735151" cy="220010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56" name="TextBox 55">
                <a:extLst>
                  <a:ext uri="{FF2B5EF4-FFF2-40B4-BE49-F238E27FC236}">
                    <a16:creationId xmlns:a16="http://schemas.microsoft.com/office/drawing/2014/main" id="{26D4593E-4325-4054-E8E0-2C4565BC0804}"/>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Changing Icons</a:t>
                </a:r>
              </a:p>
            </p:txBody>
          </p:sp>
          <p:pic>
            <p:nvPicPr>
              <p:cNvPr id="57" name="Graphic 56">
                <a:extLst>
                  <a:ext uri="{FF2B5EF4-FFF2-40B4-BE49-F238E27FC236}">
                    <a16:creationId xmlns:a16="http://schemas.microsoft.com/office/drawing/2014/main" id="{AB5C6E66-2D1C-CA85-B320-68D3759A116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58" name="TextBox 57">
                <a:extLst>
                  <a:ext uri="{FF2B5EF4-FFF2-40B4-BE49-F238E27FC236}">
                    <a16:creationId xmlns:a16="http://schemas.microsoft.com/office/drawing/2014/main" id="{59524F0B-C3FC-E96B-9EF5-AD8583AA42AC}"/>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600" b="1" kern="1200" cap="all" spc="20" baseline="0" noProof="0">
                    <a:solidFill>
                      <a:schemeClr val="tx1"/>
                    </a:solidFill>
                    <a:latin typeface="Aptos" panose="020B0004020202020204" pitchFamily="34" charset="0"/>
                    <a:ea typeface="+mn-ea"/>
                    <a:cs typeface="Aparajita" panose="02020603050405020304" pitchFamily="18" charset="0"/>
                  </a:rPr>
                  <a:t>Method 1: </a:t>
                </a:r>
                <a:r>
                  <a:rPr lang="en-US" sz="600" b="0" kern="1200" cap="all" spc="20" baseline="0" noProof="0">
                    <a:solidFill>
                      <a:schemeClr val="tx1"/>
                    </a:solidFill>
                    <a:latin typeface="Aptos" panose="020B0004020202020204" pitchFamily="34" charset="0"/>
                    <a:ea typeface="+mn-ea"/>
                    <a:cs typeface="Aparajita" panose="02020603050405020304" pitchFamily="18" charset="0"/>
                  </a:rPr>
                  <a:t>RIGHT CLICK</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Right-click on icon and select “Change Picture”</a:t>
                </a:r>
              </a:p>
            </p:txBody>
          </p:sp>
          <p:sp>
            <p:nvSpPr>
              <p:cNvPr id="59" name="TextBox 58">
                <a:extLst>
                  <a:ext uri="{FF2B5EF4-FFF2-40B4-BE49-F238E27FC236}">
                    <a16:creationId xmlns:a16="http://schemas.microsoft.com/office/drawing/2014/main" id="{BE622394-901B-B821-BDE6-422E33014D2B}"/>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lvl="1" indent="-131763" algn="l" defTabSz="914400" rtl="0" eaLnBrk="1" latinLnBrk="0" hangingPunct="1">
                  <a:lnSpc>
                    <a:spcPct val="90000"/>
                  </a:lnSpc>
                  <a:spcBef>
                    <a:spcPts val="0"/>
                  </a:spcBef>
                  <a:spcAft>
                    <a:spcPts val="300"/>
                  </a:spcAft>
                  <a:buFont typeface="Wingdings" pitchFamily="2" charset="2"/>
                  <a:buChar char="§"/>
                  <a:tabLst/>
                  <a:defRPr/>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60" name="TextBox 59">
                <a:extLst>
                  <a:ext uri="{FF2B5EF4-FFF2-40B4-BE49-F238E27FC236}">
                    <a16:creationId xmlns:a16="http://schemas.microsoft.com/office/drawing/2014/main" id="{7AD17B2F-A0CC-7E95-D315-F28D5BBC0E3A}"/>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Method 2: </a:t>
                </a:r>
                <a:r>
                  <a:rPr kumimoji="0" lang="en-US" sz="600" b="0"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RESET PLACEHOLDER</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First, delete the existing image to reset the photo placeholder functionality.</a:t>
                </a:r>
              </a:p>
            </p:txBody>
          </p:sp>
          <p:sp>
            <p:nvSpPr>
              <p:cNvPr id="61" name="TextBox 60">
                <a:extLst>
                  <a:ext uri="{FF2B5EF4-FFF2-40B4-BE49-F238E27FC236}">
                    <a16:creationId xmlns:a16="http://schemas.microsoft.com/office/drawing/2014/main" id="{D9245573-D378-F3B6-9D43-7A0AC9D3F674}"/>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You can now add a new icon as normal.</a:t>
                </a:r>
              </a:p>
            </p:txBody>
          </p:sp>
          <p:cxnSp>
            <p:nvCxnSpPr>
              <p:cNvPr id="62" name="Straight Connector 61">
                <a:extLst>
                  <a:ext uri="{FF2B5EF4-FFF2-40B4-BE49-F238E27FC236}">
                    <a16:creationId xmlns:a16="http://schemas.microsoft.com/office/drawing/2014/main" id="{DF948D1D-C3E1-EF3A-5CFF-FC5BD4F401D2}"/>
                  </a:ext>
                </a:extLst>
              </p:cNvPr>
              <p:cNvCxnSpPr>
                <a:cxnSpLocks/>
              </p:cNvCxnSpPr>
              <p:nvPr userDrawn="1"/>
            </p:nvCxnSpPr>
            <p:spPr>
              <a:xfrm>
                <a:off x="9713479" y="5957047"/>
                <a:ext cx="27000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D6D6806E-4824-9CA0-7A29-8C9379EA11A7}"/>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sp>
        <p:nvSpPr>
          <p:cNvPr id="2" name="Footer Placeholder 1">
            <a:extLst>
              <a:ext uri="{FF2B5EF4-FFF2-40B4-BE49-F238E27FC236}">
                <a16:creationId xmlns:a16="http://schemas.microsoft.com/office/drawing/2014/main" id="{355FFA2C-5431-4B39-1E12-AB136674DCB9}"/>
              </a:ext>
            </a:extLst>
          </p:cNvPr>
          <p:cNvSpPr>
            <a:spLocks noGrp="1"/>
          </p:cNvSpPr>
          <p:nvPr>
            <p:ph type="ftr" sz="quarter" idx="49"/>
          </p:nvPr>
        </p:nvSpPr>
        <p:spPr/>
        <p:txBody>
          <a:bodyPr/>
          <a:lstStyle/>
          <a:p>
            <a:endParaRPr lang="en-CA"/>
          </a:p>
        </p:txBody>
      </p:sp>
      <p:sp>
        <p:nvSpPr>
          <p:cNvPr id="15" name="Text Placeholder 22">
            <a:extLst>
              <a:ext uri="{FF2B5EF4-FFF2-40B4-BE49-F238E27FC236}">
                <a16:creationId xmlns:a16="http://schemas.microsoft.com/office/drawing/2014/main" id="{AEE4CF8C-958F-1DA4-CCF7-D6B890C89A2E}"/>
              </a:ext>
            </a:extLst>
          </p:cNvPr>
          <p:cNvSpPr>
            <a:spLocks noGrp="1"/>
          </p:cNvSpPr>
          <p:nvPr>
            <p:ph type="body" sz="quarter" idx="27" hasCustomPrompt="1"/>
          </p:nvPr>
        </p:nvSpPr>
        <p:spPr>
          <a:xfrm>
            <a:off x="531811"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6" name="Text Placeholder 16">
            <a:extLst>
              <a:ext uri="{FF2B5EF4-FFF2-40B4-BE49-F238E27FC236}">
                <a16:creationId xmlns:a16="http://schemas.microsoft.com/office/drawing/2014/main" id="{C89C7762-ACFA-1003-9A99-7D48D68F547F}"/>
              </a:ext>
            </a:extLst>
          </p:cNvPr>
          <p:cNvSpPr>
            <a:spLocks noGrp="1"/>
          </p:cNvSpPr>
          <p:nvPr>
            <p:ph type="body" sz="quarter" idx="15" hasCustomPrompt="1"/>
          </p:nvPr>
        </p:nvSpPr>
        <p:spPr>
          <a:xfrm>
            <a:off x="531812" y="2868418"/>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8" name="Text Placeholder 22">
            <a:extLst>
              <a:ext uri="{FF2B5EF4-FFF2-40B4-BE49-F238E27FC236}">
                <a16:creationId xmlns:a16="http://schemas.microsoft.com/office/drawing/2014/main" id="{DE030996-68A3-8AC0-F998-9C4EF4AE6C2B}"/>
              </a:ext>
            </a:extLst>
          </p:cNvPr>
          <p:cNvSpPr>
            <a:spLocks noGrp="1"/>
          </p:cNvSpPr>
          <p:nvPr>
            <p:ph type="body" sz="quarter" idx="51" hasCustomPrompt="1"/>
          </p:nvPr>
        </p:nvSpPr>
        <p:spPr>
          <a:xfrm>
            <a:off x="3380247"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9" name="Text Placeholder 16">
            <a:extLst>
              <a:ext uri="{FF2B5EF4-FFF2-40B4-BE49-F238E27FC236}">
                <a16:creationId xmlns:a16="http://schemas.microsoft.com/office/drawing/2014/main" id="{5C7E2214-9452-F487-B334-F6CDE12C5733}"/>
              </a:ext>
            </a:extLst>
          </p:cNvPr>
          <p:cNvSpPr>
            <a:spLocks noGrp="1"/>
          </p:cNvSpPr>
          <p:nvPr>
            <p:ph type="body" sz="quarter" idx="52" hasCustomPrompt="1"/>
          </p:nvPr>
        </p:nvSpPr>
        <p:spPr>
          <a:xfrm>
            <a:off x="3380247" y="2868418"/>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4" name="Text Placeholder 22">
            <a:extLst>
              <a:ext uri="{FF2B5EF4-FFF2-40B4-BE49-F238E27FC236}">
                <a16:creationId xmlns:a16="http://schemas.microsoft.com/office/drawing/2014/main" id="{31B9C0A0-95B0-2824-2407-CDDC04E197D9}"/>
              </a:ext>
            </a:extLst>
          </p:cNvPr>
          <p:cNvSpPr>
            <a:spLocks noGrp="1"/>
          </p:cNvSpPr>
          <p:nvPr>
            <p:ph type="body" sz="quarter" idx="54" hasCustomPrompt="1"/>
          </p:nvPr>
        </p:nvSpPr>
        <p:spPr>
          <a:xfrm>
            <a:off x="6228682"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5" name="Text Placeholder 16">
            <a:extLst>
              <a:ext uri="{FF2B5EF4-FFF2-40B4-BE49-F238E27FC236}">
                <a16:creationId xmlns:a16="http://schemas.microsoft.com/office/drawing/2014/main" id="{06A24B55-C38A-D8B1-E30C-791BAA94A209}"/>
              </a:ext>
            </a:extLst>
          </p:cNvPr>
          <p:cNvSpPr>
            <a:spLocks noGrp="1"/>
          </p:cNvSpPr>
          <p:nvPr>
            <p:ph type="body" sz="quarter" idx="55" hasCustomPrompt="1"/>
          </p:nvPr>
        </p:nvSpPr>
        <p:spPr>
          <a:xfrm>
            <a:off x="6228682" y="2868418"/>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7" name="Text Placeholder 22">
            <a:extLst>
              <a:ext uri="{FF2B5EF4-FFF2-40B4-BE49-F238E27FC236}">
                <a16:creationId xmlns:a16="http://schemas.microsoft.com/office/drawing/2014/main" id="{F9D38BEA-1CE5-A003-B905-BF200D6A8C57}"/>
              </a:ext>
            </a:extLst>
          </p:cNvPr>
          <p:cNvSpPr>
            <a:spLocks noGrp="1"/>
          </p:cNvSpPr>
          <p:nvPr>
            <p:ph type="body" sz="quarter" idx="57" hasCustomPrompt="1"/>
          </p:nvPr>
        </p:nvSpPr>
        <p:spPr>
          <a:xfrm>
            <a:off x="9077115"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8" name="Text Placeholder 16">
            <a:extLst>
              <a:ext uri="{FF2B5EF4-FFF2-40B4-BE49-F238E27FC236}">
                <a16:creationId xmlns:a16="http://schemas.microsoft.com/office/drawing/2014/main" id="{90607619-F41E-DC0E-B3A9-CD8AF2A58A9E}"/>
              </a:ext>
            </a:extLst>
          </p:cNvPr>
          <p:cNvSpPr>
            <a:spLocks noGrp="1"/>
          </p:cNvSpPr>
          <p:nvPr>
            <p:ph type="body" sz="quarter" idx="58" hasCustomPrompt="1"/>
          </p:nvPr>
        </p:nvSpPr>
        <p:spPr>
          <a:xfrm>
            <a:off x="9077116" y="2868418"/>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Tree>
    <p:extLst>
      <p:ext uri="{BB962C8B-B14F-4D97-AF65-F5344CB8AC3E}">
        <p14:creationId xmlns:p14="http://schemas.microsoft.com/office/powerpoint/2010/main" val="1376315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Quote_Dark Blue">
    <p:bg>
      <p:bgPr>
        <a:solidFill>
          <a:schemeClr val="accent2"/>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0B91DB79-E2AC-CE2B-5FAE-BEC630409992}"/>
              </a:ext>
            </a:extLst>
          </p:cNvPr>
          <p:cNvSpPr>
            <a:spLocks noGrp="1"/>
          </p:cNvSpPr>
          <p:nvPr>
            <p:ph type="title" hasCustomPrompt="1"/>
          </p:nvPr>
        </p:nvSpPr>
        <p:spPr>
          <a:xfrm>
            <a:off x="531812" y="1196975"/>
            <a:ext cx="11144251" cy="3616325"/>
          </a:xfrm>
        </p:spPr>
        <p:txBody>
          <a:bodyPr anchor="ctr"/>
          <a:lstStyle>
            <a:lvl1pPr marL="0" marR="0" indent="0" algn="ctr" defTabSz="914400" rtl="0" eaLnBrk="1" fontAlgn="auto" latinLnBrk="0" hangingPunct="1">
              <a:lnSpc>
                <a:spcPct val="84000"/>
              </a:lnSpc>
              <a:spcBef>
                <a:spcPct val="0"/>
              </a:spcBef>
              <a:spcAft>
                <a:spcPts val="0"/>
              </a:spcAft>
              <a:buClrTx/>
              <a:buSzTx/>
              <a:buFontTx/>
              <a:buNone/>
              <a:tabLst/>
              <a:defRPr sz="5500"/>
            </a:lvl1pPr>
          </a:lstStyle>
          <a:p>
            <a:r>
              <a:rPr lang="en-US"/>
              <a:t>Quote 4 lines maximum. </a:t>
            </a:r>
            <a:br>
              <a:rPr lang="en-US"/>
            </a:b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a:t>
            </a:r>
            <a:r>
              <a:rPr lang="en-US" err="1"/>
              <a:t>laoreet</a:t>
            </a:r>
            <a:r>
              <a:rPr lang="en-US"/>
              <a:t> </a:t>
            </a:r>
            <a:r>
              <a:rPr lang="en-US" err="1"/>
              <a:t>venenatis</a:t>
            </a:r>
            <a:r>
              <a:rPr lang="en-US"/>
              <a:t> </a:t>
            </a:r>
            <a:r>
              <a:rPr lang="en-US" err="1"/>
              <a:t>urna</a:t>
            </a:r>
            <a:r>
              <a:rPr lang="en-US"/>
              <a:t>, in </a:t>
            </a:r>
            <a:r>
              <a:rPr lang="en-US" err="1"/>
              <a:t>vehicula</a:t>
            </a:r>
            <a:r>
              <a:rPr lang="en-US"/>
              <a:t> mi.</a:t>
            </a:r>
          </a:p>
        </p:txBody>
      </p:sp>
      <p:sp>
        <p:nvSpPr>
          <p:cNvPr id="13" name="Text Placeholder 22">
            <a:extLst>
              <a:ext uri="{FF2B5EF4-FFF2-40B4-BE49-F238E27FC236}">
                <a16:creationId xmlns:a16="http://schemas.microsoft.com/office/drawing/2014/main" id="{84EB628F-8E06-31E6-5105-B798681A887F}"/>
              </a:ext>
            </a:extLst>
          </p:cNvPr>
          <p:cNvSpPr>
            <a:spLocks noGrp="1"/>
          </p:cNvSpPr>
          <p:nvPr>
            <p:ph type="body" sz="quarter" idx="13" hasCustomPrompt="1"/>
          </p:nvPr>
        </p:nvSpPr>
        <p:spPr>
          <a:xfrm>
            <a:off x="531811" y="5053746"/>
            <a:ext cx="11144252" cy="1112104"/>
          </a:xfrm>
        </p:spPr>
        <p:txBody>
          <a:bodyPr wrap="square" anchor="b">
            <a:noAutofit/>
          </a:bodyPr>
          <a:lstStyle>
            <a:lvl1pPr marL="0" indent="0" algn="ctr">
              <a:buNone/>
              <a:defRPr sz="2800" spc="-50" baseline="0">
                <a:latin typeface="+mj-lt"/>
              </a:defRPr>
            </a:lvl1pPr>
          </a:lstStyle>
          <a:p>
            <a:pPr lvl="0"/>
            <a:r>
              <a:rPr lang="en-US"/>
              <a:t>Quote attribution</a:t>
            </a:r>
          </a:p>
        </p:txBody>
      </p:sp>
      <p:sp>
        <p:nvSpPr>
          <p:cNvPr id="6" name="TextBox 5">
            <a:extLst>
              <a:ext uri="{FF2B5EF4-FFF2-40B4-BE49-F238E27FC236}">
                <a16:creationId xmlns:a16="http://schemas.microsoft.com/office/drawing/2014/main" id="{84739A76-C8B6-CADD-ACBA-17389E4E17CB}"/>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F16C6448-AB08-7665-09DF-C32961CFFB7A}"/>
              </a:ext>
            </a:extLst>
          </p:cNvPr>
          <p:cNvSpPr>
            <a:spLocks noGrp="1"/>
          </p:cNvSpPr>
          <p:nvPr>
            <p:ph type="ftr" sz="quarter" idx="14"/>
          </p:nvPr>
        </p:nvSpPr>
        <p:spPr/>
        <p:txBody>
          <a:bodyPr/>
          <a:lstStyle/>
          <a:p>
            <a:endParaRPr lang="en-CA"/>
          </a:p>
        </p:txBody>
      </p:sp>
    </p:spTree>
    <p:extLst>
      <p:ext uri="{BB962C8B-B14F-4D97-AF65-F5344CB8AC3E}">
        <p14:creationId xmlns:p14="http://schemas.microsoft.com/office/powerpoint/2010/main" val="1892449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Content_Dark Blue">
    <p:bg>
      <p:bgPr>
        <a:solidFill>
          <a:schemeClr val="accent2"/>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7F8DD13-BEA9-2C60-4EDB-8044D82F4225}"/>
              </a:ext>
            </a:extLst>
          </p:cNvPr>
          <p:cNvSpPr>
            <a:spLocks noGrp="1"/>
          </p:cNvSpPr>
          <p:nvPr>
            <p:ph type="title" hasCustomPrompt="1"/>
          </p:nvPr>
        </p:nvSpPr>
        <p:spPr/>
        <p:txBody>
          <a:bodyPr/>
          <a:lstStyle/>
          <a:p>
            <a:r>
              <a:rPr lang="en-US"/>
              <a:t>Title + Content layout</a:t>
            </a:r>
            <a:br>
              <a:rPr lang="en-US"/>
            </a:br>
            <a:r>
              <a:rPr lang="en-US"/>
              <a:t>Title 2 lines maximum</a:t>
            </a:r>
            <a:endParaRPr lang="en-CA"/>
          </a:p>
        </p:txBody>
      </p:sp>
      <p:sp>
        <p:nvSpPr>
          <p:cNvPr id="3" name="Footer Placeholder 2">
            <a:extLst>
              <a:ext uri="{FF2B5EF4-FFF2-40B4-BE49-F238E27FC236}">
                <a16:creationId xmlns:a16="http://schemas.microsoft.com/office/drawing/2014/main" id="{575466BB-39CC-C85B-590E-1C209388959A}"/>
              </a:ext>
            </a:extLst>
          </p:cNvPr>
          <p:cNvSpPr>
            <a:spLocks noGrp="1"/>
          </p:cNvSpPr>
          <p:nvPr>
            <p:ph type="ftr" sz="quarter" idx="10"/>
          </p:nvPr>
        </p:nvSpPr>
        <p:spPr/>
        <p:txBody>
          <a:bodyPr/>
          <a:lstStyle/>
          <a:p>
            <a:endParaRPr lang="en-CA"/>
          </a:p>
        </p:txBody>
      </p:sp>
      <p:sp>
        <p:nvSpPr>
          <p:cNvPr id="2" name="Text Placeholder 3">
            <a:extLst>
              <a:ext uri="{FF2B5EF4-FFF2-40B4-BE49-F238E27FC236}">
                <a16:creationId xmlns:a16="http://schemas.microsoft.com/office/drawing/2014/main" id="{78EBEF18-027F-EE19-DBC3-5DC0B50554D0}"/>
              </a:ext>
            </a:extLst>
          </p:cNvPr>
          <p:cNvSpPr>
            <a:spLocks noGrp="1"/>
          </p:cNvSpPr>
          <p:nvPr>
            <p:ph idx="1" hasCustomPrompt="1"/>
          </p:nvPr>
        </p:nvSpPr>
        <p:spPr>
          <a:xfrm>
            <a:off x="515938" y="1820860"/>
            <a:ext cx="11160126" cy="4344989"/>
          </a:xfrm>
          <a:prstGeom prst="rect">
            <a:avLst/>
          </a:prstGeom>
        </p:spPr>
        <p:txBody>
          <a:bodyPr vert="horz" lIns="0" tIns="0" rIns="0" bIns="0" rtlCol="0">
            <a:noAutofit/>
          </a:body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5" name="Text Placeholder 4">
            <a:extLst>
              <a:ext uri="{FF2B5EF4-FFF2-40B4-BE49-F238E27FC236}">
                <a16:creationId xmlns:a16="http://schemas.microsoft.com/office/drawing/2014/main" id="{461C6F2B-E74D-C23D-F292-9AE7A5E92539}"/>
              </a:ext>
            </a:extLst>
          </p:cNvPr>
          <p:cNvSpPr>
            <a:spLocks noGrp="1"/>
          </p:cNvSpPr>
          <p:nvPr>
            <p:ph type="body" sz="quarter" idx="11" hasCustomPrompt="1"/>
          </p:nvPr>
        </p:nvSpPr>
        <p:spPr>
          <a:xfrm>
            <a:off x="515938" y="1387475"/>
            <a:ext cx="11160125" cy="233910"/>
          </a:xfrm>
        </p:spPr>
        <p:txBody>
          <a:bodyPr>
            <a:spAutoFit/>
          </a:bodyPr>
          <a:lstStyle>
            <a:lvl1pPr marL="0" indent="0">
              <a:buNone/>
              <a:defRPr lang="en-US" sz="1600" kern="1200" dirty="0">
                <a:solidFill>
                  <a:schemeClr val="tx1"/>
                </a:solidFill>
                <a:latin typeface="+mn-lt"/>
                <a:ea typeface="+mn-ea"/>
                <a:cs typeface="+mn-cs"/>
              </a:defRPr>
            </a:lvl1pPr>
          </a:lstStyle>
          <a:p>
            <a:pPr lvl="0"/>
            <a:r>
              <a:rPr lang="en-US" err="1"/>
              <a:t>Subheader</a:t>
            </a:r>
            <a:endParaRPr lang="en-US"/>
          </a:p>
        </p:txBody>
      </p:sp>
    </p:spTree>
    <p:extLst>
      <p:ext uri="{BB962C8B-B14F-4D97-AF65-F5344CB8AC3E}">
        <p14:creationId xmlns:p14="http://schemas.microsoft.com/office/powerpoint/2010/main" val="3809937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50/50 Title+Content_Dark Blue">
    <p:bg>
      <p:bgRef idx="1001">
        <a:schemeClr val="bg2"/>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CC7DB58-AE4B-237F-9A89-82A8C6785EA1}"/>
              </a:ext>
            </a:extLst>
          </p:cNvPr>
          <p:cNvSpPr/>
          <p:nvPr userDrawn="1"/>
        </p:nvSpPr>
        <p:spPr>
          <a:xfrm>
            <a:off x="6096000" y="0"/>
            <a:ext cx="6096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err="1">
              <a:solidFill>
                <a:schemeClr val="tx1"/>
              </a:solidFill>
              <a:latin typeface="Microsoft Sans Serif"/>
              <a:cs typeface="Microsoft Sans Serif" panose="020B0604020202020204" pitchFamily="34" charset="0"/>
            </a:endParaRPr>
          </a:p>
        </p:txBody>
      </p:sp>
      <p:sp>
        <p:nvSpPr>
          <p:cNvPr id="3" name="Title 2">
            <a:extLst>
              <a:ext uri="{FF2B5EF4-FFF2-40B4-BE49-F238E27FC236}">
                <a16:creationId xmlns:a16="http://schemas.microsoft.com/office/drawing/2014/main" id="{C22F3776-3D2C-A222-540D-0903BB38AA94}"/>
              </a:ext>
            </a:extLst>
          </p:cNvPr>
          <p:cNvSpPr>
            <a:spLocks noGrp="1"/>
          </p:cNvSpPr>
          <p:nvPr>
            <p:ph type="title" hasCustomPrompt="1"/>
          </p:nvPr>
        </p:nvSpPr>
        <p:spPr>
          <a:xfrm>
            <a:off x="515938" y="628016"/>
            <a:ext cx="5065712" cy="647700"/>
          </a:xfrm>
        </p:spPr>
        <p:txBody>
          <a:bodyPr/>
          <a:lstStyle>
            <a:lvl1pPr>
              <a:lnSpc>
                <a:spcPct val="85000"/>
              </a:lnSpc>
              <a:defRPr>
                <a:solidFill>
                  <a:schemeClr val="tx1"/>
                </a:solidFill>
              </a:defRPr>
            </a:lvl1pPr>
          </a:lstStyle>
          <a:p>
            <a:r>
              <a:rPr lang="en-US"/>
              <a:t>50/50 Title + Content</a:t>
            </a:r>
            <a:br>
              <a:rPr lang="en-US"/>
            </a:br>
            <a:r>
              <a:rPr lang="en-US"/>
              <a:t>Title 2 lines maximum</a:t>
            </a:r>
          </a:p>
        </p:txBody>
      </p:sp>
      <p:sp>
        <p:nvSpPr>
          <p:cNvPr id="2" name="Footer Placeholder 1">
            <a:extLst>
              <a:ext uri="{FF2B5EF4-FFF2-40B4-BE49-F238E27FC236}">
                <a16:creationId xmlns:a16="http://schemas.microsoft.com/office/drawing/2014/main" id="{C1603945-6AF6-41EC-96CD-6345DBC93FB5}"/>
              </a:ext>
            </a:extLst>
          </p:cNvPr>
          <p:cNvSpPr>
            <a:spLocks noGrp="1"/>
          </p:cNvSpPr>
          <p:nvPr>
            <p:ph type="ftr" sz="quarter" idx="10"/>
          </p:nvPr>
        </p:nvSpPr>
        <p:spPr>
          <a:xfrm>
            <a:off x="515938" y="6396925"/>
            <a:ext cx="5065711" cy="118174"/>
          </a:xfrm>
        </p:spPr>
        <p:txBody>
          <a:bodyPr/>
          <a:lstStyle>
            <a:lvl1pPr marL="0" algn="l" defTabSz="685800" rtl="0" eaLnBrk="1" latinLnBrk="0" hangingPunct="1">
              <a:lnSpc>
                <a:spcPct val="96000"/>
              </a:lnSpc>
              <a:spcBef>
                <a:spcPts val="0"/>
              </a:spcBef>
              <a:spcAft>
                <a:spcPts val="225"/>
              </a:spcAft>
              <a:buClr>
                <a:srgbClr val="3253DC"/>
              </a:buClr>
              <a:buFont typeface="Arial" panose="020B0604020202020204" pitchFamily="34" charset="0"/>
              <a:buNone/>
              <a:defRPr lang="en-CA" sz="800" kern="1200" baseline="0" dirty="0" smtClean="0">
                <a:solidFill>
                  <a:schemeClr val="accent6">
                    <a:lumMod val="90000"/>
                  </a:schemeClr>
                </a:solidFill>
                <a:latin typeface="+mn-lt"/>
                <a:ea typeface="+mn-ea"/>
                <a:cs typeface="+mn-cs"/>
              </a:defRPr>
            </a:lvl1pPr>
          </a:lstStyle>
          <a:p>
            <a:endParaRPr lang="en-CA"/>
          </a:p>
        </p:txBody>
      </p:sp>
      <p:sp>
        <p:nvSpPr>
          <p:cNvPr id="4" name="Text Placeholder 3">
            <a:extLst>
              <a:ext uri="{FF2B5EF4-FFF2-40B4-BE49-F238E27FC236}">
                <a16:creationId xmlns:a16="http://schemas.microsoft.com/office/drawing/2014/main" id="{8C4674D7-0943-3D3A-3399-801B35B01C98}"/>
              </a:ext>
            </a:extLst>
          </p:cNvPr>
          <p:cNvSpPr>
            <a:spLocks noGrp="1"/>
          </p:cNvSpPr>
          <p:nvPr>
            <p:ph idx="1" hasCustomPrompt="1"/>
          </p:nvPr>
        </p:nvSpPr>
        <p:spPr>
          <a:xfrm>
            <a:off x="515937" y="1820860"/>
            <a:ext cx="5065712" cy="4344989"/>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5" name="Text Placeholder 4">
            <a:extLst>
              <a:ext uri="{FF2B5EF4-FFF2-40B4-BE49-F238E27FC236}">
                <a16:creationId xmlns:a16="http://schemas.microsoft.com/office/drawing/2014/main" id="{7E0D4A21-1870-2B85-04F6-859526FE4179}"/>
              </a:ext>
            </a:extLst>
          </p:cNvPr>
          <p:cNvSpPr>
            <a:spLocks noGrp="1"/>
          </p:cNvSpPr>
          <p:nvPr>
            <p:ph type="body" sz="quarter" idx="11" hasCustomPrompt="1"/>
          </p:nvPr>
        </p:nvSpPr>
        <p:spPr>
          <a:xfrm>
            <a:off x="515937" y="1387475"/>
            <a:ext cx="5065712" cy="233910"/>
          </a:xfrm>
        </p:spPr>
        <p:txBody>
          <a:bodyPr wrap="square">
            <a:spAutoFit/>
          </a:bodyPr>
          <a:lstStyle>
            <a:lvl1pPr marL="0" indent="0">
              <a:buNone/>
              <a:defRPr lang="en-US" sz="1600" kern="1200" dirty="0">
                <a:solidFill>
                  <a:schemeClr val="tx1"/>
                </a:solidFill>
                <a:latin typeface="+mn-lt"/>
                <a:ea typeface="+mn-ea"/>
                <a:cs typeface="+mn-cs"/>
              </a:defRPr>
            </a:lvl1pPr>
          </a:lstStyle>
          <a:p>
            <a:pPr lvl="0"/>
            <a:r>
              <a:rPr lang="en-US" err="1"/>
              <a:t>Subheader</a:t>
            </a:r>
            <a:endParaRPr lang="en-US"/>
          </a:p>
        </p:txBody>
      </p:sp>
      <p:sp>
        <p:nvSpPr>
          <p:cNvPr id="6" name="TextBox 5">
            <a:extLst>
              <a:ext uri="{FF2B5EF4-FFF2-40B4-BE49-F238E27FC236}">
                <a16:creationId xmlns:a16="http://schemas.microsoft.com/office/drawing/2014/main" id="{453F3C8D-5FC0-8926-D525-14F58F1CD347}"/>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tx1"/>
                </a:solidFill>
                <a:latin typeface="+mn-lt"/>
                <a:ea typeface="+mn-ea"/>
                <a:cs typeface="+mn-cs"/>
              </a:rPr>
              <a:pPr marL="0" lvl="0" algn="l" defTabSz="914400" rtl="0" eaLnBrk="1" latinLnBrk="0" hangingPunct="1">
                <a:lnSpc>
                  <a:spcPct val="125000"/>
                </a:lnSpc>
              </a:pPr>
              <a:t>‹#›</a:t>
            </a:fld>
            <a:endParaRPr lang="en-US" sz="800" kern="1200">
              <a:solidFill>
                <a:schemeClr val="tx1"/>
              </a:solidFill>
              <a:latin typeface="+mn-lt"/>
              <a:ea typeface="+mn-ea"/>
              <a:cs typeface="+mn-cs"/>
            </a:endParaRPr>
          </a:p>
        </p:txBody>
      </p:sp>
      <p:sp>
        <p:nvSpPr>
          <p:cNvPr id="7" name="TextBox 6">
            <a:extLst>
              <a:ext uri="{FF2B5EF4-FFF2-40B4-BE49-F238E27FC236}">
                <a16:creationId xmlns:a16="http://schemas.microsoft.com/office/drawing/2014/main" id="{B8D9ACE2-2765-F3B0-D6F0-6EEB06E3BF04}"/>
              </a:ext>
            </a:extLst>
          </p:cNvPr>
          <p:cNvSpPr txBox="1"/>
          <p:nvPr userDrawn="1"/>
        </p:nvSpPr>
        <p:spPr>
          <a:xfrm>
            <a:off x="6773075"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800" kern="1200" baseline="0">
                <a:solidFill>
                  <a:schemeClr val="tx1"/>
                </a:solidFill>
                <a:latin typeface="+mn-lt"/>
                <a:ea typeface="+mn-ea"/>
                <a:cs typeface="+mn-cs"/>
              </a:rPr>
              <a:t>Confidential – Qualcomm Technologies, Inc. and/or its affiliated companies – May Contain Trade Secrets</a:t>
            </a:r>
          </a:p>
        </p:txBody>
      </p:sp>
      <p:sp>
        <p:nvSpPr>
          <p:cNvPr id="12" name="Content Placeholder 5">
            <a:extLst>
              <a:ext uri="{FF2B5EF4-FFF2-40B4-BE49-F238E27FC236}">
                <a16:creationId xmlns:a16="http://schemas.microsoft.com/office/drawing/2014/main" id="{6ED21770-A267-5772-4EFF-0944DDD34920}"/>
              </a:ext>
            </a:extLst>
          </p:cNvPr>
          <p:cNvSpPr txBox="1">
            <a:spLocks/>
          </p:cNvSpPr>
          <p:nvPr userDrawn="1"/>
        </p:nvSpPr>
        <p:spPr>
          <a:xfrm>
            <a:off x="6611938" y="1820860"/>
            <a:ext cx="5065712" cy="4344989"/>
          </a:xfrm>
          <a:prstGeom prst="rect">
            <a:avLst/>
          </a:prstGeom>
        </p:spPr>
        <p:txBody>
          <a:bodyPr vert="horz" lIns="0" tIns="0" rIns="0" bIns="0" rtlCol="0">
            <a:noAutofit/>
          </a:bodyPr>
          <a:lstStyle>
            <a:lvl1pPr marL="171450" indent="-171450" algn="l" defTabSz="914400" rtl="0" eaLnBrk="1" latinLnBrk="0" hangingPunct="1">
              <a:lnSpc>
                <a:spcPct val="95000"/>
              </a:lnSpc>
              <a:spcBef>
                <a:spcPts val="900"/>
              </a:spcBef>
              <a:spcAft>
                <a:spcPts val="300"/>
              </a:spcAft>
              <a:buClrTx/>
              <a:buFont typeface="Arial" panose="020B0604020202020204" pitchFamily="34" charset="0"/>
              <a:buChar char="•"/>
              <a:defRPr sz="2200" kern="1200" baseline="0">
                <a:solidFill>
                  <a:schemeClr val="tx2"/>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endParaRPr lang="en-US">
              <a:solidFill>
                <a:schemeClr val="tx1"/>
              </a:solidFill>
            </a:endParaRPr>
          </a:p>
        </p:txBody>
      </p:sp>
      <p:sp>
        <p:nvSpPr>
          <p:cNvPr id="13" name="Text Placeholder 6">
            <a:extLst>
              <a:ext uri="{FF2B5EF4-FFF2-40B4-BE49-F238E27FC236}">
                <a16:creationId xmlns:a16="http://schemas.microsoft.com/office/drawing/2014/main" id="{76E4617A-E4E0-90D8-EBDE-4EE5196FA4F2}"/>
              </a:ext>
            </a:extLst>
          </p:cNvPr>
          <p:cNvSpPr txBox="1">
            <a:spLocks/>
          </p:cNvSpPr>
          <p:nvPr userDrawn="1"/>
        </p:nvSpPr>
        <p:spPr>
          <a:xfrm>
            <a:off x="6611939" y="1387475"/>
            <a:ext cx="5065712" cy="233910"/>
          </a:xfrm>
          <a:prstGeom prst="rect">
            <a:avLst/>
          </a:prstGeom>
        </p:spPr>
        <p:txBody>
          <a:bodyPr vert="horz" lIns="0" tIns="0" rIns="0" bIns="0" rtlCol="0">
            <a:sp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1600" kern="1200" baseline="0" dirty="0">
                <a:solidFill>
                  <a:schemeClr val="dk1"/>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endParaRPr lang="en-CA">
              <a:solidFill>
                <a:schemeClr val="tx1"/>
              </a:solidFill>
            </a:endParaRPr>
          </a:p>
        </p:txBody>
      </p:sp>
      <p:sp>
        <p:nvSpPr>
          <p:cNvPr id="16" name="Text Placeholder 15">
            <a:extLst>
              <a:ext uri="{FF2B5EF4-FFF2-40B4-BE49-F238E27FC236}">
                <a16:creationId xmlns:a16="http://schemas.microsoft.com/office/drawing/2014/main" id="{29ED1B69-998A-60D1-325D-1412D1F5E143}"/>
              </a:ext>
            </a:extLst>
          </p:cNvPr>
          <p:cNvSpPr>
            <a:spLocks noGrp="1"/>
          </p:cNvSpPr>
          <p:nvPr>
            <p:ph type="body" sz="quarter" idx="12" hasCustomPrompt="1"/>
          </p:nvPr>
        </p:nvSpPr>
        <p:spPr>
          <a:xfrm>
            <a:off x="6611936" y="628017"/>
            <a:ext cx="5065200" cy="647699"/>
          </a:xfrm>
        </p:spPr>
        <p:txBody>
          <a:bodyPr>
            <a:noAutofit/>
          </a:bodyPr>
          <a:lstStyle>
            <a:lvl1pPr marL="0" indent="0" algn="l" defTabSz="914400" rtl="0" eaLnBrk="1" latinLnBrk="0" hangingPunct="1">
              <a:lnSpc>
                <a:spcPct val="85000"/>
              </a:lnSpc>
              <a:spcBef>
                <a:spcPct val="0"/>
              </a:spcBef>
              <a:buNone/>
              <a:defRPr lang="en-US" sz="2800" kern="2000" spc="-50" baseline="0" dirty="0">
                <a:solidFill>
                  <a:schemeClr val="tx1"/>
                </a:solidFill>
                <a:latin typeface="+mj-lt"/>
                <a:ea typeface="+mj-ea"/>
                <a:cs typeface="+mj-cs"/>
              </a:defRPr>
            </a:lvl1pPr>
          </a:lstStyle>
          <a:p>
            <a:pPr lvl="0"/>
            <a:r>
              <a:rPr lang="en-US"/>
              <a:t>50/50 Title + Content</a:t>
            </a:r>
            <a:br>
              <a:rPr lang="en-US"/>
            </a:br>
            <a:r>
              <a:rPr lang="en-US"/>
              <a:t>Title 2 lines maximum</a:t>
            </a:r>
          </a:p>
        </p:txBody>
      </p:sp>
      <p:sp>
        <p:nvSpPr>
          <p:cNvPr id="17" name="Text Placeholder 3">
            <a:extLst>
              <a:ext uri="{FF2B5EF4-FFF2-40B4-BE49-F238E27FC236}">
                <a16:creationId xmlns:a16="http://schemas.microsoft.com/office/drawing/2014/main" id="{FF4B56A6-904F-8642-543E-EAFA3FD79532}"/>
              </a:ext>
            </a:extLst>
          </p:cNvPr>
          <p:cNvSpPr>
            <a:spLocks noGrp="1"/>
          </p:cNvSpPr>
          <p:nvPr>
            <p:ph idx="13" hasCustomPrompt="1"/>
          </p:nvPr>
        </p:nvSpPr>
        <p:spPr>
          <a:xfrm>
            <a:off x="6611937" y="1820860"/>
            <a:ext cx="5065200" cy="4344989"/>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18" name="Text Placeholder 4">
            <a:extLst>
              <a:ext uri="{FF2B5EF4-FFF2-40B4-BE49-F238E27FC236}">
                <a16:creationId xmlns:a16="http://schemas.microsoft.com/office/drawing/2014/main" id="{2579E407-0D27-083D-EA02-25085D9B7802}"/>
              </a:ext>
            </a:extLst>
          </p:cNvPr>
          <p:cNvSpPr>
            <a:spLocks noGrp="1"/>
          </p:cNvSpPr>
          <p:nvPr>
            <p:ph type="body" sz="quarter" idx="14" hasCustomPrompt="1"/>
          </p:nvPr>
        </p:nvSpPr>
        <p:spPr>
          <a:xfrm>
            <a:off x="6611937" y="1387475"/>
            <a:ext cx="5065200" cy="233910"/>
          </a:xfrm>
        </p:spPr>
        <p:txBody>
          <a:bodyPr wrap="square">
            <a:spAutoFit/>
          </a:bodyPr>
          <a:lstStyle>
            <a:lvl1pPr marL="0" indent="0">
              <a:buNone/>
              <a:defRPr lang="en-US" sz="1600" kern="1200" dirty="0">
                <a:solidFill>
                  <a:schemeClr val="tx1"/>
                </a:solidFill>
                <a:latin typeface="+mn-lt"/>
                <a:ea typeface="+mn-ea"/>
                <a:cs typeface="+mn-cs"/>
              </a:defRPr>
            </a:lvl1pPr>
          </a:lstStyle>
          <a:p>
            <a:pPr lvl="0"/>
            <a:r>
              <a:rPr lang="en-US" err="1"/>
              <a:t>Subheader</a:t>
            </a:r>
            <a:endParaRPr lang="en-US"/>
          </a:p>
        </p:txBody>
      </p:sp>
    </p:spTree>
    <p:extLst>
      <p:ext uri="{BB962C8B-B14F-4D97-AF65-F5344CB8AC3E}">
        <p14:creationId xmlns:p14="http://schemas.microsoft.com/office/powerpoint/2010/main" val="215212445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guide id="2" pos="4165">
          <p15:clr>
            <a:srgbClr val="FBAE40"/>
          </p15:clr>
        </p15:guide>
        <p15:guide id="3" pos="351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2/1 Title+Content_Dark Blue">
    <p:bg>
      <p:bgRef idx="1001">
        <a:schemeClr val="bg2"/>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CC7DB58-AE4B-237F-9A89-82A8C6785EA1}"/>
              </a:ext>
            </a:extLst>
          </p:cNvPr>
          <p:cNvSpPr/>
          <p:nvPr userDrawn="1"/>
        </p:nvSpPr>
        <p:spPr>
          <a:xfrm>
            <a:off x="8127602" y="0"/>
            <a:ext cx="406439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err="1">
              <a:solidFill>
                <a:schemeClr val="tx1"/>
              </a:solidFill>
              <a:latin typeface="Microsoft Sans Serif"/>
              <a:cs typeface="Microsoft Sans Serif" panose="020B0604020202020204" pitchFamily="34" charset="0"/>
            </a:endParaRPr>
          </a:p>
        </p:txBody>
      </p:sp>
      <p:sp>
        <p:nvSpPr>
          <p:cNvPr id="3" name="Title 2">
            <a:extLst>
              <a:ext uri="{FF2B5EF4-FFF2-40B4-BE49-F238E27FC236}">
                <a16:creationId xmlns:a16="http://schemas.microsoft.com/office/drawing/2014/main" id="{C22F3776-3D2C-A222-540D-0903BB38AA94}"/>
              </a:ext>
            </a:extLst>
          </p:cNvPr>
          <p:cNvSpPr>
            <a:spLocks noGrp="1"/>
          </p:cNvSpPr>
          <p:nvPr>
            <p:ph type="title" hasCustomPrompt="1"/>
          </p:nvPr>
        </p:nvSpPr>
        <p:spPr>
          <a:xfrm>
            <a:off x="515938" y="628016"/>
            <a:ext cx="7097314" cy="647700"/>
          </a:xfrm>
        </p:spPr>
        <p:txBody>
          <a:bodyPr/>
          <a:lstStyle>
            <a:lvl1pPr>
              <a:lnSpc>
                <a:spcPct val="85000"/>
              </a:lnSpc>
              <a:defRPr>
                <a:solidFill>
                  <a:schemeClr val="tx1"/>
                </a:solidFill>
              </a:defRPr>
            </a:lvl1pPr>
          </a:lstStyle>
          <a:p>
            <a:r>
              <a:rPr lang="en-US"/>
              <a:t>2/1 Title + Content</a:t>
            </a:r>
            <a:br>
              <a:rPr lang="en-US"/>
            </a:br>
            <a:r>
              <a:rPr lang="en-US"/>
              <a:t>2 lines maximum</a:t>
            </a:r>
          </a:p>
        </p:txBody>
      </p:sp>
      <p:sp>
        <p:nvSpPr>
          <p:cNvPr id="2" name="Footer Placeholder 1">
            <a:extLst>
              <a:ext uri="{FF2B5EF4-FFF2-40B4-BE49-F238E27FC236}">
                <a16:creationId xmlns:a16="http://schemas.microsoft.com/office/drawing/2014/main" id="{C1603945-6AF6-41EC-96CD-6345DBC93FB5}"/>
              </a:ext>
            </a:extLst>
          </p:cNvPr>
          <p:cNvSpPr>
            <a:spLocks noGrp="1"/>
          </p:cNvSpPr>
          <p:nvPr>
            <p:ph type="ftr" sz="quarter" idx="10"/>
          </p:nvPr>
        </p:nvSpPr>
        <p:spPr>
          <a:xfrm>
            <a:off x="515938" y="6396925"/>
            <a:ext cx="7097313" cy="118174"/>
          </a:xfrm>
        </p:spPr>
        <p:txBody>
          <a:bodyPr/>
          <a:lstStyle>
            <a:lvl1pPr marL="0" algn="l" defTabSz="685800" rtl="0" eaLnBrk="1" latinLnBrk="0" hangingPunct="1">
              <a:lnSpc>
                <a:spcPct val="96000"/>
              </a:lnSpc>
              <a:spcBef>
                <a:spcPts val="0"/>
              </a:spcBef>
              <a:spcAft>
                <a:spcPts val="225"/>
              </a:spcAft>
              <a:buClr>
                <a:srgbClr val="3253DC"/>
              </a:buClr>
              <a:buFont typeface="Arial" panose="020B0604020202020204" pitchFamily="34" charset="0"/>
              <a:buNone/>
              <a:defRPr lang="en-CA" sz="800" kern="1200" baseline="0" dirty="0" smtClean="0">
                <a:solidFill>
                  <a:schemeClr val="accent6">
                    <a:lumMod val="90000"/>
                  </a:schemeClr>
                </a:solidFill>
                <a:latin typeface="+mn-lt"/>
                <a:ea typeface="+mn-ea"/>
                <a:cs typeface="+mn-cs"/>
              </a:defRPr>
            </a:lvl1pPr>
          </a:lstStyle>
          <a:p>
            <a:endParaRPr lang="en-CA"/>
          </a:p>
        </p:txBody>
      </p:sp>
      <p:sp>
        <p:nvSpPr>
          <p:cNvPr id="4" name="Text Placeholder 3">
            <a:extLst>
              <a:ext uri="{FF2B5EF4-FFF2-40B4-BE49-F238E27FC236}">
                <a16:creationId xmlns:a16="http://schemas.microsoft.com/office/drawing/2014/main" id="{8C4674D7-0943-3D3A-3399-801B35B01C98}"/>
              </a:ext>
            </a:extLst>
          </p:cNvPr>
          <p:cNvSpPr>
            <a:spLocks noGrp="1"/>
          </p:cNvSpPr>
          <p:nvPr>
            <p:ph idx="1" hasCustomPrompt="1"/>
          </p:nvPr>
        </p:nvSpPr>
        <p:spPr>
          <a:xfrm>
            <a:off x="515937" y="1820860"/>
            <a:ext cx="7097314" cy="4344989"/>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5" name="Text Placeholder 4">
            <a:extLst>
              <a:ext uri="{FF2B5EF4-FFF2-40B4-BE49-F238E27FC236}">
                <a16:creationId xmlns:a16="http://schemas.microsoft.com/office/drawing/2014/main" id="{7E0D4A21-1870-2B85-04F6-859526FE4179}"/>
              </a:ext>
            </a:extLst>
          </p:cNvPr>
          <p:cNvSpPr>
            <a:spLocks noGrp="1"/>
          </p:cNvSpPr>
          <p:nvPr>
            <p:ph type="body" sz="quarter" idx="11" hasCustomPrompt="1"/>
          </p:nvPr>
        </p:nvSpPr>
        <p:spPr>
          <a:xfrm>
            <a:off x="515937" y="1387475"/>
            <a:ext cx="7097314" cy="233910"/>
          </a:xfrm>
        </p:spPr>
        <p:txBody>
          <a:bodyPr wrap="square">
            <a:spAutoFit/>
          </a:bodyPr>
          <a:lstStyle>
            <a:lvl1pPr marL="0" indent="0">
              <a:buNone/>
              <a:defRPr lang="en-US" sz="1600" kern="1200" dirty="0">
                <a:solidFill>
                  <a:schemeClr val="tx1"/>
                </a:solidFill>
                <a:latin typeface="+mn-lt"/>
                <a:ea typeface="+mn-ea"/>
                <a:cs typeface="+mn-cs"/>
              </a:defRPr>
            </a:lvl1pPr>
          </a:lstStyle>
          <a:p>
            <a:pPr lvl="0"/>
            <a:r>
              <a:rPr lang="en-US" err="1"/>
              <a:t>Subheader</a:t>
            </a:r>
            <a:endParaRPr lang="en-US"/>
          </a:p>
        </p:txBody>
      </p:sp>
      <p:sp>
        <p:nvSpPr>
          <p:cNvPr id="6" name="TextBox 5">
            <a:extLst>
              <a:ext uri="{FF2B5EF4-FFF2-40B4-BE49-F238E27FC236}">
                <a16:creationId xmlns:a16="http://schemas.microsoft.com/office/drawing/2014/main" id="{453F3C8D-5FC0-8926-D525-14F58F1CD347}"/>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tx1"/>
                </a:solidFill>
                <a:latin typeface="+mn-lt"/>
                <a:ea typeface="+mn-ea"/>
                <a:cs typeface="+mn-cs"/>
              </a:rPr>
              <a:pPr marL="0" lvl="0" algn="l" defTabSz="914400" rtl="0" eaLnBrk="1" latinLnBrk="0" hangingPunct="1">
                <a:lnSpc>
                  <a:spcPct val="125000"/>
                </a:lnSpc>
              </a:pPr>
              <a:t>‹#›</a:t>
            </a:fld>
            <a:endParaRPr lang="en-US" sz="800" kern="1200">
              <a:solidFill>
                <a:schemeClr val="tx1"/>
              </a:solidFill>
              <a:latin typeface="+mn-lt"/>
              <a:ea typeface="+mn-ea"/>
              <a:cs typeface="+mn-cs"/>
            </a:endParaRPr>
          </a:p>
        </p:txBody>
      </p:sp>
      <p:sp>
        <p:nvSpPr>
          <p:cNvPr id="7" name="TextBox 6">
            <a:extLst>
              <a:ext uri="{FF2B5EF4-FFF2-40B4-BE49-F238E27FC236}">
                <a16:creationId xmlns:a16="http://schemas.microsoft.com/office/drawing/2014/main" id="{B8D9ACE2-2765-F3B0-D6F0-6EEB06E3BF04}"/>
              </a:ext>
            </a:extLst>
          </p:cNvPr>
          <p:cNvSpPr txBox="1"/>
          <p:nvPr userDrawn="1"/>
        </p:nvSpPr>
        <p:spPr>
          <a:xfrm>
            <a:off x="8640762" y="6279571"/>
            <a:ext cx="2897862" cy="233910"/>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800" kern="1200" baseline="0">
                <a:solidFill>
                  <a:schemeClr val="tx1"/>
                </a:solidFill>
                <a:latin typeface="+mn-lt"/>
                <a:ea typeface="+mn-ea"/>
                <a:cs typeface="+mn-cs"/>
              </a:rPr>
              <a:t>Confidential – Qualcomm Technologies, Inc. and/or its affiliated companies – May Contain Trade Secrets</a:t>
            </a:r>
          </a:p>
        </p:txBody>
      </p:sp>
      <p:sp>
        <p:nvSpPr>
          <p:cNvPr id="12" name="Content Placeholder 5">
            <a:extLst>
              <a:ext uri="{FF2B5EF4-FFF2-40B4-BE49-F238E27FC236}">
                <a16:creationId xmlns:a16="http://schemas.microsoft.com/office/drawing/2014/main" id="{6ED21770-A267-5772-4EFF-0944DDD34920}"/>
              </a:ext>
            </a:extLst>
          </p:cNvPr>
          <p:cNvSpPr txBox="1">
            <a:spLocks/>
          </p:cNvSpPr>
          <p:nvPr userDrawn="1"/>
        </p:nvSpPr>
        <p:spPr>
          <a:xfrm>
            <a:off x="6611938" y="1820860"/>
            <a:ext cx="5065712" cy="4344989"/>
          </a:xfrm>
          <a:prstGeom prst="rect">
            <a:avLst/>
          </a:prstGeom>
        </p:spPr>
        <p:txBody>
          <a:bodyPr vert="horz" lIns="0" tIns="0" rIns="0" bIns="0" rtlCol="0">
            <a:noAutofit/>
          </a:bodyPr>
          <a:lstStyle>
            <a:lvl1pPr marL="171450" indent="-171450" algn="l" defTabSz="914400" rtl="0" eaLnBrk="1" latinLnBrk="0" hangingPunct="1">
              <a:lnSpc>
                <a:spcPct val="95000"/>
              </a:lnSpc>
              <a:spcBef>
                <a:spcPts val="900"/>
              </a:spcBef>
              <a:spcAft>
                <a:spcPts val="300"/>
              </a:spcAft>
              <a:buClrTx/>
              <a:buFont typeface="Arial" panose="020B0604020202020204" pitchFamily="34" charset="0"/>
              <a:buChar char="•"/>
              <a:defRPr sz="2200" kern="1200" baseline="0">
                <a:solidFill>
                  <a:schemeClr val="tx2"/>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endParaRPr lang="en-US">
              <a:solidFill>
                <a:schemeClr val="tx1"/>
              </a:solidFill>
            </a:endParaRPr>
          </a:p>
        </p:txBody>
      </p:sp>
      <p:sp>
        <p:nvSpPr>
          <p:cNvPr id="13" name="Text Placeholder 6">
            <a:extLst>
              <a:ext uri="{FF2B5EF4-FFF2-40B4-BE49-F238E27FC236}">
                <a16:creationId xmlns:a16="http://schemas.microsoft.com/office/drawing/2014/main" id="{76E4617A-E4E0-90D8-EBDE-4EE5196FA4F2}"/>
              </a:ext>
            </a:extLst>
          </p:cNvPr>
          <p:cNvSpPr txBox="1">
            <a:spLocks/>
          </p:cNvSpPr>
          <p:nvPr userDrawn="1"/>
        </p:nvSpPr>
        <p:spPr>
          <a:xfrm>
            <a:off x="6611939" y="1387475"/>
            <a:ext cx="5065712" cy="233910"/>
          </a:xfrm>
          <a:prstGeom prst="rect">
            <a:avLst/>
          </a:prstGeom>
        </p:spPr>
        <p:txBody>
          <a:bodyPr vert="horz" lIns="0" tIns="0" rIns="0" bIns="0" rtlCol="0">
            <a:sp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1600" kern="1200" baseline="0" dirty="0">
                <a:solidFill>
                  <a:schemeClr val="dk1"/>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endParaRPr lang="en-CA">
              <a:solidFill>
                <a:schemeClr val="tx1"/>
              </a:solidFill>
            </a:endParaRPr>
          </a:p>
        </p:txBody>
      </p:sp>
      <p:sp>
        <p:nvSpPr>
          <p:cNvPr id="16" name="Text Placeholder 15">
            <a:extLst>
              <a:ext uri="{FF2B5EF4-FFF2-40B4-BE49-F238E27FC236}">
                <a16:creationId xmlns:a16="http://schemas.microsoft.com/office/drawing/2014/main" id="{29ED1B69-998A-60D1-325D-1412D1F5E143}"/>
              </a:ext>
            </a:extLst>
          </p:cNvPr>
          <p:cNvSpPr>
            <a:spLocks noGrp="1"/>
          </p:cNvSpPr>
          <p:nvPr>
            <p:ph type="body" sz="quarter" idx="12" hasCustomPrompt="1"/>
          </p:nvPr>
        </p:nvSpPr>
        <p:spPr>
          <a:xfrm>
            <a:off x="8640762" y="628017"/>
            <a:ext cx="3036373" cy="647699"/>
          </a:xfrm>
        </p:spPr>
        <p:txBody>
          <a:bodyPr>
            <a:noAutofit/>
          </a:bodyPr>
          <a:lstStyle>
            <a:lvl1pPr marL="0" indent="0" algn="l" defTabSz="914400" rtl="0" eaLnBrk="1" latinLnBrk="0" hangingPunct="1">
              <a:lnSpc>
                <a:spcPct val="85000"/>
              </a:lnSpc>
              <a:spcBef>
                <a:spcPct val="0"/>
              </a:spcBef>
              <a:buNone/>
              <a:defRPr lang="en-US" sz="2800" kern="2000" spc="-50" baseline="0" dirty="0">
                <a:solidFill>
                  <a:schemeClr val="tx1"/>
                </a:solidFill>
                <a:latin typeface="+mj-lt"/>
                <a:ea typeface="+mj-ea"/>
                <a:cs typeface="+mj-cs"/>
              </a:defRPr>
            </a:lvl1pPr>
          </a:lstStyle>
          <a:p>
            <a:pPr lvl="0"/>
            <a:r>
              <a:rPr lang="en-US"/>
              <a:t>2/1 Title + Content 2 lines maximum</a:t>
            </a:r>
          </a:p>
        </p:txBody>
      </p:sp>
      <p:sp>
        <p:nvSpPr>
          <p:cNvPr id="17" name="Text Placeholder 3">
            <a:extLst>
              <a:ext uri="{FF2B5EF4-FFF2-40B4-BE49-F238E27FC236}">
                <a16:creationId xmlns:a16="http://schemas.microsoft.com/office/drawing/2014/main" id="{FF4B56A6-904F-8642-543E-EAFA3FD79532}"/>
              </a:ext>
            </a:extLst>
          </p:cNvPr>
          <p:cNvSpPr>
            <a:spLocks noGrp="1"/>
          </p:cNvSpPr>
          <p:nvPr>
            <p:ph idx="13" hasCustomPrompt="1"/>
          </p:nvPr>
        </p:nvSpPr>
        <p:spPr>
          <a:xfrm>
            <a:off x="8640763" y="1820860"/>
            <a:ext cx="3036373" cy="4344989"/>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18" name="Text Placeholder 4">
            <a:extLst>
              <a:ext uri="{FF2B5EF4-FFF2-40B4-BE49-F238E27FC236}">
                <a16:creationId xmlns:a16="http://schemas.microsoft.com/office/drawing/2014/main" id="{2579E407-0D27-083D-EA02-25085D9B7802}"/>
              </a:ext>
            </a:extLst>
          </p:cNvPr>
          <p:cNvSpPr>
            <a:spLocks noGrp="1"/>
          </p:cNvSpPr>
          <p:nvPr>
            <p:ph type="body" sz="quarter" idx="14" hasCustomPrompt="1"/>
          </p:nvPr>
        </p:nvSpPr>
        <p:spPr>
          <a:xfrm>
            <a:off x="8640763" y="1387475"/>
            <a:ext cx="3036373" cy="233910"/>
          </a:xfrm>
        </p:spPr>
        <p:txBody>
          <a:bodyPr wrap="square">
            <a:spAutoFit/>
          </a:bodyPr>
          <a:lstStyle>
            <a:lvl1pPr marL="0" indent="0">
              <a:buNone/>
              <a:defRPr lang="en-US" sz="1600" kern="1200" dirty="0">
                <a:solidFill>
                  <a:schemeClr val="tx1"/>
                </a:solidFill>
                <a:latin typeface="+mn-lt"/>
                <a:ea typeface="+mn-ea"/>
                <a:cs typeface="+mn-cs"/>
              </a:defRPr>
            </a:lvl1pPr>
          </a:lstStyle>
          <a:p>
            <a:pPr lvl="0"/>
            <a:r>
              <a:rPr lang="en-US" err="1"/>
              <a:t>Subheader</a:t>
            </a:r>
            <a:endParaRPr lang="en-US"/>
          </a:p>
        </p:txBody>
      </p:sp>
    </p:spTree>
    <p:extLst>
      <p:ext uri="{BB962C8B-B14F-4D97-AF65-F5344CB8AC3E}">
        <p14:creationId xmlns:p14="http://schemas.microsoft.com/office/powerpoint/2010/main" val="37001427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800">
          <p15:clr>
            <a:srgbClr val="FBAE40"/>
          </p15:clr>
        </p15:guide>
        <p15:guide id="2" pos="5443">
          <p15:clr>
            <a:srgbClr val="FBAE40"/>
          </p15:clr>
        </p15:guide>
        <p15:guide id="3" pos="5122">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k_Dark Blue">
    <p:bg>
      <p:bgPr>
        <a:solidFill>
          <a:schemeClr val="accent2"/>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86D27F9-CF30-5B0A-BEC1-BF74B6CB4CB7}"/>
              </a:ext>
            </a:extLst>
          </p:cNvPr>
          <p:cNvSpPr>
            <a:spLocks noGrp="1"/>
          </p:cNvSpPr>
          <p:nvPr>
            <p:ph type="ftr" sz="quarter" idx="10"/>
          </p:nvPr>
        </p:nvSpPr>
        <p:spPr/>
        <p:txBody>
          <a:bodyPr/>
          <a:lstStyle/>
          <a:p>
            <a:endParaRPr lang="en-CA"/>
          </a:p>
        </p:txBody>
      </p:sp>
    </p:spTree>
    <p:extLst>
      <p:ext uri="{BB962C8B-B14F-4D97-AF65-F5344CB8AC3E}">
        <p14:creationId xmlns:p14="http://schemas.microsoft.com/office/powerpoint/2010/main" val="4243232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Photo+Content_Black">
    <p:spTree>
      <p:nvGrpSpPr>
        <p:cNvPr id="1" name=""/>
        <p:cNvGrpSpPr/>
        <p:nvPr/>
      </p:nvGrpSpPr>
      <p:grpSpPr>
        <a:xfrm>
          <a:off x="0" y="0"/>
          <a:ext cx="0" cy="0"/>
          <a:chOff x="0" y="0"/>
          <a:chExt cx="0" cy="0"/>
        </a:xfrm>
      </p:grpSpPr>
      <p:sp>
        <p:nvSpPr>
          <p:cNvPr id="3" name="Text Placeholder 9">
            <a:extLst>
              <a:ext uri="{FF2B5EF4-FFF2-40B4-BE49-F238E27FC236}">
                <a16:creationId xmlns:a16="http://schemas.microsoft.com/office/drawing/2014/main" id="{B69D9101-5103-BD0B-DC2D-41CB0A78D249}"/>
              </a:ext>
            </a:extLst>
          </p:cNvPr>
          <p:cNvSpPr>
            <a:spLocks noGrp="1"/>
          </p:cNvSpPr>
          <p:nvPr>
            <p:ph type="body" sz="quarter" idx="14" hasCustomPrompt="1"/>
          </p:nvPr>
        </p:nvSpPr>
        <p:spPr>
          <a:xfrm>
            <a:off x="515937" y="1196975"/>
            <a:ext cx="5327651" cy="1198115"/>
          </a:xfrm>
        </p:spPr>
        <p:txBody>
          <a:bodyPr wrap="square" anchor="b">
            <a:noAutofit/>
          </a:bodyPr>
          <a:lstStyle>
            <a:lvl1pPr marL="0" indent="0">
              <a:buNone/>
              <a:defRPr sz="1300" cap="all" spc="150" baseline="0">
                <a:solidFill>
                  <a:schemeClr val="tx1"/>
                </a:solidFill>
              </a:defRPr>
            </a:lvl1pPr>
          </a:lstStyle>
          <a:p>
            <a:pPr lvl="0"/>
            <a:r>
              <a:rPr lang="en-US"/>
              <a:t>EYEBROW HEADER</a:t>
            </a:r>
          </a:p>
        </p:txBody>
      </p:sp>
      <p:sp>
        <p:nvSpPr>
          <p:cNvPr id="4" name="Title 13">
            <a:extLst>
              <a:ext uri="{FF2B5EF4-FFF2-40B4-BE49-F238E27FC236}">
                <a16:creationId xmlns:a16="http://schemas.microsoft.com/office/drawing/2014/main" id="{9C2E6A67-498D-55F2-44A0-AEB73181C1F5}"/>
              </a:ext>
            </a:extLst>
          </p:cNvPr>
          <p:cNvSpPr>
            <a:spLocks noGrp="1"/>
          </p:cNvSpPr>
          <p:nvPr>
            <p:ph type="title" hasCustomPrompt="1"/>
          </p:nvPr>
        </p:nvSpPr>
        <p:spPr>
          <a:xfrm>
            <a:off x="515937" y="2711631"/>
            <a:ext cx="5327651" cy="730069"/>
          </a:xfrm>
        </p:spPr>
        <p:txBody>
          <a:bodyPr anchor="t"/>
          <a:lstStyle>
            <a:lvl1pPr algn="l" defTabSz="914400" rtl="0" eaLnBrk="1" latinLnBrk="0" hangingPunct="1">
              <a:lnSpc>
                <a:spcPct val="85000"/>
              </a:lnSpc>
              <a:spcBef>
                <a:spcPct val="0"/>
              </a:spcBef>
              <a:buNone/>
              <a:defRPr lang="en-US" sz="2800" kern="2000" spc="-50" baseline="0" dirty="0">
                <a:solidFill>
                  <a:schemeClr val="tx1"/>
                </a:solidFill>
                <a:latin typeface="+mj-lt"/>
                <a:ea typeface="+mj-ea"/>
                <a:cs typeface="+mj-cs"/>
              </a:defRPr>
            </a:lvl1pPr>
          </a:lstStyle>
          <a:p>
            <a:r>
              <a:rPr lang="en-US"/>
              <a:t>2:1 Content &amp; Photo layout </a:t>
            </a:r>
            <a:br>
              <a:rPr lang="en-US"/>
            </a:br>
            <a:r>
              <a:rPr lang="en-US"/>
              <a:t>Title 2 lines maximum</a:t>
            </a:r>
          </a:p>
        </p:txBody>
      </p:sp>
      <p:sp>
        <p:nvSpPr>
          <p:cNvPr id="5" name="Text Placeholder 16">
            <a:extLst>
              <a:ext uri="{FF2B5EF4-FFF2-40B4-BE49-F238E27FC236}">
                <a16:creationId xmlns:a16="http://schemas.microsoft.com/office/drawing/2014/main" id="{567A0B54-1429-39DB-5A18-7783AC1134DD}"/>
              </a:ext>
            </a:extLst>
          </p:cNvPr>
          <p:cNvSpPr>
            <a:spLocks noGrp="1"/>
          </p:cNvSpPr>
          <p:nvPr>
            <p:ph type="body" sz="quarter" idx="15" hasCustomPrompt="1"/>
          </p:nvPr>
        </p:nvSpPr>
        <p:spPr>
          <a:xfrm>
            <a:off x="515938" y="3581401"/>
            <a:ext cx="5327650" cy="2435086"/>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6" name="Footer Placeholder 129">
            <a:extLst>
              <a:ext uri="{FF2B5EF4-FFF2-40B4-BE49-F238E27FC236}">
                <a16:creationId xmlns:a16="http://schemas.microsoft.com/office/drawing/2014/main" id="{8D80928B-7E3D-8479-1AC2-7A221DBC66EF}"/>
              </a:ext>
            </a:extLst>
          </p:cNvPr>
          <p:cNvSpPr>
            <a:spLocks noGrp="1"/>
          </p:cNvSpPr>
          <p:nvPr>
            <p:ph type="ftr" sz="quarter" idx="22"/>
          </p:nvPr>
        </p:nvSpPr>
        <p:spPr>
          <a:xfrm>
            <a:off x="515938" y="6173304"/>
            <a:ext cx="6480175" cy="118174"/>
          </a:xfrm>
        </p:spPr>
        <p:txBody>
          <a:bodyPr/>
          <a:lstStyle>
            <a:lvl1pPr>
              <a:defRPr>
                <a:solidFill>
                  <a:schemeClr val="accent6">
                    <a:lumMod val="90000"/>
                  </a:schemeClr>
                </a:solidFill>
              </a:defRPr>
            </a:lvl1pPr>
          </a:lstStyle>
          <a:p>
            <a:endParaRPr lang="en-CA"/>
          </a:p>
        </p:txBody>
      </p:sp>
      <p:sp>
        <p:nvSpPr>
          <p:cNvPr id="2" name="Picture Placeholder 1">
            <a:extLst>
              <a:ext uri="{FF2B5EF4-FFF2-40B4-BE49-F238E27FC236}">
                <a16:creationId xmlns:a16="http://schemas.microsoft.com/office/drawing/2014/main" id="{68EEC9EC-FC4A-92E3-C233-D049AA444FB1}"/>
              </a:ext>
            </a:extLst>
          </p:cNvPr>
          <p:cNvSpPr>
            <a:spLocks noGrp="1" noChangeAspect="1"/>
          </p:cNvSpPr>
          <p:nvPr>
            <p:ph type="pic" sz="quarter" idx="12" hasCustomPrompt="1"/>
          </p:nvPr>
        </p:nvSpPr>
        <p:spPr>
          <a:xfrm>
            <a:off x="7150937" y="0"/>
            <a:ext cx="5041063" cy="6858000"/>
          </a:xfrm>
          <a:custGeom>
            <a:avLst/>
            <a:gdLst>
              <a:gd name="connsiteX0" fmla="*/ 1341684 w 5041063"/>
              <a:gd name="connsiteY0" fmla="*/ 0 h 6858000"/>
              <a:gd name="connsiteX1" fmla="*/ 5041063 w 5041063"/>
              <a:gd name="connsiteY1" fmla="*/ 0 h 6858000"/>
              <a:gd name="connsiteX2" fmla="*/ 5041063 w 5041063"/>
              <a:gd name="connsiteY2" fmla="*/ 6858000 h 6858000"/>
              <a:gd name="connsiteX3" fmla="*/ 1681589 w 5041063"/>
              <a:gd name="connsiteY3" fmla="*/ 6858000 h 6858000"/>
              <a:gd name="connsiteX4" fmla="*/ 1527585 w 5041063"/>
              <a:gd name="connsiteY4" fmla="*/ 6724571 h 6858000"/>
              <a:gd name="connsiteX5" fmla="*/ 0 w 5041063"/>
              <a:gd name="connsiteY5" fmla="*/ 3272503 h 6858000"/>
              <a:gd name="connsiteX6" fmla="*/ 1211269 w 5041063"/>
              <a:gd name="connsiteY6" fmla="*/ 1368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41063" h="6858000">
                <a:moveTo>
                  <a:pt x="1341684" y="0"/>
                </a:moveTo>
                <a:lnTo>
                  <a:pt x="5041063" y="0"/>
                </a:lnTo>
                <a:lnTo>
                  <a:pt x="5041063" y="6858000"/>
                </a:lnTo>
                <a:lnTo>
                  <a:pt x="1681589" y="6858000"/>
                </a:lnTo>
                <a:lnTo>
                  <a:pt x="1527585" y="6724571"/>
                </a:lnTo>
                <a:cubicBezTo>
                  <a:pt x="589158" y="5871472"/>
                  <a:pt x="0" y="4640804"/>
                  <a:pt x="0" y="3272503"/>
                </a:cubicBezTo>
                <a:cubicBezTo>
                  <a:pt x="0" y="2065179"/>
                  <a:pt x="458687" y="965008"/>
                  <a:pt x="1211269" y="136816"/>
                </a:cubicBezTo>
                <a:close/>
              </a:path>
            </a:pathLst>
          </a:custGeom>
          <a:noFill/>
        </p:spPr>
        <p:txBody>
          <a:bodyPr wrap="square" lIns="540000" rIns="0" anchor="ctr">
            <a:noAutofit/>
          </a:bodyPr>
          <a:lstStyle>
            <a:lvl1pPr marL="0" indent="0">
              <a:buNone/>
              <a:defRPr sz="3000"/>
            </a:lvl1pPr>
          </a:lstStyle>
          <a:p>
            <a:r>
              <a:rPr lang="en-US"/>
              <a:t>Click the icon to insert photo</a:t>
            </a:r>
          </a:p>
        </p:txBody>
      </p:sp>
      <p:grpSp>
        <p:nvGrpSpPr>
          <p:cNvPr id="7" name="Group 6">
            <a:extLst>
              <a:ext uri="{FF2B5EF4-FFF2-40B4-BE49-F238E27FC236}">
                <a16:creationId xmlns:a16="http://schemas.microsoft.com/office/drawing/2014/main" id="{B2803B46-6AFA-41A0-EB99-0BD1C1063C46}"/>
              </a:ext>
            </a:extLst>
          </p:cNvPr>
          <p:cNvGrpSpPr/>
          <p:nvPr userDrawn="1"/>
        </p:nvGrpSpPr>
        <p:grpSpPr>
          <a:xfrm>
            <a:off x="12290489" y="-1"/>
            <a:ext cx="2910882" cy="6858001"/>
            <a:chOff x="12290489" y="-1"/>
            <a:chExt cx="2910882" cy="6858001"/>
          </a:xfrm>
        </p:grpSpPr>
        <p:sp>
          <p:nvSpPr>
            <p:cNvPr id="8" name="Rectangle 7">
              <a:extLst>
                <a:ext uri="{FF2B5EF4-FFF2-40B4-BE49-F238E27FC236}">
                  <a16:creationId xmlns:a16="http://schemas.microsoft.com/office/drawing/2014/main" id="{7FE3F89A-9E40-27C7-B7BE-985808404242}"/>
                </a:ext>
              </a:extLst>
            </p:cNvPr>
            <p:cNvSpPr/>
            <p:nvPr userDrawn="1"/>
          </p:nvSpPr>
          <p:spPr>
            <a:xfrm>
              <a:off x="12290489" y="-1"/>
              <a:ext cx="2735151" cy="6858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latin typeface="Aptos" panose="020B0004020202020204" pitchFamily="34" charset="0"/>
                <a:cs typeface="Aparajita" panose="02020603050405020304" pitchFamily="18" charset="0"/>
              </a:endParaRPr>
            </a:p>
          </p:txBody>
        </p:sp>
        <p:sp>
          <p:nvSpPr>
            <p:cNvPr id="9" name="TextBox 8">
              <a:extLst>
                <a:ext uri="{FF2B5EF4-FFF2-40B4-BE49-F238E27FC236}">
                  <a16:creationId xmlns:a16="http://schemas.microsoft.com/office/drawing/2014/main" id="{C61F25C8-C335-7749-8C02-BA1FDB7DF185}"/>
                </a:ext>
              </a:extLst>
            </p:cNvPr>
            <p:cNvSpPr txBox="1"/>
            <p:nvPr userDrawn="1"/>
          </p:nvSpPr>
          <p:spPr>
            <a:xfrm>
              <a:off x="12449814" y="173148"/>
              <a:ext cx="1534074"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lvl="0"/>
              <a:r>
                <a:rPr lang="en-US" b="1">
                  <a:solidFill>
                    <a:schemeClr val="bg1"/>
                  </a:solidFill>
                  <a:latin typeface="Aptos" panose="020B0004020202020204" pitchFamily="34" charset="0"/>
                  <a:cs typeface="Aparajita" panose="02020603050405020304" pitchFamily="18" charset="0"/>
                </a:rPr>
                <a:t>HOW TO ADD AN IMAGE</a:t>
              </a:r>
            </a:p>
          </p:txBody>
        </p:sp>
        <p:cxnSp>
          <p:nvCxnSpPr>
            <p:cNvPr id="10" name="Straight Connector 9">
              <a:extLst>
                <a:ext uri="{FF2B5EF4-FFF2-40B4-BE49-F238E27FC236}">
                  <a16:creationId xmlns:a16="http://schemas.microsoft.com/office/drawing/2014/main" id="{93FBEB36-1958-954B-529B-9DFBB159054D}"/>
                </a:ext>
              </a:extLst>
            </p:cNvPr>
            <p:cNvCxnSpPr>
              <a:cxnSpLocks/>
            </p:cNvCxnSpPr>
            <p:nvPr userDrawn="1"/>
          </p:nvCxnSpPr>
          <p:spPr>
            <a:xfrm>
              <a:off x="12449814" y="423012"/>
              <a:ext cx="270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F46270D9-E5B5-339E-6D31-12BEBFCCBE86}"/>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b="1">
                  <a:latin typeface="Aptos" panose="020B0004020202020204" pitchFamily="34" charset="0"/>
                  <a:cs typeface="Aparajita" panose="02020603050405020304" pitchFamily="18" charset="0"/>
                </a:rPr>
                <a:t>Method 1: </a:t>
              </a:r>
              <a:r>
                <a:rPr lang="en-US" sz="600" b="0">
                  <a:latin typeface="Aptos" panose="020B0004020202020204" pitchFamily="34" charset="0"/>
                  <a:cs typeface="Aparajita" panose="02020603050405020304" pitchFamily="18" charset="0"/>
                </a:rPr>
                <a:t>from file browser</a:t>
              </a:r>
            </a:p>
            <a:p>
              <a:pPr lvl="1">
                <a:buNone/>
              </a:pPr>
              <a:r>
                <a:rPr lang="en-US" sz="1050">
                  <a:latin typeface="Aptos" panose="020B0004020202020204" pitchFamily="34" charset="0"/>
                  <a:cs typeface="Aparajita" panose="02020603050405020304" pitchFamily="18" charset="0"/>
                </a:rPr>
                <a:t>Drag the image onto the slide.</a:t>
              </a:r>
            </a:p>
            <a:p>
              <a:pPr marL="0" marR="0" lvl="1" indent="0" algn="l" defTabSz="914400" rtl="0" eaLnBrk="1" fontAlgn="auto" latinLnBrk="0" hangingPunct="1">
                <a:lnSpc>
                  <a:spcPct val="90000"/>
                </a:lnSpc>
                <a:spcBef>
                  <a:spcPts val="0"/>
                </a:spcBef>
                <a:spcAft>
                  <a:spcPts val="300"/>
                </a:spcAft>
                <a:buClrTx/>
                <a:buSzTx/>
                <a:buFontTx/>
                <a:buNone/>
                <a:tabLst/>
                <a:defRPr/>
              </a:pPr>
              <a:r>
                <a:rPr lang="en-US" sz="700">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lang="en-US" sz="1000">
                <a:latin typeface="Aptos" panose="020B0004020202020204" pitchFamily="34" charset="0"/>
                <a:cs typeface="Aparajita" panose="02020603050405020304" pitchFamily="18" charset="0"/>
              </a:endParaRPr>
            </a:p>
          </p:txBody>
        </p:sp>
        <p:sp>
          <p:nvSpPr>
            <p:cNvPr id="12" name="TextBox 11">
              <a:extLst>
                <a:ext uri="{FF2B5EF4-FFF2-40B4-BE49-F238E27FC236}">
                  <a16:creationId xmlns:a16="http://schemas.microsoft.com/office/drawing/2014/main" id="{2E73870E-978A-5343-EABB-E6073836B531}"/>
                </a:ext>
              </a:extLst>
            </p:cNvPr>
            <p:cNvSpPr txBox="1">
              <a:spLocks noChangeAspect="1"/>
            </p:cNvSpPr>
            <p:nvPr/>
          </p:nvSpPr>
          <p:spPr>
            <a:xfrm>
              <a:off x="12449814" y="566082"/>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1</a:t>
              </a:r>
            </a:p>
          </p:txBody>
        </p:sp>
        <p:sp>
          <p:nvSpPr>
            <p:cNvPr id="13" name="TextBox 12">
              <a:extLst>
                <a:ext uri="{FF2B5EF4-FFF2-40B4-BE49-F238E27FC236}">
                  <a16:creationId xmlns:a16="http://schemas.microsoft.com/office/drawing/2014/main" id="{672CD1F3-6E36-C78E-03F8-61B8E15E33FC}"/>
                </a:ext>
              </a:extLst>
            </p:cNvPr>
            <p:cNvSpPr txBox="1">
              <a:spLocks noChangeAspect="1"/>
            </p:cNvSpPr>
            <p:nvPr/>
          </p:nvSpPr>
          <p:spPr>
            <a:xfrm>
              <a:off x="12449814" y="1018081"/>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2</a:t>
              </a:r>
            </a:p>
          </p:txBody>
        </p:sp>
        <p:sp>
          <p:nvSpPr>
            <p:cNvPr id="14" name="TextBox 13">
              <a:extLst>
                <a:ext uri="{FF2B5EF4-FFF2-40B4-BE49-F238E27FC236}">
                  <a16:creationId xmlns:a16="http://schemas.microsoft.com/office/drawing/2014/main" id="{B833CDF8-6AB7-1B0E-53EE-488034AF2D96}"/>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0">
                <a:spcBef>
                  <a:spcPts val="700"/>
                </a:spcBef>
              </a:pPr>
              <a:r>
                <a:rPr lang="en-US">
                  <a:latin typeface="Aptos" panose="020B0004020202020204" pitchFamily="34" charset="0"/>
                  <a:cs typeface="Aparajita" panose="02020603050405020304" pitchFamily="18" charset="0"/>
                </a:rPr>
                <a:t>Source images from the </a:t>
              </a:r>
              <a:r>
                <a:rPr lang="en-US">
                  <a:solidFill>
                    <a:schemeClr val="accent1"/>
                  </a:solidFill>
                  <a:latin typeface="Aptos" panose="020B0004020202020204" pitchFamily="34" charset="0"/>
                  <a:cs typeface="Aparajita" panose="02020603050405020304" pitchFamily="18" charset="0"/>
                </a:rPr>
                <a:t>Qualcomm Brand Portal</a:t>
              </a:r>
            </a:p>
            <a:p>
              <a:pPr lvl="0">
                <a:spcBef>
                  <a:spcPts val="700"/>
                </a:spcBef>
              </a:pPr>
              <a:r>
                <a:rPr lang="en-US">
                  <a:latin typeface="Aptos" panose="020B0004020202020204" pitchFamily="34" charset="0"/>
                  <a:cs typeface="Aparajita" panose="02020603050405020304" pitchFamily="18" charset="0"/>
                </a:rPr>
                <a:t>Add the image to the placeholder.</a:t>
              </a:r>
            </a:p>
          </p:txBody>
        </p:sp>
        <p:sp>
          <p:nvSpPr>
            <p:cNvPr id="15" name="TextBox 14">
              <a:extLst>
                <a:ext uri="{FF2B5EF4-FFF2-40B4-BE49-F238E27FC236}">
                  <a16:creationId xmlns:a16="http://schemas.microsoft.com/office/drawing/2014/main" id="{2B3D397F-57F7-D0C6-D391-485FB87BE34D}"/>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2: </a:t>
              </a:r>
              <a:r>
                <a:rPr lang="en-US" sz="600" b="0">
                  <a:latin typeface="Aptos" panose="020B0004020202020204" pitchFamily="34" charset="0"/>
                  <a:cs typeface="Aparajita" panose="02020603050405020304" pitchFamily="18" charset="0"/>
                </a:rPr>
                <a:t>Paste from clipboard</a:t>
              </a:r>
            </a:p>
            <a:p>
              <a:pPr lvl="1">
                <a:buNone/>
              </a:pPr>
              <a:r>
                <a:rPr lang="en-US" sz="1050">
                  <a:latin typeface="Aptos" panose="020B0004020202020204" pitchFamily="34" charset="0"/>
                  <a:cs typeface="Aparajita" panose="02020603050405020304" pitchFamily="18" charset="0"/>
                </a:rPr>
                <a:t>Select the image placeholder.</a:t>
              </a:r>
            </a:p>
            <a:p>
              <a:pPr lvl="1">
                <a:buNone/>
              </a:pPr>
              <a:r>
                <a:rPr lang="en-US" sz="1050">
                  <a:latin typeface="Aptos" panose="020B0004020202020204" pitchFamily="34" charset="0"/>
                  <a:cs typeface="Aparajita" panose="02020603050405020304" pitchFamily="18" charset="0"/>
                </a:rPr>
                <a:t>Right-click or use keyboard shortcuts to paste the image.</a:t>
              </a:r>
            </a:p>
          </p:txBody>
        </p:sp>
        <p:sp>
          <p:nvSpPr>
            <p:cNvPr id="16" name="TextBox 15">
              <a:extLst>
                <a:ext uri="{FF2B5EF4-FFF2-40B4-BE49-F238E27FC236}">
                  <a16:creationId xmlns:a16="http://schemas.microsoft.com/office/drawing/2014/main" id="{DC941C1F-E03D-172E-6FE0-94FA949B65E6}"/>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3: </a:t>
              </a:r>
              <a:r>
                <a:rPr lang="en-US" sz="600" b="0">
                  <a:latin typeface="Aptos" panose="020B0004020202020204" pitchFamily="34" charset="0"/>
                  <a:cs typeface="Aparajita" panose="02020603050405020304" pitchFamily="18" charset="0"/>
                </a:rPr>
                <a:t>Placeholder icon</a:t>
              </a:r>
            </a:p>
            <a:p>
              <a:pPr lvl="1">
                <a:buNone/>
              </a:pPr>
              <a:r>
                <a:rPr lang="en-US" sz="1050">
                  <a:latin typeface="Aptos" panose="020B0004020202020204" pitchFamily="34" charset="0"/>
                  <a:cs typeface="Aparajita" panose="02020603050405020304" pitchFamily="18" charset="0"/>
                </a:rPr>
                <a:t>Click the image icon inside the placeholder to browse for an image.</a:t>
              </a:r>
            </a:p>
          </p:txBody>
        </p:sp>
        <p:grpSp>
          <p:nvGrpSpPr>
            <p:cNvPr id="17" name="Group 16">
              <a:extLst>
                <a:ext uri="{FF2B5EF4-FFF2-40B4-BE49-F238E27FC236}">
                  <a16:creationId xmlns:a16="http://schemas.microsoft.com/office/drawing/2014/main" id="{BB112CA0-EB7E-5767-F7E9-B454A521394F}"/>
                </a:ext>
              </a:extLst>
            </p:cNvPr>
            <p:cNvGrpSpPr/>
            <p:nvPr userDrawn="1"/>
          </p:nvGrpSpPr>
          <p:grpSpPr>
            <a:xfrm>
              <a:off x="12429548" y="3236396"/>
              <a:ext cx="2735151" cy="1280928"/>
              <a:chOff x="9286315" y="6976989"/>
              <a:chExt cx="2735151" cy="1280928"/>
            </a:xfrm>
          </p:grpSpPr>
          <p:sp>
            <p:nvSpPr>
              <p:cNvPr id="28" name="Rectangle 27">
                <a:extLst>
                  <a:ext uri="{FF2B5EF4-FFF2-40B4-BE49-F238E27FC236}">
                    <a16:creationId xmlns:a16="http://schemas.microsoft.com/office/drawing/2014/main" id="{B4469508-3963-980C-C94B-3551DDC6088F}"/>
                  </a:ext>
                </a:extLst>
              </p:cNvPr>
              <p:cNvSpPr/>
              <p:nvPr userDrawn="1"/>
            </p:nvSpPr>
            <p:spPr>
              <a:xfrm>
                <a:off x="9286315" y="6976989"/>
                <a:ext cx="2735151" cy="128092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29" name="TextBox 28">
                <a:extLst>
                  <a:ext uri="{FF2B5EF4-FFF2-40B4-BE49-F238E27FC236}">
                    <a16:creationId xmlns:a16="http://schemas.microsoft.com/office/drawing/2014/main" id="{9524E475-6BE0-356D-61A7-647536978E43}"/>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Cropping Images</a:t>
                </a:r>
              </a:p>
            </p:txBody>
          </p:sp>
          <p:pic>
            <p:nvPicPr>
              <p:cNvPr id="30" name="Graphic 29">
                <a:extLst>
                  <a:ext uri="{FF2B5EF4-FFF2-40B4-BE49-F238E27FC236}">
                    <a16:creationId xmlns:a16="http://schemas.microsoft.com/office/drawing/2014/main" id="{5F2ABD74-43F9-2E92-EE50-0F160C4A583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31" name="TextBox 30">
                <a:extLst>
                  <a:ext uri="{FF2B5EF4-FFF2-40B4-BE49-F238E27FC236}">
                    <a16:creationId xmlns:a16="http://schemas.microsoft.com/office/drawing/2014/main" id="{61FA0112-DCF0-1211-D2C3-3DA9CB620BA4}"/>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Right-click on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Choose “Crop” from the menu. (           )</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Adjust the size and position of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Press Esc or click outside the image area to exit the cropping mode.</a:t>
                </a:r>
              </a:p>
            </p:txBody>
          </p:sp>
          <p:pic>
            <p:nvPicPr>
              <p:cNvPr id="32" name="Picture 31">
                <a:extLst>
                  <a:ext uri="{FF2B5EF4-FFF2-40B4-BE49-F238E27FC236}">
                    <a16:creationId xmlns:a16="http://schemas.microsoft.com/office/drawing/2014/main" id="{009305B4-7E52-800A-06C8-F44B6168BCBA}"/>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33" name="TextBox 32">
                <a:extLst>
                  <a:ext uri="{FF2B5EF4-FFF2-40B4-BE49-F238E27FC236}">
                    <a16:creationId xmlns:a16="http://schemas.microsoft.com/office/drawing/2014/main" id="{60BE1D2C-DB8C-729D-64C6-7EA1B732C782}"/>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nvGrpSpPr>
            <p:cNvPr id="18" name="Group 17">
              <a:extLst>
                <a:ext uri="{FF2B5EF4-FFF2-40B4-BE49-F238E27FC236}">
                  <a16:creationId xmlns:a16="http://schemas.microsoft.com/office/drawing/2014/main" id="{BEFDD349-EE1C-6775-3B1D-C1CDAF120DB9}"/>
                </a:ext>
              </a:extLst>
            </p:cNvPr>
            <p:cNvGrpSpPr/>
            <p:nvPr userDrawn="1"/>
          </p:nvGrpSpPr>
          <p:grpSpPr>
            <a:xfrm>
              <a:off x="12429548" y="4543123"/>
              <a:ext cx="2735151" cy="2200108"/>
              <a:chOff x="9538241" y="5155416"/>
              <a:chExt cx="2735151" cy="2200108"/>
            </a:xfrm>
          </p:grpSpPr>
          <p:sp>
            <p:nvSpPr>
              <p:cNvPr id="19" name="Rectangle 18">
                <a:extLst>
                  <a:ext uri="{FF2B5EF4-FFF2-40B4-BE49-F238E27FC236}">
                    <a16:creationId xmlns:a16="http://schemas.microsoft.com/office/drawing/2014/main" id="{84A2BB42-E5CC-6F03-BE09-48B64B6633AC}"/>
                  </a:ext>
                </a:extLst>
              </p:cNvPr>
              <p:cNvSpPr/>
              <p:nvPr userDrawn="1"/>
            </p:nvSpPr>
            <p:spPr>
              <a:xfrm>
                <a:off x="9538241" y="5155416"/>
                <a:ext cx="2735151" cy="220010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20" name="TextBox 19">
                <a:extLst>
                  <a:ext uri="{FF2B5EF4-FFF2-40B4-BE49-F238E27FC236}">
                    <a16:creationId xmlns:a16="http://schemas.microsoft.com/office/drawing/2014/main" id="{92A52123-4AA7-CEED-12F8-A158384DB525}"/>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Changing Images</a:t>
                </a:r>
              </a:p>
            </p:txBody>
          </p:sp>
          <p:pic>
            <p:nvPicPr>
              <p:cNvPr id="21" name="Graphic 20">
                <a:extLst>
                  <a:ext uri="{FF2B5EF4-FFF2-40B4-BE49-F238E27FC236}">
                    <a16:creationId xmlns:a16="http://schemas.microsoft.com/office/drawing/2014/main" id="{934C1FE1-835F-26F6-345B-30A0F31F1D1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22" name="TextBox 21">
                <a:extLst>
                  <a:ext uri="{FF2B5EF4-FFF2-40B4-BE49-F238E27FC236}">
                    <a16:creationId xmlns:a16="http://schemas.microsoft.com/office/drawing/2014/main" id="{F15ED128-DCEA-4A4A-A908-DCEC7A7525AB}"/>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600" b="1" kern="1200" cap="all" spc="20" baseline="0" noProof="0">
                    <a:solidFill>
                      <a:schemeClr val="tx1"/>
                    </a:solidFill>
                    <a:latin typeface="Aptos" panose="020B0004020202020204" pitchFamily="34" charset="0"/>
                    <a:ea typeface="+mn-ea"/>
                    <a:cs typeface="Aparajita" panose="02020603050405020304" pitchFamily="18" charset="0"/>
                  </a:rPr>
                  <a:t>Method 1: </a:t>
                </a:r>
                <a:r>
                  <a:rPr lang="en-US" sz="600" b="0" kern="1200" cap="all" spc="20" baseline="0" noProof="0">
                    <a:solidFill>
                      <a:schemeClr val="tx1"/>
                    </a:solidFill>
                    <a:latin typeface="Aptos" panose="020B0004020202020204" pitchFamily="34" charset="0"/>
                    <a:ea typeface="+mn-ea"/>
                    <a:cs typeface="Aparajita" panose="02020603050405020304" pitchFamily="18" charset="0"/>
                  </a:rPr>
                  <a:t>RIGHT CLICK</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Right-click on image and select “Change Picture”</a:t>
                </a:r>
              </a:p>
            </p:txBody>
          </p:sp>
          <p:sp>
            <p:nvSpPr>
              <p:cNvPr id="23" name="TextBox 22">
                <a:extLst>
                  <a:ext uri="{FF2B5EF4-FFF2-40B4-BE49-F238E27FC236}">
                    <a16:creationId xmlns:a16="http://schemas.microsoft.com/office/drawing/2014/main" id="{75AA3142-75FC-F3FD-C508-1E81C30A8270}"/>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lvl="1" indent="-131763" algn="l" defTabSz="914400" rtl="0" eaLnBrk="1" latinLnBrk="0" hangingPunct="1">
                  <a:lnSpc>
                    <a:spcPct val="90000"/>
                  </a:lnSpc>
                  <a:spcBef>
                    <a:spcPts val="0"/>
                  </a:spcBef>
                  <a:spcAft>
                    <a:spcPts val="300"/>
                  </a:spcAft>
                  <a:buFont typeface="Wingdings" pitchFamily="2" charset="2"/>
                  <a:buChar char="§"/>
                  <a:tabLst/>
                  <a:defRPr/>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24" name="TextBox 23">
                <a:extLst>
                  <a:ext uri="{FF2B5EF4-FFF2-40B4-BE49-F238E27FC236}">
                    <a16:creationId xmlns:a16="http://schemas.microsoft.com/office/drawing/2014/main" id="{54206A9A-D226-2A87-0215-903B2F78D05C}"/>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Method 2: </a:t>
                </a:r>
                <a:r>
                  <a:rPr kumimoji="0" lang="en-US" sz="600" b="0"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RESET PLACEHOLDER</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First, delete the existing image to reset the photo placeholder functionality.</a:t>
                </a:r>
              </a:p>
            </p:txBody>
          </p:sp>
          <p:sp>
            <p:nvSpPr>
              <p:cNvPr id="25" name="TextBox 24">
                <a:extLst>
                  <a:ext uri="{FF2B5EF4-FFF2-40B4-BE49-F238E27FC236}">
                    <a16:creationId xmlns:a16="http://schemas.microsoft.com/office/drawing/2014/main" id="{015A999A-7D74-7CF1-1626-EF3C82629839}"/>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You can now add a new image as normal.</a:t>
                </a:r>
              </a:p>
            </p:txBody>
          </p:sp>
          <p:cxnSp>
            <p:nvCxnSpPr>
              <p:cNvPr id="26" name="Straight Connector 25">
                <a:extLst>
                  <a:ext uri="{FF2B5EF4-FFF2-40B4-BE49-F238E27FC236}">
                    <a16:creationId xmlns:a16="http://schemas.microsoft.com/office/drawing/2014/main" id="{5F650A17-F4C2-AF14-F1E1-143EC5234B6B}"/>
                  </a:ext>
                </a:extLst>
              </p:cNvPr>
              <p:cNvCxnSpPr>
                <a:cxnSpLocks/>
              </p:cNvCxnSpPr>
              <p:nvPr userDrawn="1"/>
            </p:nvCxnSpPr>
            <p:spPr>
              <a:xfrm>
                <a:off x="9713479" y="5957047"/>
                <a:ext cx="27000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46950914-95F8-3723-9FE0-2487B980C27B}"/>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sp>
        <p:nvSpPr>
          <p:cNvPr id="34" name="TextBox 33">
            <a:extLst>
              <a:ext uri="{FF2B5EF4-FFF2-40B4-BE49-F238E27FC236}">
                <a16:creationId xmlns:a16="http://schemas.microsoft.com/office/drawing/2014/main" id="{7F3D7402-E0CE-0143-D338-79309FAA2D22}"/>
              </a:ext>
            </a:extLst>
          </p:cNvPr>
          <p:cNvSpPr txBox="1"/>
          <p:nvPr userDrawn="1"/>
        </p:nvSpPr>
        <p:spPr>
          <a:xfrm>
            <a:off x="515938"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a:solidFill>
                  <a:schemeClr val="accent6">
                    <a:lumMod val="90000"/>
                  </a:schemeClr>
                </a:solidFill>
              </a:rPr>
              <a:t>Confidential – Qualcomm Technologies, Inc. and/or its affiliated companies – May Contain Trade Secrets</a:t>
            </a:r>
          </a:p>
        </p:txBody>
      </p:sp>
    </p:spTree>
    <p:extLst>
      <p:ext uri="{BB962C8B-B14F-4D97-AF65-F5344CB8AC3E}">
        <p14:creationId xmlns:p14="http://schemas.microsoft.com/office/powerpoint/2010/main" val="1141993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orient="horz" pos="2319" userDrawn="1">
          <p15:clr>
            <a:srgbClr val="FBAE40"/>
          </p15:clr>
        </p15:guide>
        <p15:guide id="6" orient="horz" pos="1502" userDrawn="1">
          <p15:clr>
            <a:srgbClr val="FBAE40"/>
          </p15:clr>
        </p15:guide>
        <p15:guide id="7" orient="horz" pos="2432" userDrawn="1">
          <p15:clr>
            <a:srgbClr val="FBAE40"/>
          </p15:clr>
        </p15:guide>
        <p15:guide id="10" pos="3681"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4Contents_Black">
    <p:spTree>
      <p:nvGrpSpPr>
        <p:cNvPr id="1" name=""/>
        <p:cNvGrpSpPr/>
        <p:nvPr/>
      </p:nvGrpSpPr>
      <p:grpSpPr>
        <a:xfrm>
          <a:off x="0" y="0"/>
          <a:ext cx="0" cy="0"/>
          <a:chOff x="0" y="0"/>
          <a:chExt cx="0" cy="0"/>
        </a:xfrm>
      </p:grpSpPr>
      <p:sp>
        <p:nvSpPr>
          <p:cNvPr id="6" name="Title 120">
            <a:extLst>
              <a:ext uri="{FF2B5EF4-FFF2-40B4-BE49-F238E27FC236}">
                <a16:creationId xmlns:a16="http://schemas.microsoft.com/office/drawing/2014/main" id="{3276C3D4-8D41-C551-27C2-6A5602A09853}"/>
              </a:ext>
            </a:extLst>
          </p:cNvPr>
          <p:cNvSpPr>
            <a:spLocks noGrp="1"/>
          </p:cNvSpPr>
          <p:nvPr>
            <p:ph type="title" hasCustomPrompt="1"/>
          </p:nvPr>
        </p:nvSpPr>
        <p:spPr>
          <a:xfrm>
            <a:off x="515938" y="2795081"/>
            <a:ext cx="3556709" cy="1294408"/>
          </a:xfrm>
        </p:spPr>
        <p:txBody>
          <a:bodyPr anchor="ctr"/>
          <a:lstStyle>
            <a:lvl1pPr algn="l" defTabSz="914400" rtl="0" eaLnBrk="1" latinLnBrk="0" hangingPunct="1">
              <a:lnSpc>
                <a:spcPct val="85000"/>
              </a:lnSpc>
              <a:spcBef>
                <a:spcPct val="0"/>
              </a:spcBef>
              <a:buNone/>
              <a:defRPr lang="en-US" sz="2800" kern="2000" spc="-50" baseline="0" dirty="0">
                <a:solidFill>
                  <a:schemeClr val="tx1"/>
                </a:solidFill>
                <a:latin typeface="+mj-lt"/>
                <a:ea typeface="+mj-ea"/>
                <a:cs typeface="+mj-cs"/>
              </a:defRPr>
            </a:lvl1pPr>
          </a:lstStyle>
          <a:p>
            <a:r>
              <a:rPr lang="en-US"/>
              <a:t>Title+4 Contents layout </a:t>
            </a:r>
            <a:br>
              <a:rPr lang="en-US"/>
            </a:br>
            <a:r>
              <a:rPr lang="en-US"/>
              <a:t>Title up to </a:t>
            </a:r>
            <a:br>
              <a:rPr lang="en-US"/>
            </a:br>
            <a:r>
              <a:rPr lang="en-US"/>
              <a:t>3 lines maximum</a:t>
            </a:r>
          </a:p>
        </p:txBody>
      </p:sp>
      <p:sp>
        <p:nvSpPr>
          <p:cNvPr id="10" name="Picture Placeholder 2">
            <a:extLst>
              <a:ext uri="{FF2B5EF4-FFF2-40B4-BE49-F238E27FC236}">
                <a16:creationId xmlns:a16="http://schemas.microsoft.com/office/drawing/2014/main" id="{F553BB1F-5F28-5D3B-A5A8-60721AE4DD2D}"/>
              </a:ext>
            </a:extLst>
          </p:cNvPr>
          <p:cNvSpPr>
            <a:spLocks noGrp="1" noChangeAspect="1"/>
          </p:cNvSpPr>
          <p:nvPr>
            <p:ph type="pic" sz="quarter" idx="23" hasCustomPrompt="1"/>
          </p:nvPr>
        </p:nvSpPr>
        <p:spPr>
          <a:xfrm>
            <a:off x="4629921" y="691208"/>
            <a:ext cx="759113" cy="759113"/>
          </a:xfrm>
        </p:spPr>
        <p:txBody>
          <a:bodyPr lIns="144000"/>
          <a:lstStyle>
            <a:lvl1pPr marL="0" indent="0">
              <a:buNone/>
              <a:defRPr sz="1400"/>
            </a:lvl1pPr>
          </a:lstStyle>
          <a:p>
            <a:r>
              <a:rPr lang="en-US"/>
              <a:t>Icon</a:t>
            </a:r>
          </a:p>
        </p:txBody>
      </p:sp>
      <p:sp>
        <p:nvSpPr>
          <p:cNvPr id="122" name="Text Placeholder 22">
            <a:extLst>
              <a:ext uri="{FF2B5EF4-FFF2-40B4-BE49-F238E27FC236}">
                <a16:creationId xmlns:a16="http://schemas.microsoft.com/office/drawing/2014/main" id="{693B5A4C-7FB3-2918-A773-0EE6FED3D209}"/>
              </a:ext>
            </a:extLst>
          </p:cNvPr>
          <p:cNvSpPr>
            <a:spLocks noGrp="1"/>
          </p:cNvSpPr>
          <p:nvPr>
            <p:ph type="body" sz="quarter" idx="13" hasCustomPrompt="1"/>
          </p:nvPr>
        </p:nvSpPr>
        <p:spPr>
          <a:xfrm>
            <a:off x="5704822" y="699924"/>
            <a:ext cx="5360054" cy="263149"/>
          </a:xfrm>
        </p:spPr>
        <p:txBody>
          <a:bodyPr wrap="square" anchor="b">
            <a:noAutofit/>
          </a:bodyPr>
          <a:lstStyle>
            <a:lvl1pPr marL="0" indent="0">
              <a:spcBef>
                <a:spcPts val="0"/>
              </a:spcBef>
              <a:spcAft>
                <a:spcPts val="40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2" name="Text Placeholder 16">
            <a:extLst>
              <a:ext uri="{FF2B5EF4-FFF2-40B4-BE49-F238E27FC236}">
                <a16:creationId xmlns:a16="http://schemas.microsoft.com/office/drawing/2014/main" id="{3F0EB458-EDD6-6AD3-B1AB-24A4EA15A9FC}"/>
              </a:ext>
            </a:extLst>
          </p:cNvPr>
          <p:cNvSpPr>
            <a:spLocks noGrp="1"/>
          </p:cNvSpPr>
          <p:nvPr>
            <p:ph type="body" sz="quarter" idx="15" hasCustomPrompt="1"/>
          </p:nvPr>
        </p:nvSpPr>
        <p:spPr>
          <a:xfrm>
            <a:off x="5704821" y="1019175"/>
            <a:ext cx="5360055" cy="600164"/>
          </a:xfrm>
        </p:spPr>
        <p:txBody>
          <a:bodyPr wrap="square">
            <a:noAutofit/>
          </a:bodyPr>
          <a:lstStyle>
            <a:lvl1pPr marL="0" indent="0">
              <a:lnSpc>
                <a:spcPct val="100000"/>
              </a:lnSpc>
              <a:spcBef>
                <a:spcPts val="0"/>
              </a:spcBef>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1" name="Picture Placeholder 2">
            <a:extLst>
              <a:ext uri="{FF2B5EF4-FFF2-40B4-BE49-F238E27FC236}">
                <a16:creationId xmlns:a16="http://schemas.microsoft.com/office/drawing/2014/main" id="{A5166B55-3C52-CF01-705A-E2BE18679F21}"/>
              </a:ext>
            </a:extLst>
          </p:cNvPr>
          <p:cNvSpPr>
            <a:spLocks noGrp="1" noChangeAspect="1"/>
          </p:cNvSpPr>
          <p:nvPr>
            <p:ph type="pic" sz="quarter" idx="24" hasCustomPrompt="1"/>
          </p:nvPr>
        </p:nvSpPr>
        <p:spPr>
          <a:xfrm>
            <a:off x="4629921" y="2138783"/>
            <a:ext cx="759113" cy="759113"/>
          </a:xfrm>
        </p:spPr>
        <p:txBody>
          <a:bodyPr lIns="144000"/>
          <a:lstStyle>
            <a:lvl1pPr marL="0" indent="0">
              <a:buNone/>
              <a:defRPr sz="1400"/>
            </a:lvl1pPr>
          </a:lstStyle>
          <a:p>
            <a:r>
              <a:rPr lang="en-US"/>
              <a:t>Icon</a:t>
            </a:r>
          </a:p>
        </p:txBody>
      </p:sp>
      <p:sp>
        <p:nvSpPr>
          <p:cNvPr id="124" name="Text Placeholder 22">
            <a:extLst>
              <a:ext uri="{FF2B5EF4-FFF2-40B4-BE49-F238E27FC236}">
                <a16:creationId xmlns:a16="http://schemas.microsoft.com/office/drawing/2014/main" id="{A14F4D35-AD24-5E3E-8E8D-CD803A85CDBB}"/>
              </a:ext>
            </a:extLst>
          </p:cNvPr>
          <p:cNvSpPr>
            <a:spLocks noGrp="1"/>
          </p:cNvSpPr>
          <p:nvPr>
            <p:ph type="body" sz="quarter" idx="16" hasCustomPrompt="1"/>
          </p:nvPr>
        </p:nvSpPr>
        <p:spPr>
          <a:xfrm>
            <a:off x="5704822" y="2143614"/>
            <a:ext cx="5360054" cy="263149"/>
          </a:xfrm>
        </p:spPr>
        <p:txBody>
          <a:bodyPr wrap="square" anchor="b">
            <a:noAutofit/>
          </a:bodyPr>
          <a:lstStyle>
            <a:lvl1pPr marL="0" indent="0">
              <a:spcBef>
                <a:spcPts val="0"/>
              </a:spcBef>
              <a:spcAft>
                <a:spcPts val="40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3" name="Text Placeholder 16">
            <a:extLst>
              <a:ext uri="{FF2B5EF4-FFF2-40B4-BE49-F238E27FC236}">
                <a16:creationId xmlns:a16="http://schemas.microsoft.com/office/drawing/2014/main" id="{FC2D4270-2921-E9A2-9D7C-4ECAF4952D88}"/>
              </a:ext>
            </a:extLst>
          </p:cNvPr>
          <p:cNvSpPr>
            <a:spLocks noGrp="1"/>
          </p:cNvSpPr>
          <p:nvPr>
            <p:ph type="body" sz="quarter" idx="17" hasCustomPrompt="1"/>
          </p:nvPr>
        </p:nvSpPr>
        <p:spPr>
          <a:xfrm>
            <a:off x="5704821" y="2462865"/>
            <a:ext cx="5360055" cy="600164"/>
          </a:xfrm>
        </p:spPr>
        <p:txBody>
          <a:bodyPr wrap="square">
            <a:noAutofit/>
          </a:bodyPr>
          <a:lstStyle>
            <a:lvl1pPr marL="0" indent="0">
              <a:lnSpc>
                <a:spcPct val="100000"/>
              </a:lnSpc>
              <a:spcBef>
                <a:spcPts val="0"/>
              </a:spcBef>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2" name="Picture Placeholder 2">
            <a:extLst>
              <a:ext uri="{FF2B5EF4-FFF2-40B4-BE49-F238E27FC236}">
                <a16:creationId xmlns:a16="http://schemas.microsoft.com/office/drawing/2014/main" id="{D45478F2-FA52-8705-D73C-3B5C90BEA1CE}"/>
              </a:ext>
            </a:extLst>
          </p:cNvPr>
          <p:cNvSpPr>
            <a:spLocks noGrp="1" noChangeAspect="1"/>
          </p:cNvSpPr>
          <p:nvPr>
            <p:ph type="pic" sz="quarter" idx="25" hasCustomPrompt="1"/>
          </p:nvPr>
        </p:nvSpPr>
        <p:spPr>
          <a:xfrm>
            <a:off x="4629921" y="3586358"/>
            <a:ext cx="759113" cy="759113"/>
          </a:xfrm>
        </p:spPr>
        <p:txBody>
          <a:bodyPr lIns="144000"/>
          <a:lstStyle>
            <a:lvl1pPr marL="0" indent="0">
              <a:buNone/>
              <a:defRPr sz="1400"/>
            </a:lvl1pPr>
          </a:lstStyle>
          <a:p>
            <a:r>
              <a:rPr lang="en-US"/>
              <a:t>Icon</a:t>
            </a:r>
          </a:p>
        </p:txBody>
      </p:sp>
      <p:sp>
        <p:nvSpPr>
          <p:cNvPr id="126" name="Text Placeholder 22">
            <a:extLst>
              <a:ext uri="{FF2B5EF4-FFF2-40B4-BE49-F238E27FC236}">
                <a16:creationId xmlns:a16="http://schemas.microsoft.com/office/drawing/2014/main" id="{FCEBECB8-7041-9BA8-933B-3C0F5FF02831}"/>
              </a:ext>
            </a:extLst>
          </p:cNvPr>
          <p:cNvSpPr>
            <a:spLocks noGrp="1"/>
          </p:cNvSpPr>
          <p:nvPr>
            <p:ph type="body" sz="quarter" idx="18" hasCustomPrompt="1"/>
          </p:nvPr>
        </p:nvSpPr>
        <p:spPr>
          <a:xfrm>
            <a:off x="5704822" y="3587071"/>
            <a:ext cx="5360054" cy="263149"/>
          </a:xfrm>
        </p:spPr>
        <p:txBody>
          <a:bodyPr wrap="square" anchor="b">
            <a:noAutofit/>
          </a:bodyPr>
          <a:lstStyle>
            <a:lvl1pPr marL="0" indent="0">
              <a:spcBef>
                <a:spcPts val="0"/>
              </a:spcBef>
              <a:spcAft>
                <a:spcPts val="40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4" name="Text Placeholder 16">
            <a:extLst>
              <a:ext uri="{FF2B5EF4-FFF2-40B4-BE49-F238E27FC236}">
                <a16:creationId xmlns:a16="http://schemas.microsoft.com/office/drawing/2014/main" id="{43953901-F943-9352-2352-77D74F5FD39F}"/>
              </a:ext>
            </a:extLst>
          </p:cNvPr>
          <p:cNvSpPr>
            <a:spLocks noGrp="1"/>
          </p:cNvSpPr>
          <p:nvPr>
            <p:ph type="body" sz="quarter" idx="19" hasCustomPrompt="1"/>
          </p:nvPr>
        </p:nvSpPr>
        <p:spPr>
          <a:xfrm>
            <a:off x="5704821" y="3906322"/>
            <a:ext cx="5360055" cy="600164"/>
          </a:xfrm>
        </p:spPr>
        <p:txBody>
          <a:bodyPr wrap="square">
            <a:noAutofit/>
          </a:bodyPr>
          <a:lstStyle>
            <a:lvl1pPr marL="0" indent="0">
              <a:lnSpc>
                <a:spcPct val="100000"/>
              </a:lnSpc>
              <a:spcBef>
                <a:spcPts val="0"/>
              </a:spcBef>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3" name="Picture Placeholder 2">
            <a:extLst>
              <a:ext uri="{FF2B5EF4-FFF2-40B4-BE49-F238E27FC236}">
                <a16:creationId xmlns:a16="http://schemas.microsoft.com/office/drawing/2014/main" id="{1BD308BA-E994-8363-C02C-E51BC3E1FF56}"/>
              </a:ext>
            </a:extLst>
          </p:cNvPr>
          <p:cNvSpPr>
            <a:spLocks noGrp="1" noChangeAspect="1"/>
          </p:cNvSpPr>
          <p:nvPr>
            <p:ph type="pic" sz="quarter" idx="26" hasCustomPrompt="1"/>
          </p:nvPr>
        </p:nvSpPr>
        <p:spPr>
          <a:xfrm>
            <a:off x="4629921" y="5033933"/>
            <a:ext cx="759113" cy="759113"/>
          </a:xfrm>
        </p:spPr>
        <p:txBody>
          <a:bodyPr lIns="144000"/>
          <a:lstStyle>
            <a:lvl1pPr marL="0" indent="0">
              <a:buNone/>
              <a:defRPr sz="1400"/>
            </a:lvl1pPr>
          </a:lstStyle>
          <a:p>
            <a:r>
              <a:rPr lang="en-US"/>
              <a:t>Icon</a:t>
            </a:r>
          </a:p>
        </p:txBody>
      </p:sp>
      <p:sp>
        <p:nvSpPr>
          <p:cNvPr id="128" name="Text Placeholder 22">
            <a:extLst>
              <a:ext uri="{FF2B5EF4-FFF2-40B4-BE49-F238E27FC236}">
                <a16:creationId xmlns:a16="http://schemas.microsoft.com/office/drawing/2014/main" id="{928EC958-013B-F8B1-324A-396A688B6278}"/>
              </a:ext>
            </a:extLst>
          </p:cNvPr>
          <p:cNvSpPr>
            <a:spLocks noGrp="1"/>
          </p:cNvSpPr>
          <p:nvPr>
            <p:ph type="body" sz="quarter" idx="20" hasCustomPrompt="1"/>
          </p:nvPr>
        </p:nvSpPr>
        <p:spPr>
          <a:xfrm>
            <a:off x="5704822" y="5021236"/>
            <a:ext cx="5360054" cy="263149"/>
          </a:xfrm>
        </p:spPr>
        <p:txBody>
          <a:bodyPr wrap="square" anchor="b">
            <a:noAutofit/>
          </a:bodyPr>
          <a:lstStyle>
            <a:lvl1pPr marL="0" indent="0">
              <a:spcBef>
                <a:spcPts val="0"/>
              </a:spcBef>
              <a:spcAft>
                <a:spcPts val="40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5" name="Text Placeholder 16">
            <a:extLst>
              <a:ext uri="{FF2B5EF4-FFF2-40B4-BE49-F238E27FC236}">
                <a16:creationId xmlns:a16="http://schemas.microsoft.com/office/drawing/2014/main" id="{79788385-4F41-23CE-C80D-DBA35A324839}"/>
              </a:ext>
            </a:extLst>
          </p:cNvPr>
          <p:cNvSpPr>
            <a:spLocks noGrp="1"/>
          </p:cNvSpPr>
          <p:nvPr>
            <p:ph type="body" sz="quarter" idx="21" hasCustomPrompt="1"/>
          </p:nvPr>
        </p:nvSpPr>
        <p:spPr>
          <a:xfrm>
            <a:off x="5704821" y="5340487"/>
            <a:ext cx="5360055" cy="600164"/>
          </a:xfrm>
        </p:spPr>
        <p:txBody>
          <a:bodyPr wrap="square">
            <a:noAutofit/>
          </a:bodyPr>
          <a:lstStyle>
            <a:lvl1pPr marL="0" indent="0">
              <a:lnSpc>
                <a:spcPct val="100000"/>
              </a:lnSpc>
              <a:spcBef>
                <a:spcPts val="0"/>
              </a:spcBef>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9" name="TextBox 8">
            <a:extLst>
              <a:ext uri="{FF2B5EF4-FFF2-40B4-BE49-F238E27FC236}">
                <a16:creationId xmlns:a16="http://schemas.microsoft.com/office/drawing/2014/main" id="{2B352B48-B98A-418B-8943-940ABA2B2152}"/>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grpSp>
        <p:nvGrpSpPr>
          <p:cNvPr id="40" name="Group 39">
            <a:extLst>
              <a:ext uri="{FF2B5EF4-FFF2-40B4-BE49-F238E27FC236}">
                <a16:creationId xmlns:a16="http://schemas.microsoft.com/office/drawing/2014/main" id="{71011DA8-4562-4BF5-1592-23F0AD4830BC}"/>
              </a:ext>
            </a:extLst>
          </p:cNvPr>
          <p:cNvGrpSpPr/>
          <p:nvPr userDrawn="1"/>
        </p:nvGrpSpPr>
        <p:grpSpPr>
          <a:xfrm>
            <a:off x="12290489" y="-1"/>
            <a:ext cx="2910882" cy="6858001"/>
            <a:chOff x="12290489" y="-1"/>
            <a:chExt cx="2910882" cy="6858001"/>
          </a:xfrm>
        </p:grpSpPr>
        <p:sp>
          <p:nvSpPr>
            <p:cNvPr id="41" name="Rectangle 40">
              <a:extLst>
                <a:ext uri="{FF2B5EF4-FFF2-40B4-BE49-F238E27FC236}">
                  <a16:creationId xmlns:a16="http://schemas.microsoft.com/office/drawing/2014/main" id="{EF1C697C-C806-5090-0AB5-76DDEC0B3C46}"/>
                </a:ext>
              </a:extLst>
            </p:cNvPr>
            <p:cNvSpPr/>
            <p:nvPr userDrawn="1"/>
          </p:nvSpPr>
          <p:spPr>
            <a:xfrm>
              <a:off x="12290489" y="-1"/>
              <a:ext cx="2735151" cy="6858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latin typeface="Aptos" panose="020B0004020202020204" pitchFamily="34" charset="0"/>
                <a:cs typeface="Aparajita" panose="02020603050405020304" pitchFamily="18" charset="0"/>
              </a:endParaRPr>
            </a:p>
          </p:txBody>
        </p:sp>
        <p:sp>
          <p:nvSpPr>
            <p:cNvPr id="42" name="TextBox 41">
              <a:extLst>
                <a:ext uri="{FF2B5EF4-FFF2-40B4-BE49-F238E27FC236}">
                  <a16:creationId xmlns:a16="http://schemas.microsoft.com/office/drawing/2014/main" id="{93B9AB69-7B63-827E-97DC-7C14D10E6811}"/>
                </a:ext>
              </a:extLst>
            </p:cNvPr>
            <p:cNvSpPr txBox="1"/>
            <p:nvPr userDrawn="1"/>
          </p:nvSpPr>
          <p:spPr>
            <a:xfrm>
              <a:off x="12449814" y="173148"/>
              <a:ext cx="1455527"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lvl="0"/>
              <a:r>
                <a:rPr lang="en-US" b="1">
                  <a:solidFill>
                    <a:schemeClr val="bg1"/>
                  </a:solidFill>
                  <a:latin typeface="Aptos" panose="020B0004020202020204" pitchFamily="34" charset="0"/>
                  <a:cs typeface="Aparajita" panose="02020603050405020304" pitchFamily="18" charset="0"/>
                </a:rPr>
                <a:t>HOW TO ADD AN ICON</a:t>
              </a:r>
            </a:p>
          </p:txBody>
        </p:sp>
        <p:cxnSp>
          <p:nvCxnSpPr>
            <p:cNvPr id="43" name="Straight Connector 42">
              <a:extLst>
                <a:ext uri="{FF2B5EF4-FFF2-40B4-BE49-F238E27FC236}">
                  <a16:creationId xmlns:a16="http://schemas.microsoft.com/office/drawing/2014/main" id="{C32506A4-0A85-702D-9EAF-69F41C1645FF}"/>
                </a:ext>
              </a:extLst>
            </p:cNvPr>
            <p:cNvCxnSpPr>
              <a:cxnSpLocks/>
            </p:cNvCxnSpPr>
            <p:nvPr userDrawn="1"/>
          </p:nvCxnSpPr>
          <p:spPr>
            <a:xfrm>
              <a:off x="12449814" y="423012"/>
              <a:ext cx="270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1A1B7728-42BE-46B9-725C-B3507E6F2B82}"/>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b="1">
                  <a:latin typeface="Aptos" panose="020B0004020202020204" pitchFamily="34" charset="0"/>
                  <a:cs typeface="Aparajita" panose="02020603050405020304" pitchFamily="18" charset="0"/>
                </a:rPr>
                <a:t>Method 1: </a:t>
              </a:r>
              <a:r>
                <a:rPr lang="en-US" sz="600" b="0">
                  <a:latin typeface="Aptos" panose="020B0004020202020204" pitchFamily="34" charset="0"/>
                  <a:cs typeface="Aparajita" panose="02020603050405020304" pitchFamily="18" charset="0"/>
                </a:rPr>
                <a:t>from file browser</a:t>
              </a:r>
            </a:p>
            <a:p>
              <a:pPr lvl="1">
                <a:buNone/>
              </a:pPr>
              <a:r>
                <a:rPr lang="en-US" sz="1050">
                  <a:latin typeface="Aptos" panose="020B0004020202020204" pitchFamily="34" charset="0"/>
                  <a:cs typeface="Aparajita" panose="02020603050405020304" pitchFamily="18" charset="0"/>
                </a:rPr>
                <a:t>Drag the icon onto the slide.</a:t>
              </a:r>
            </a:p>
            <a:p>
              <a:pPr marL="0" marR="0" lvl="1" indent="0" algn="l" defTabSz="914400" rtl="0" eaLnBrk="1" fontAlgn="auto" latinLnBrk="0" hangingPunct="1">
                <a:lnSpc>
                  <a:spcPct val="90000"/>
                </a:lnSpc>
                <a:spcBef>
                  <a:spcPts val="0"/>
                </a:spcBef>
                <a:spcAft>
                  <a:spcPts val="300"/>
                </a:spcAft>
                <a:buClrTx/>
                <a:buSzTx/>
                <a:buFontTx/>
                <a:buNone/>
                <a:tabLst/>
                <a:defRPr/>
              </a:pPr>
              <a:r>
                <a:rPr lang="en-US" sz="700">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lang="en-US" sz="1000">
                <a:latin typeface="Aptos" panose="020B0004020202020204" pitchFamily="34" charset="0"/>
                <a:cs typeface="Aparajita" panose="02020603050405020304" pitchFamily="18" charset="0"/>
              </a:endParaRPr>
            </a:p>
          </p:txBody>
        </p:sp>
        <p:sp>
          <p:nvSpPr>
            <p:cNvPr id="45" name="TextBox 44">
              <a:extLst>
                <a:ext uri="{FF2B5EF4-FFF2-40B4-BE49-F238E27FC236}">
                  <a16:creationId xmlns:a16="http://schemas.microsoft.com/office/drawing/2014/main" id="{A4C44748-0388-2607-F556-DD0346A6FFE4}"/>
                </a:ext>
              </a:extLst>
            </p:cNvPr>
            <p:cNvSpPr txBox="1">
              <a:spLocks noChangeAspect="1"/>
            </p:cNvSpPr>
            <p:nvPr/>
          </p:nvSpPr>
          <p:spPr>
            <a:xfrm>
              <a:off x="12449814" y="566082"/>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1</a:t>
              </a:r>
            </a:p>
          </p:txBody>
        </p:sp>
        <p:sp>
          <p:nvSpPr>
            <p:cNvPr id="46" name="TextBox 45">
              <a:extLst>
                <a:ext uri="{FF2B5EF4-FFF2-40B4-BE49-F238E27FC236}">
                  <a16:creationId xmlns:a16="http://schemas.microsoft.com/office/drawing/2014/main" id="{5AD01F50-5273-7182-B2F8-AF2510DD5CC0}"/>
                </a:ext>
              </a:extLst>
            </p:cNvPr>
            <p:cNvSpPr txBox="1">
              <a:spLocks noChangeAspect="1"/>
            </p:cNvSpPr>
            <p:nvPr/>
          </p:nvSpPr>
          <p:spPr>
            <a:xfrm>
              <a:off x="12449814" y="1018081"/>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2</a:t>
              </a:r>
            </a:p>
          </p:txBody>
        </p:sp>
        <p:sp>
          <p:nvSpPr>
            <p:cNvPr id="47" name="TextBox 46">
              <a:extLst>
                <a:ext uri="{FF2B5EF4-FFF2-40B4-BE49-F238E27FC236}">
                  <a16:creationId xmlns:a16="http://schemas.microsoft.com/office/drawing/2014/main" id="{5FD0E615-4832-71E6-E4FC-A2E1D483CAD4}"/>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0">
                <a:spcBef>
                  <a:spcPts val="700"/>
                </a:spcBef>
              </a:pPr>
              <a:r>
                <a:rPr lang="en-US">
                  <a:latin typeface="Aptos" panose="020B0004020202020204" pitchFamily="34" charset="0"/>
                  <a:cs typeface="Aparajita" panose="02020603050405020304" pitchFamily="18" charset="0"/>
                </a:rPr>
                <a:t>Source icon from the </a:t>
              </a:r>
              <a:br>
                <a:rPr lang="en-US">
                  <a:latin typeface="Aptos" panose="020B0004020202020204" pitchFamily="34" charset="0"/>
                  <a:cs typeface="Aparajita" panose="02020603050405020304" pitchFamily="18" charset="0"/>
                </a:rPr>
              </a:br>
              <a:r>
                <a:rPr lang="en-US">
                  <a:solidFill>
                    <a:schemeClr val="accent1"/>
                  </a:solidFill>
                  <a:latin typeface="Aptos" panose="020B0004020202020204" pitchFamily="34" charset="0"/>
                  <a:cs typeface="Aparajita" panose="02020603050405020304" pitchFamily="18" charset="0"/>
                </a:rPr>
                <a:t>Qualcomm Icon Library</a:t>
              </a:r>
            </a:p>
            <a:p>
              <a:pPr lvl="0">
                <a:spcBef>
                  <a:spcPts val="700"/>
                </a:spcBef>
              </a:pPr>
              <a:r>
                <a:rPr lang="en-US">
                  <a:latin typeface="Aptos" panose="020B0004020202020204" pitchFamily="34" charset="0"/>
                  <a:cs typeface="Aparajita" panose="02020603050405020304" pitchFamily="18" charset="0"/>
                </a:rPr>
                <a:t>Add the icon to the placeholder.</a:t>
              </a:r>
            </a:p>
          </p:txBody>
        </p:sp>
        <p:sp>
          <p:nvSpPr>
            <p:cNvPr id="48" name="TextBox 47">
              <a:extLst>
                <a:ext uri="{FF2B5EF4-FFF2-40B4-BE49-F238E27FC236}">
                  <a16:creationId xmlns:a16="http://schemas.microsoft.com/office/drawing/2014/main" id="{1549F8DC-2979-64F2-4038-B804FCA13993}"/>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2: </a:t>
              </a:r>
              <a:r>
                <a:rPr lang="en-US" sz="600" b="0">
                  <a:latin typeface="Aptos" panose="020B0004020202020204" pitchFamily="34" charset="0"/>
                  <a:cs typeface="Aparajita" panose="02020603050405020304" pitchFamily="18" charset="0"/>
                </a:rPr>
                <a:t>Paste from clipboard</a:t>
              </a:r>
            </a:p>
            <a:p>
              <a:pPr lvl="1">
                <a:buNone/>
              </a:pPr>
              <a:r>
                <a:rPr lang="en-US" sz="1050">
                  <a:latin typeface="Aptos" panose="020B0004020202020204" pitchFamily="34" charset="0"/>
                  <a:cs typeface="Aparajita" panose="02020603050405020304" pitchFamily="18" charset="0"/>
                </a:rPr>
                <a:t>Select the icon placeholder.</a:t>
              </a:r>
            </a:p>
            <a:p>
              <a:pPr lvl="1">
                <a:buNone/>
              </a:pPr>
              <a:r>
                <a:rPr lang="en-US" sz="1050">
                  <a:latin typeface="Aptos" panose="020B0004020202020204" pitchFamily="34" charset="0"/>
                  <a:cs typeface="Aparajita" panose="02020603050405020304" pitchFamily="18" charset="0"/>
                </a:rPr>
                <a:t>Right-click or use keyboard shortcuts to paste the icon.</a:t>
              </a:r>
            </a:p>
          </p:txBody>
        </p:sp>
        <p:sp>
          <p:nvSpPr>
            <p:cNvPr id="49" name="TextBox 48">
              <a:extLst>
                <a:ext uri="{FF2B5EF4-FFF2-40B4-BE49-F238E27FC236}">
                  <a16:creationId xmlns:a16="http://schemas.microsoft.com/office/drawing/2014/main" id="{92FD749C-3644-21F3-04CC-38E5C3020625}"/>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3: </a:t>
              </a:r>
              <a:r>
                <a:rPr lang="en-US" sz="600" b="0">
                  <a:latin typeface="Aptos" panose="020B0004020202020204" pitchFamily="34" charset="0"/>
                  <a:cs typeface="Aparajita" panose="02020603050405020304" pitchFamily="18" charset="0"/>
                </a:rPr>
                <a:t>Placeholder icon</a:t>
              </a:r>
            </a:p>
            <a:p>
              <a:pPr lvl="1">
                <a:buNone/>
              </a:pPr>
              <a:r>
                <a:rPr lang="en-US" sz="1050">
                  <a:latin typeface="Aptos" panose="020B0004020202020204" pitchFamily="34" charset="0"/>
                  <a:cs typeface="Aparajita" panose="02020603050405020304" pitchFamily="18" charset="0"/>
                </a:rPr>
                <a:t>Click the image icon inside the placeholder to browse for an icon.</a:t>
              </a:r>
            </a:p>
          </p:txBody>
        </p:sp>
        <p:grpSp>
          <p:nvGrpSpPr>
            <p:cNvPr id="50" name="Group 49">
              <a:extLst>
                <a:ext uri="{FF2B5EF4-FFF2-40B4-BE49-F238E27FC236}">
                  <a16:creationId xmlns:a16="http://schemas.microsoft.com/office/drawing/2014/main" id="{8BC18C52-3BF8-50CC-D894-5983970036C1}"/>
                </a:ext>
              </a:extLst>
            </p:cNvPr>
            <p:cNvGrpSpPr/>
            <p:nvPr userDrawn="1"/>
          </p:nvGrpSpPr>
          <p:grpSpPr>
            <a:xfrm>
              <a:off x="12429548" y="3236396"/>
              <a:ext cx="2735151" cy="1280928"/>
              <a:chOff x="9286315" y="6976989"/>
              <a:chExt cx="2735151" cy="1280928"/>
            </a:xfrm>
          </p:grpSpPr>
          <p:sp>
            <p:nvSpPr>
              <p:cNvPr id="61" name="Rectangle 60">
                <a:extLst>
                  <a:ext uri="{FF2B5EF4-FFF2-40B4-BE49-F238E27FC236}">
                    <a16:creationId xmlns:a16="http://schemas.microsoft.com/office/drawing/2014/main" id="{EF4A351D-DDE3-151E-DB7D-FD769C4BF15D}"/>
                  </a:ext>
                </a:extLst>
              </p:cNvPr>
              <p:cNvSpPr/>
              <p:nvPr userDrawn="1"/>
            </p:nvSpPr>
            <p:spPr>
              <a:xfrm>
                <a:off x="9286315" y="6976989"/>
                <a:ext cx="2735151" cy="128092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62" name="TextBox 61">
                <a:extLst>
                  <a:ext uri="{FF2B5EF4-FFF2-40B4-BE49-F238E27FC236}">
                    <a16:creationId xmlns:a16="http://schemas.microsoft.com/office/drawing/2014/main" id="{132C1837-4486-693D-6BAB-C765201A43B7}"/>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Cropping Graphics</a:t>
                </a:r>
              </a:p>
            </p:txBody>
          </p:sp>
          <p:pic>
            <p:nvPicPr>
              <p:cNvPr id="63" name="Graphic 62">
                <a:extLst>
                  <a:ext uri="{FF2B5EF4-FFF2-40B4-BE49-F238E27FC236}">
                    <a16:creationId xmlns:a16="http://schemas.microsoft.com/office/drawing/2014/main" id="{8CB7F7FF-35BB-D4A4-9B18-1DA787E74FA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64" name="TextBox 63">
                <a:extLst>
                  <a:ext uri="{FF2B5EF4-FFF2-40B4-BE49-F238E27FC236}">
                    <a16:creationId xmlns:a16="http://schemas.microsoft.com/office/drawing/2014/main" id="{DA9BBAC3-BFAE-B4B1-3E39-E9CEA9844A57}"/>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Right-click on the icon.</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Choose “Crop” from the menu. (           )</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Adjust the size and position of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Press Esc or click outside the image area to exit the cropping mode.</a:t>
                </a:r>
              </a:p>
            </p:txBody>
          </p:sp>
          <p:pic>
            <p:nvPicPr>
              <p:cNvPr id="65" name="Picture 64">
                <a:extLst>
                  <a:ext uri="{FF2B5EF4-FFF2-40B4-BE49-F238E27FC236}">
                    <a16:creationId xmlns:a16="http://schemas.microsoft.com/office/drawing/2014/main" id="{63FC1156-FA21-36A1-5959-36097E9C0245}"/>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66" name="TextBox 65">
                <a:extLst>
                  <a:ext uri="{FF2B5EF4-FFF2-40B4-BE49-F238E27FC236}">
                    <a16:creationId xmlns:a16="http://schemas.microsoft.com/office/drawing/2014/main" id="{193FF509-5F4F-3A17-57CD-F0AABD6D16AC}"/>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nvGrpSpPr>
            <p:cNvPr id="51" name="Group 50">
              <a:extLst>
                <a:ext uri="{FF2B5EF4-FFF2-40B4-BE49-F238E27FC236}">
                  <a16:creationId xmlns:a16="http://schemas.microsoft.com/office/drawing/2014/main" id="{8A7C7271-E8BA-AB5C-398D-5587C5DF611D}"/>
                </a:ext>
              </a:extLst>
            </p:cNvPr>
            <p:cNvGrpSpPr/>
            <p:nvPr userDrawn="1"/>
          </p:nvGrpSpPr>
          <p:grpSpPr>
            <a:xfrm>
              <a:off x="12429548" y="4543123"/>
              <a:ext cx="2735151" cy="2200108"/>
              <a:chOff x="9538241" y="5155416"/>
              <a:chExt cx="2735151" cy="2200108"/>
            </a:xfrm>
          </p:grpSpPr>
          <p:sp>
            <p:nvSpPr>
              <p:cNvPr id="52" name="Rectangle 51">
                <a:extLst>
                  <a:ext uri="{FF2B5EF4-FFF2-40B4-BE49-F238E27FC236}">
                    <a16:creationId xmlns:a16="http://schemas.microsoft.com/office/drawing/2014/main" id="{4F9B8143-53E5-E2EE-2554-6FCC0C867459}"/>
                  </a:ext>
                </a:extLst>
              </p:cNvPr>
              <p:cNvSpPr/>
              <p:nvPr userDrawn="1"/>
            </p:nvSpPr>
            <p:spPr>
              <a:xfrm>
                <a:off x="9538241" y="5155416"/>
                <a:ext cx="2735151" cy="220010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53" name="TextBox 52">
                <a:extLst>
                  <a:ext uri="{FF2B5EF4-FFF2-40B4-BE49-F238E27FC236}">
                    <a16:creationId xmlns:a16="http://schemas.microsoft.com/office/drawing/2014/main" id="{240E5F83-A2B9-1567-89AB-04DE1BE669AA}"/>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Changing Icons</a:t>
                </a:r>
              </a:p>
            </p:txBody>
          </p:sp>
          <p:pic>
            <p:nvPicPr>
              <p:cNvPr id="54" name="Graphic 53">
                <a:extLst>
                  <a:ext uri="{FF2B5EF4-FFF2-40B4-BE49-F238E27FC236}">
                    <a16:creationId xmlns:a16="http://schemas.microsoft.com/office/drawing/2014/main" id="{2808E35A-54BA-C9BD-71ED-A46F49C84B7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55" name="TextBox 54">
                <a:extLst>
                  <a:ext uri="{FF2B5EF4-FFF2-40B4-BE49-F238E27FC236}">
                    <a16:creationId xmlns:a16="http://schemas.microsoft.com/office/drawing/2014/main" id="{45E27CBE-8508-A9C9-FC8D-AA6CB89EDBA0}"/>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600" b="1" kern="1200" cap="all" spc="20" baseline="0" noProof="0">
                    <a:solidFill>
                      <a:schemeClr val="tx1"/>
                    </a:solidFill>
                    <a:latin typeface="Aptos" panose="020B0004020202020204" pitchFamily="34" charset="0"/>
                    <a:ea typeface="+mn-ea"/>
                    <a:cs typeface="Aparajita" panose="02020603050405020304" pitchFamily="18" charset="0"/>
                  </a:rPr>
                  <a:t>Method 1: </a:t>
                </a:r>
                <a:r>
                  <a:rPr lang="en-US" sz="600" b="0" kern="1200" cap="all" spc="20" baseline="0" noProof="0">
                    <a:solidFill>
                      <a:schemeClr val="tx1"/>
                    </a:solidFill>
                    <a:latin typeface="Aptos" panose="020B0004020202020204" pitchFamily="34" charset="0"/>
                    <a:ea typeface="+mn-ea"/>
                    <a:cs typeface="Aparajita" panose="02020603050405020304" pitchFamily="18" charset="0"/>
                  </a:rPr>
                  <a:t>RIGHT CLICK</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Right-click on icon and select “Change Picture”</a:t>
                </a:r>
              </a:p>
            </p:txBody>
          </p:sp>
          <p:sp>
            <p:nvSpPr>
              <p:cNvPr id="56" name="TextBox 55">
                <a:extLst>
                  <a:ext uri="{FF2B5EF4-FFF2-40B4-BE49-F238E27FC236}">
                    <a16:creationId xmlns:a16="http://schemas.microsoft.com/office/drawing/2014/main" id="{16DE8FBB-4D4A-0A8A-DD56-3E98E12BA91D}"/>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lvl="1" indent="-131763" algn="l" defTabSz="914400" rtl="0" eaLnBrk="1" latinLnBrk="0" hangingPunct="1">
                  <a:lnSpc>
                    <a:spcPct val="90000"/>
                  </a:lnSpc>
                  <a:spcBef>
                    <a:spcPts val="0"/>
                  </a:spcBef>
                  <a:spcAft>
                    <a:spcPts val="300"/>
                  </a:spcAft>
                  <a:buFont typeface="Wingdings" pitchFamily="2" charset="2"/>
                  <a:buChar char="§"/>
                  <a:tabLst/>
                  <a:defRPr/>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57" name="TextBox 56">
                <a:extLst>
                  <a:ext uri="{FF2B5EF4-FFF2-40B4-BE49-F238E27FC236}">
                    <a16:creationId xmlns:a16="http://schemas.microsoft.com/office/drawing/2014/main" id="{8AD18A7E-0DA7-A415-1A1D-919CF2CD8493}"/>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Method 2: </a:t>
                </a:r>
                <a:r>
                  <a:rPr kumimoji="0" lang="en-US" sz="600" b="0"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RESET PLACEHOLDER</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First, delete the existing icon to reset the photo placeholder functionality.</a:t>
                </a:r>
              </a:p>
            </p:txBody>
          </p:sp>
          <p:sp>
            <p:nvSpPr>
              <p:cNvPr id="58" name="TextBox 57">
                <a:extLst>
                  <a:ext uri="{FF2B5EF4-FFF2-40B4-BE49-F238E27FC236}">
                    <a16:creationId xmlns:a16="http://schemas.microsoft.com/office/drawing/2014/main" id="{17E87CEB-0D08-6190-9BCD-AB473DA59675}"/>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You can now add a new icon as normal.</a:t>
                </a:r>
              </a:p>
            </p:txBody>
          </p:sp>
          <p:cxnSp>
            <p:nvCxnSpPr>
              <p:cNvPr id="59" name="Straight Connector 58">
                <a:extLst>
                  <a:ext uri="{FF2B5EF4-FFF2-40B4-BE49-F238E27FC236}">
                    <a16:creationId xmlns:a16="http://schemas.microsoft.com/office/drawing/2014/main" id="{03076FEE-E214-5F57-5C30-DBA7B55CFF07}"/>
                  </a:ext>
                </a:extLst>
              </p:cNvPr>
              <p:cNvCxnSpPr>
                <a:cxnSpLocks/>
              </p:cNvCxnSpPr>
              <p:nvPr userDrawn="1"/>
            </p:nvCxnSpPr>
            <p:spPr>
              <a:xfrm>
                <a:off x="9713479" y="5957047"/>
                <a:ext cx="27000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35C33FD8-B596-ED74-50C4-A1904A4BFA08}"/>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sp>
        <p:nvSpPr>
          <p:cNvPr id="7" name="Footer Placeholder 6">
            <a:extLst>
              <a:ext uri="{FF2B5EF4-FFF2-40B4-BE49-F238E27FC236}">
                <a16:creationId xmlns:a16="http://schemas.microsoft.com/office/drawing/2014/main" id="{F8DFBB3D-0AE5-69F5-A9EF-C49A7246D3AF}"/>
              </a:ext>
            </a:extLst>
          </p:cNvPr>
          <p:cNvSpPr>
            <a:spLocks noGrp="1"/>
          </p:cNvSpPr>
          <p:nvPr>
            <p:ph type="ftr" sz="quarter" idx="27"/>
          </p:nvPr>
        </p:nvSpPr>
        <p:spPr/>
        <p:txBody>
          <a:bodyPr/>
          <a:lstStyle/>
          <a:p>
            <a:endParaRPr lang="en-CA"/>
          </a:p>
        </p:txBody>
      </p:sp>
    </p:spTree>
    <p:extLst>
      <p:ext uri="{BB962C8B-B14F-4D97-AF65-F5344CB8AC3E}">
        <p14:creationId xmlns:p14="http://schemas.microsoft.com/office/powerpoint/2010/main" val="3371297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8" pos="2570"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Column_Black">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DF7D16-FB5B-A236-3D0F-5BF142E7C0B8}"/>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tx2"/>
                </a:solidFill>
                <a:latin typeface="+mj-lt"/>
                <a:ea typeface="+mj-ea"/>
                <a:cs typeface="+mj-cs"/>
              </a:defRPr>
            </a:lvl1pPr>
          </a:lstStyle>
          <a:p>
            <a:r>
              <a:rPr lang="en-US"/>
              <a:t>Two column layout</a:t>
            </a:r>
            <a:br>
              <a:rPr lang="en-US"/>
            </a:br>
            <a:r>
              <a:rPr lang="en-US"/>
              <a:t>Title 2 lines maximum</a:t>
            </a:r>
            <a:endParaRPr lang="en-CA"/>
          </a:p>
        </p:txBody>
      </p:sp>
      <p:sp>
        <p:nvSpPr>
          <p:cNvPr id="8" name="Picture Placeholder 2">
            <a:extLst>
              <a:ext uri="{FF2B5EF4-FFF2-40B4-BE49-F238E27FC236}">
                <a16:creationId xmlns:a16="http://schemas.microsoft.com/office/drawing/2014/main" id="{BDA827D7-28EB-4441-6CCA-2B0C03B56D27}"/>
              </a:ext>
            </a:extLst>
          </p:cNvPr>
          <p:cNvSpPr>
            <a:spLocks noGrp="1" noChangeAspect="1"/>
          </p:cNvSpPr>
          <p:nvPr>
            <p:ph type="pic" sz="quarter" idx="25" hasCustomPrompt="1"/>
          </p:nvPr>
        </p:nvSpPr>
        <p:spPr>
          <a:xfrm>
            <a:off x="531812" y="1601038"/>
            <a:ext cx="835024" cy="835024"/>
          </a:xfrm>
        </p:spPr>
        <p:txBody>
          <a:bodyPr lIns="144000"/>
          <a:lstStyle>
            <a:lvl1pPr marL="0" indent="0">
              <a:buNone/>
              <a:defRPr sz="1400"/>
            </a:lvl1pPr>
          </a:lstStyle>
          <a:p>
            <a:r>
              <a:rPr lang="en-US"/>
              <a:t>Icon</a:t>
            </a:r>
          </a:p>
        </p:txBody>
      </p:sp>
      <p:sp>
        <p:nvSpPr>
          <p:cNvPr id="11" name="Text Placeholder 22">
            <a:extLst>
              <a:ext uri="{FF2B5EF4-FFF2-40B4-BE49-F238E27FC236}">
                <a16:creationId xmlns:a16="http://schemas.microsoft.com/office/drawing/2014/main" id="{702446A2-99D5-4B8F-3663-6D6D7C0900E3}"/>
              </a:ext>
            </a:extLst>
          </p:cNvPr>
          <p:cNvSpPr>
            <a:spLocks noGrp="1"/>
          </p:cNvSpPr>
          <p:nvPr>
            <p:ph type="body" sz="quarter" idx="27" hasCustomPrompt="1"/>
          </p:nvPr>
        </p:nvSpPr>
        <p:spPr>
          <a:xfrm>
            <a:off x="531810" y="2489200"/>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7" name="Text Placeholder 16">
            <a:extLst>
              <a:ext uri="{FF2B5EF4-FFF2-40B4-BE49-F238E27FC236}">
                <a16:creationId xmlns:a16="http://schemas.microsoft.com/office/drawing/2014/main" id="{3A1602AA-A8D3-DBB9-03DE-82B0711162CD}"/>
              </a:ext>
            </a:extLst>
          </p:cNvPr>
          <p:cNvSpPr>
            <a:spLocks noGrp="1"/>
          </p:cNvSpPr>
          <p:nvPr>
            <p:ph type="body" sz="quarter" idx="15" hasCustomPrompt="1"/>
          </p:nvPr>
        </p:nvSpPr>
        <p:spPr>
          <a:xfrm>
            <a:off x="531812" y="3651121"/>
            <a:ext cx="5429386" cy="2508379"/>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Nunc </a:t>
            </a:r>
            <a:r>
              <a:rPr lang="en-US" err="1"/>
              <a:t>viverra</a:t>
            </a:r>
            <a:r>
              <a:rPr lang="en-US"/>
              <a:t> </a:t>
            </a:r>
            <a:r>
              <a:rPr lang="en-US" err="1"/>
              <a:t>imperdiet</a:t>
            </a:r>
            <a:r>
              <a:rPr lang="en-US"/>
              <a:t> </a:t>
            </a:r>
            <a:r>
              <a:rPr lang="en-US" err="1"/>
              <a:t>enim</a:t>
            </a:r>
            <a:r>
              <a:rPr lang="en-US"/>
              <a:t>. </a:t>
            </a:r>
            <a:r>
              <a:rPr lang="en-US" err="1"/>
              <a:t>Fusce</a:t>
            </a:r>
            <a:r>
              <a:rPr lang="en-US"/>
              <a:t> est. </a:t>
            </a:r>
            <a:r>
              <a:rPr lang="en-US" err="1"/>
              <a:t>Vivamus</a:t>
            </a:r>
            <a:r>
              <a:rPr lang="en-US"/>
              <a:t> a </a:t>
            </a:r>
            <a:r>
              <a:rPr lang="en-US" err="1"/>
              <a:t>tellus</a:t>
            </a:r>
            <a:endParaRPr lang="en-US"/>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fames ac </a:t>
            </a:r>
            <a:r>
              <a:rPr lang="en-US" err="1"/>
              <a:t>turpis</a:t>
            </a:r>
            <a:r>
              <a:rPr lang="en-US"/>
              <a:t> </a:t>
            </a:r>
            <a:r>
              <a:rPr lang="en-US" err="1"/>
              <a:t>egestas</a:t>
            </a:r>
            <a:r>
              <a:rPr lang="en-US"/>
              <a:t>. Proin pharetra </a:t>
            </a:r>
            <a:r>
              <a:rPr lang="en-US" err="1"/>
              <a:t>nonummy</a:t>
            </a:r>
            <a:r>
              <a:rPr lang="en-US"/>
              <a:t> </a:t>
            </a:r>
            <a:r>
              <a:rPr lang="en-US" err="1"/>
              <a:t>pede</a:t>
            </a:r>
            <a:r>
              <a:rPr lang="en-US"/>
              <a:t>. </a:t>
            </a:r>
            <a:r>
              <a:rPr lang="en-US" err="1"/>
              <a:t>Mauris</a:t>
            </a:r>
            <a:r>
              <a:rPr lang="en-US"/>
              <a:t> et </a:t>
            </a:r>
            <a:r>
              <a:rPr lang="en-US" err="1"/>
              <a:t>orci</a:t>
            </a:r>
            <a:r>
              <a:rPr lang="en-US"/>
              <a:t>.</a:t>
            </a:r>
          </a:p>
        </p:txBody>
      </p:sp>
      <p:sp>
        <p:nvSpPr>
          <p:cNvPr id="6" name="TextBox 5">
            <a:extLst>
              <a:ext uri="{FF2B5EF4-FFF2-40B4-BE49-F238E27FC236}">
                <a16:creationId xmlns:a16="http://schemas.microsoft.com/office/drawing/2014/main" id="{CD417586-D17D-B05D-5384-E37636F2EE20}"/>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grpSp>
        <p:nvGrpSpPr>
          <p:cNvPr id="37" name="Group 36">
            <a:extLst>
              <a:ext uri="{FF2B5EF4-FFF2-40B4-BE49-F238E27FC236}">
                <a16:creationId xmlns:a16="http://schemas.microsoft.com/office/drawing/2014/main" id="{10F49D17-1776-704C-F74F-C44449FC5E27}"/>
              </a:ext>
            </a:extLst>
          </p:cNvPr>
          <p:cNvGrpSpPr/>
          <p:nvPr userDrawn="1"/>
        </p:nvGrpSpPr>
        <p:grpSpPr>
          <a:xfrm>
            <a:off x="12290489" y="-1"/>
            <a:ext cx="2910882" cy="6858001"/>
            <a:chOff x="12290489" y="-1"/>
            <a:chExt cx="2910882" cy="6858001"/>
          </a:xfrm>
        </p:grpSpPr>
        <p:sp>
          <p:nvSpPr>
            <p:cNvPr id="38" name="Rectangle 37">
              <a:extLst>
                <a:ext uri="{FF2B5EF4-FFF2-40B4-BE49-F238E27FC236}">
                  <a16:creationId xmlns:a16="http://schemas.microsoft.com/office/drawing/2014/main" id="{EDF2EBFD-3940-9CE6-E2E4-A2DB14C55283}"/>
                </a:ext>
              </a:extLst>
            </p:cNvPr>
            <p:cNvSpPr/>
            <p:nvPr userDrawn="1"/>
          </p:nvSpPr>
          <p:spPr>
            <a:xfrm>
              <a:off x="12290489" y="-1"/>
              <a:ext cx="2735151" cy="6858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latin typeface="Aptos" panose="020B0004020202020204" pitchFamily="34" charset="0"/>
                <a:cs typeface="Aparajita" panose="02020603050405020304" pitchFamily="18" charset="0"/>
              </a:endParaRPr>
            </a:p>
          </p:txBody>
        </p:sp>
        <p:sp>
          <p:nvSpPr>
            <p:cNvPr id="39" name="TextBox 38">
              <a:extLst>
                <a:ext uri="{FF2B5EF4-FFF2-40B4-BE49-F238E27FC236}">
                  <a16:creationId xmlns:a16="http://schemas.microsoft.com/office/drawing/2014/main" id="{4FA1526F-D10C-3137-C3EB-5ED0C5512632}"/>
                </a:ext>
              </a:extLst>
            </p:cNvPr>
            <p:cNvSpPr txBox="1"/>
            <p:nvPr userDrawn="1"/>
          </p:nvSpPr>
          <p:spPr>
            <a:xfrm>
              <a:off x="12449814" y="173148"/>
              <a:ext cx="1455527"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lvl="0"/>
              <a:r>
                <a:rPr lang="en-US" b="1">
                  <a:solidFill>
                    <a:schemeClr val="bg1"/>
                  </a:solidFill>
                  <a:latin typeface="Aptos" panose="020B0004020202020204" pitchFamily="34" charset="0"/>
                  <a:cs typeface="Aparajita" panose="02020603050405020304" pitchFamily="18" charset="0"/>
                </a:rPr>
                <a:t>HOW TO ADD AN ICON</a:t>
              </a:r>
            </a:p>
          </p:txBody>
        </p:sp>
        <p:cxnSp>
          <p:nvCxnSpPr>
            <p:cNvPr id="40" name="Straight Connector 39">
              <a:extLst>
                <a:ext uri="{FF2B5EF4-FFF2-40B4-BE49-F238E27FC236}">
                  <a16:creationId xmlns:a16="http://schemas.microsoft.com/office/drawing/2014/main" id="{FDF68A1C-6DE8-56A7-465F-77F758319340}"/>
                </a:ext>
              </a:extLst>
            </p:cNvPr>
            <p:cNvCxnSpPr>
              <a:cxnSpLocks/>
            </p:cNvCxnSpPr>
            <p:nvPr userDrawn="1"/>
          </p:nvCxnSpPr>
          <p:spPr>
            <a:xfrm>
              <a:off x="12449814" y="423012"/>
              <a:ext cx="270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07F427A8-EEBF-A0CE-7522-66C59E5C6DF4}"/>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b="1">
                  <a:latin typeface="Aptos" panose="020B0004020202020204" pitchFamily="34" charset="0"/>
                  <a:cs typeface="Aparajita" panose="02020603050405020304" pitchFamily="18" charset="0"/>
                </a:rPr>
                <a:t>Method 1: </a:t>
              </a:r>
              <a:r>
                <a:rPr lang="en-US" sz="600" b="0">
                  <a:latin typeface="Aptos" panose="020B0004020202020204" pitchFamily="34" charset="0"/>
                  <a:cs typeface="Aparajita" panose="02020603050405020304" pitchFamily="18" charset="0"/>
                </a:rPr>
                <a:t>from file browser</a:t>
              </a:r>
            </a:p>
            <a:p>
              <a:pPr lvl="1">
                <a:buNone/>
              </a:pPr>
              <a:r>
                <a:rPr lang="en-US" sz="1050">
                  <a:latin typeface="Aptos" panose="020B0004020202020204" pitchFamily="34" charset="0"/>
                  <a:cs typeface="Aparajita" panose="02020603050405020304" pitchFamily="18" charset="0"/>
                </a:rPr>
                <a:t>Drag the icon onto the slide.</a:t>
              </a:r>
            </a:p>
            <a:p>
              <a:pPr marL="0" marR="0" lvl="1" indent="0" algn="l" defTabSz="914400" rtl="0" eaLnBrk="1" fontAlgn="auto" latinLnBrk="0" hangingPunct="1">
                <a:lnSpc>
                  <a:spcPct val="90000"/>
                </a:lnSpc>
                <a:spcBef>
                  <a:spcPts val="0"/>
                </a:spcBef>
                <a:spcAft>
                  <a:spcPts val="300"/>
                </a:spcAft>
                <a:buClrTx/>
                <a:buSzTx/>
                <a:buFontTx/>
                <a:buNone/>
                <a:tabLst/>
                <a:defRPr/>
              </a:pPr>
              <a:r>
                <a:rPr lang="en-US" sz="700">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lang="en-US" sz="1000">
                <a:latin typeface="Aptos" panose="020B0004020202020204" pitchFamily="34" charset="0"/>
                <a:cs typeface="Aparajita" panose="02020603050405020304" pitchFamily="18" charset="0"/>
              </a:endParaRPr>
            </a:p>
          </p:txBody>
        </p:sp>
        <p:sp>
          <p:nvSpPr>
            <p:cNvPr id="42" name="TextBox 41">
              <a:extLst>
                <a:ext uri="{FF2B5EF4-FFF2-40B4-BE49-F238E27FC236}">
                  <a16:creationId xmlns:a16="http://schemas.microsoft.com/office/drawing/2014/main" id="{3D7672A3-A78B-1FD0-3F75-6020EC5B3B7F}"/>
                </a:ext>
              </a:extLst>
            </p:cNvPr>
            <p:cNvSpPr txBox="1">
              <a:spLocks noChangeAspect="1"/>
            </p:cNvSpPr>
            <p:nvPr/>
          </p:nvSpPr>
          <p:spPr>
            <a:xfrm>
              <a:off x="12449814" y="566082"/>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1</a:t>
              </a:r>
            </a:p>
          </p:txBody>
        </p:sp>
        <p:sp>
          <p:nvSpPr>
            <p:cNvPr id="43" name="TextBox 42">
              <a:extLst>
                <a:ext uri="{FF2B5EF4-FFF2-40B4-BE49-F238E27FC236}">
                  <a16:creationId xmlns:a16="http://schemas.microsoft.com/office/drawing/2014/main" id="{D220AF2A-18A4-D5E2-CC7A-337576F03CC7}"/>
                </a:ext>
              </a:extLst>
            </p:cNvPr>
            <p:cNvSpPr txBox="1">
              <a:spLocks noChangeAspect="1"/>
            </p:cNvSpPr>
            <p:nvPr/>
          </p:nvSpPr>
          <p:spPr>
            <a:xfrm>
              <a:off x="12449814" y="1018081"/>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2</a:t>
              </a:r>
            </a:p>
          </p:txBody>
        </p:sp>
        <p:sp>
          <p:nvSpPr>
            <p:cNvPr id="44" name="TextBox 43">
              <a:extLst>
                <a:ext uri="{FF2B5EF4-FFF2-40B4-BE49-F238E27FC236}">
                  <a16:creationId xmlns:a16="http://schemas.microsoft.com/office/drawing/2014/main" id="{9345F942-0D58-8E65-B8C6-D2AA00933647}"/>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0">
                <a:spcBef>
                  <a:spcPts val="700"/>
                </a:spcBef>
              </a:pPr>
              <a:r>
                <a:rPr lang="en-US">
                  <a:latin typeface="Aptos" panose="020B0004020202020204" pitchFamily="34" charset="0"/>
                  <a:cs typeface="Aparajita" panose="02020603050405020304" pitchFamily="18" charset="0"/>
                </a:rPr>
                <a:t>Source icon from the </a:t>
              </a:r>
              <a:br>
                <a:rPr lang="en-US">
                  <a:latin typeface="Aptos" panose="020B0004020202020204" pitchFamily="34" charset="0"/>
                  <a:cs typeface="Aparajita" panose="02020603050405020304" pitchFamily="18" charset="0"/>
                </a:rPr>
              </a:br>
              <a:r>
                <a:rPr lang="en-US">
                  <a:solidFill>
                    <a:schemeClr val="accent1"/>
                  </a:solidFill>
                  <a:latin typeface="Aptos" panose="020B0004020202020204" pitchFamily="34" charset="0"/>
                  <a:cs typeface="Aparajita" panose="02020603050405020304" pitchFamily="18" charset="0"/>
                </a:rPr>
                <a:t>Qualcomm Icon Library</a:t>
              </a:r>
            </a:p>
            <a:p>
              <a:pPr lvl="0">
                <a:spcBef>
                  <a:spcPts val="700"/>
                </a:spcBef>
              </a:pPr>
              <a:r>
                <a:rPr lang="en-US">
                  <a:latin typeface="Aptos" panose="020B0004020202020204" pitchFamily="34" charset="0"/>
                  <a:cs typeface="Aparajita" panose="02020603050405020304" pitchFamily="18" charset="0"/>
                </a:rPr>
                <a:t>Add the icon to the placeholder.</a:t>
              </a:r>
            </a:p>
          </p:txBody>
        </p:sp>
        <p:sp>
          <p:nvSpPr>
            <p:cNvPr id="45" name="TextBox 44">
              <a:extLst>
                <a:ext uri="{FF2B5EF4-FFF2-40B4-BE49-F238E27FC236}">
                  <a16:creationId xmlns:a16="http://schemas.microsoft.com/office/drawing/2014/main" id="{7AD4600F-A71F-1EBC-44F0-2E985C054719}"/>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2: </a:t>
              </a:r>
              <a:r>
                <a:rPr lang="en-US" sz="600" b="0">
                  <a:latin typeface="Aptos" panose="020B0004020202020204" pitchFamily="34" charset="0"/>
                  <a:cs typeface="Aparajita" panose="02020603050405020304" pitchFamily="18" charset="0"/>
                </a:rPr>
                <a:t>Paste from clipboard</a:t>
              </a:r>
            </a:p>
            <a:p>
              <a:pPr lvl="1">
                <a:buNone/>
              </a:pPr>
              <a:r>
                <a:rPr lang="en-US" sz="1050">
                  <a:latin typeface="Aptos" panose="020B0004020202020204" pitchFamily="34" charset="0"/>
                  <a:cs typeface="Aparajita" panose="02020603050405020304" pitchFamily="18" charset="0"/>
                </a:rPr>
                <a:t>Select the icon placeholder.</a:t>
              </a:r>
            </a:p>
            <a:p>
              <a:pPr lvl="1">
                <a:buNone/>
              </a:pPr>
              <a:r>
                <a:rPr lang="en-US" sz="1050">
                  <a:latin typeface="Aptos" panose="020B0004020202020204" pitchFamily="34" charset="0"/>
                  <a:cs typeface="Aparajita" panose="02020603050405020304" pitchFamily="18" charset="0"/>
                </a:rPr>
                <a:t>Right-click or use keyboard shortcuts to paste the icon.</a:t>
              </a:r>
            </a:p>
          </p:txBody>
        </p:sp>
        <p:sp>
          <p:nvSpPr>
            <p:cNvPr id="46" name="TextBox 45">
              <a:extLst>
                <a:ext uri="{FF2B5EF4-FFF2-40B4-BE49-F238E27FC236}">
                  <a16:creationId xmlns:a16="http://schemas.microsoft.com/office/drawing/2014/main" id="{4A580109-8D86-1BB1-008B-25C45ADD515F}"/>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3: </a:t>
              </a:r>
              <a:r>
                <a:rPr lang="en-US" sz="600" b="0">
                  <a:latin typeface="Aptos" panose="020B0004020202020204" pitchFamily="34" charset="0"/>
                  <a:cs typeface="Aparajita" panose="02020603050405020304" pitchFamily="18" charset="0"/>
                </a:rPr>
                <a:t>Placeholder icon</a:t>
              </a:r>
            </a:p>
            <a:p>
              <a:pPr lvl="1">
                <a:buNone/>
              </a:pPr>
              <a:r>
                <a:rPr lang="en-US" sz="1050">
                  <a:latin typeface="Aptos" panose="020B0004020202020204" pitchFamily="34" charset="0"/>
                  <a:cs typeface="Aparajita" panose="02020603050405020304" pitchFamily="18" charset="0"/>
                </a:rPr>
                <a:t>Click the image icon inside the placeholder to browse for an icon.</a:t>
              </a:r>
            </a:p>
          </p:txBody>
        </p:sp>
        <p:grpSp>
          <p:nvGrpSpPr>
            <p:cNvPr id="47" name="Group 46">
              <a:extLst>
                <a:ext uri="{FF2B5EF4-FFF2-40B4-BE49-F238E27FC236}">
                  <a16:creationId xmlns:a16="http://schemas.microsoft.com/office/drawing/2014/main" id="{BD59EE4B-AD30-EDD9-596F-D986D6B32612}"/>
                </a:ext>
              </a:extLst>
            </p:cNvPr>
            <p:cNvGrpSpPr/>
            <p:nvPr userDrawn="1"/>
          </p:nvGrpSpPr>
          <p:grpSpPr>
            <a:xfrm>
              <a:off x="12429548" y="3236396"/>
              <a:ext cx="2735151" cy="1280928"/>
              <a:chOff x="9286315" y="6976989"/>
              <a:chExt cx="2735151" cy="1280928"/>
            </a:xfrm>
          </p:grpSpPr>
          <p:sp>
            <p:nvSpPr>
              <p:cNvPr id="58" name="Rectangle 57">
                <a:extLst>
                  <a:ext uri="{FF2B5EF4-FFF2-40B4-BE49-F238E27FC236}">
                    <a16:creationId xmlns:a16="http://schemas.microsoft.com/office/drawing/2014/main" id="{49D5E409-C37A-B0A2-33BB-0359BF510F25}"/>
                  </a:ext>
                </a:extLst>
              </p:cNvPr>
              <p:cNvSpPr/>
              <p:nvPr userDrawn="1"/>
            </p:nvSpPr>
            <p:spPr>
              <a:xfrm>
                <a:off x="9286315" y="6976989"/>
                <a:ext cx="2735151" cy="128092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59" name="TextBox 58">
                <a:extLst>
                  <a:ext uri="{FF2B5EF4-FFF2-40B4-BE49-F238E27FC236}">
                    <a16:creationId xmlns:a16="http://schemas.microsoft.com/office/drawing/2014/main" id="{EDB34C46-268C-7C96-AE28-BFE240E2A471}"/>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Cropping Graphics</a:t>
                </a:r>
              </a:p>
            </p:txBody>
          </p:sp>
          <p:pic>
            <p:nvPicPr>
              <p:cNvPr id="60" name="Graphic 59">
                <a:extLst>
                  <a:ext uri="{FF2B5EF4-FFF2-40B4-BE49-F238E27FC236}">
                    <a16:creationId xmlns:a16="http://schemas.microsoft.com/office/drawing/2014/main" id="{6875A335-18CC-8BF6-B5D9-843B33D62FF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61" name="TextBox 60">
                <a:extLst>
                  <a:ext uri="{FF2B5EF4-FFF2-40B4-BE49-F238E27FC236}">
                    <a16:creationId xmlns:a16="http://schemas.microsoft.com/office/drawing/2014/main" id="{4C322459-BC36-4B8E-CFAE-B94820CAD349}"/>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Right-click on the icon.</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Choose “Crop” from the menu. (           )</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Adjust the size and position of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Press Esc or click outside the image area to exit the cropping mode.</a:t>
                </a:r>
              </a:p>
            </p:txBody>
          </p:sp>
          <p:pic>
            <p:nvPicPr>
              <p:cNvPr id="62" name="Picture 61">
                <a:extLst>
                  <a:ext uri="{FF2B5EF4-FFF2-40B4-BE49-F238E27FC236}">
                    <a16:creationId xmlns:a16="http://schemas.microsoft.com/office/drawing/2014/main" id="{9ED8ECBA-C3F7-5048-0976-D24D59563826}"/>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63" name="TextBox 62">
                <a:extLst>
                  <a:ext uri="{FF2B5EF4-FFF2-40B4-BE49-F238E27FC236}">
                    <a16:creationId xmlns:a16="http://schemas.microsoft.com/office/drawing/2014/main" id="{754B0BA7-750B-D607-DC5A-F4F85F52221F}"/>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nvGrpSpPr>
            <p:cNvPr id="48" name="Group 47">
              <a:extLst>
                <a:ext uri="{FF2B5EF4-FFF2-40B4-BE49-F238E27FC236}">
                  <a16:creationId xmlns:a16="http://schemas.microsoft.com/office/drawing/2014/main" id="{279BE43B-F235-6EAE-7BF8-457F5AEADC82}"/>
                </a:ext>
              </a:extLst>
            </p:cNvPr>
            <p:cNvGrpSpPr/>
            <p:nvPr userDrawn="1"/>
          </p:nvGrpSpPr>
          <p:grpSpPr>
            <a:xfrm>
              <a:off x="12429548" y="4543123"/>
              <a:ext cx="2735151" cy="2200108"/>
              <a:chOff x="9538241" y="5155416"/>
              <a:chExt cx="2735151" cy="2200108"/>
            </a:xfrm>
          </p:grpSpPr>
          <p:sp>
            <p:nvSpPr>
              <p:cNvPr id="49" name="Rectangle 48">
                <a:extLst>
                  <a:ext uri="{FF2B5EF4-FFF2-40B4-BE49-F238E27FC236}">
                    <a16:creationId xmlns:a16="http://schemas.microsoft.com/office/drawing/2014/main" id="{9BF2F786-4459-B79C-0B6C-AE60936F3550}"/>
                  </a:ext>
                </a:extLst>
              </p:cNvPr>
              <p:cNvSpPr/>
              <p:nvPr userDrawn="1"/>
            </p:nvSpPr>
            <p:spPr>
              <a:xfrm>
                <a:off x="9538241" y="5155416"/>
                <a:ext cx="2735151" cy="220010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50" name="TextBox 49">
                <a:extLst>
                  <a:ext uri="{FF2B5EF4-FFF2-40B4-BE49-F238E27FC236}">
                    <a16:creationId xmlns:a16="http://schemas.microsoft.com/office/drawing/2014/main" id="{6EE5E131-DBB4-125E-2F8F-2AA225201E4E}"/>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Changing Icons</a:t>
                </a:r>
              </a:p>
            </p:txBody>
          </p:sp>
          <p:pic>
            <p:nvPicPr>
              <p:cNvPr id="51" name="Graphic 50">
                <a:extLst>
                  <a:ext uri="{FF2B5EF4-FFF2-40B4-BE49-F238E27FC236}">
                    <a16:creationId xmlns:a16="http://schemas.microsoft.com/office/drawing/2014/main" id="{13C7612B-4333-2101-D385-32A0F080162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52" name="TextBox 51">
                <a:extLst>
                  <a:ext uri="{FF2B5EF4-FFF2-40B4-BE49-F238E27FC236}">
                    <a16:creationId xmlns:a16="http://schemas.microsoft.com/office/drawing/2014/main" id="{92246FC0-FE5E-C371-C5FE-0C06A53AB56F}"/>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600" b="1" kern="1200" cap="all" spc="20" baseline="0" noProof="0">
                    <a:solidFill>
                      <a:schemeClr val="tx1"/>
                    </a:solidFill>
                    <a:latin typeface="Aptos" panose="020B0004020202020204" pitchFamily="34" charset="0"/>
                    <a:ea typeface="+mn-ea"/>
                    <a:cs typeface="Aparajita" panose="02020603050405020304" pitchFamily="18" charset="0"/>
                  </a:rPr>
                  <a:t>Method 1: </a:t>
                </a:r>
                <a:r>
                  <a:rPr lang="en-US" sz="600" b="0" kern="1200" cap="all" spc="20" baseline="0" noProof="0">
                    <a:solidFill>
                      <a:schemeClr val="tx1"/>
                    </a:solidFill>
                    <a:latin typeface="Aptos" panose="020B0004020202020204" pitchFamily="34" charset="0"/>
                    <a:ea typeface="+mn-ea"/>
                    <a:cs typeface="Aparajita" panose="02020603050405020304" pitchFamily="18" charset="0"/>
                  </a:rPr>
                  <a:t>RIGHT CLICK</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Right-click on icon and select “Change Picture”</a:t>
                </a:r>
              </a:p>
            </p:txBody>
          </p:sp>
          <p:sp>
            <p:nvSpPr>
              <p:cNvPr id="53" name="TextBox 52">
                <a:extLst>
                  <a:ext uri="{FF2B5EF4-FFF2-40B4-BE49-F238E27FC236}">
                    <a16:creationId xmlns:a16="http://schemas.microsoft.com/office/drawing/2014/main" id="{7D86C7BB-19BF-2243-ABDF-E97B5A6A49DB}"/>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lvl="1" indent="-131763" algn="l" defTabSz="914400" rtl="0" eaLnBrk="1" latinLnBrk="0" hangingPunct="1">
                  <a:lnSpc>
                    <a:spcPct val="90000"/>
                  </a:lnSpc>
                  <a:spcBef>
                    <a:spcPts val="0"/>
                  </a:spcBef>
                  <a:spcAft>
                    <a:spcPts val="300"/>
                  </a:spcAft>
                  <a:buFont typeface="Wingdings" pitchFamily="2" charset="2"/>
                  <a:buChar char="§"/>
                  <a:tabLst/>
                  <a:defRPr/>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54" name="TextBox 53">
                <a:extLst>
                  <a:ext uri="{FF2B5EF4-FFF2-40B4-BE49-F238E27FC236}">
                    <a16:creationId xmlns:a16="http://schemas.microsoft.com/office/drawing/2014/main" id="{A1904FFB-C739-0F90-C7F5-DA9DED094FAB}"/>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Method 2: </a:t>
                </a:r>
                <a:r>
                  <a:rPr kumimoji="0" lang="en-US" sz="600" b="0"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RESET PLACEHOLDER</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First, delete the existing icon to reset the photo placeholder functionality.</a:t>
                </a:r>
              </a:p>
            </p:txBody>
          </p:sp>
          <p:sp>
            <p:nvSpPr>
              <p:cNvPr id="55" name="TextBox 54">
                <a:extLst>
                  <a:ext uri="{FF2B5EF4-FFF2-40B4-BE49-F238E27FC236}">
                    <a16:creationId xmlns:a16="http://schemas.microsoft.com/office/drawing/2014/main" id="{ACB1AC66-5C4B-469C-9B82-3DEC7748C8C2}"/>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You can now add a new icon as normal.</a:t>
                </a:r>
              </a:p>
            </p:txBody>
          </p:sp>
          <p:cxnSp>
            <p:nvCxnSpPr>
              <p:cNvPr id="56" name="Straight Connector 55">
                <a:extLst>
                  <a:ext uri="{FF2B5EF4-FFF2-40B4-BE49-F238E27FC236}">
                    <a16:creationId xmlns:a16="http://schemas.microsoft.com/office/drawing/2014/main" id="{59F4B141-EF3E-3F29-C00E-0D1B85F79C61}"/>
                  </a:ext>
                </a:extLst>
              </p:cNvPr>
              <p:cNvCxnSpPr>
                <a:cxnSpLocks/>
              </p:cNvCxnSpPr>
              <p:nvPr userDrawn="1"/>
            </p:nvCxnSpPr>
            <p:spPr>
              <a:xfrm>
                <a:off x="9713479" y="5957047"/>
                <a:ext cx="27000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0FA8221B-19B5-DF1D-3769-8CEB0E2CD3AB}"/>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sp>
        <p:nvSpPr>
          <p:cNvPr id="2" name="Footer Placeholder 1">
            <a:extLst>
              <a:ext uri="{FF2B5EF4-FFF2-40B4-BE49-F238E27FC236}">
                <a16:creationId xmlns:a16="http://schemas.microsoft.com/office/drawing/2014/main" id="{A85A980C-84E3-2D1C-3C83-37EF671921AD}"/>
              </a:ext>
            </a:extLst>
          </p:cNvPr>
          <p:cNvSpPr>
            <a:spLocks noGrp="1"/>
          </p:cNvSpPr>
          <p:nvPr>
            <p:ph type="ftr" sz="quarter" idx="32"/>
          </p:nvPr>
        </p:nvSpPr>
        <p:spPr/>
        <p:txBody>
          <a:bodyPr/>
          <a:lstStyle/>
          <a:p>
            <a:endParaRPr lang="en-CA"/>
          </a:p>
        </p:txBody>
      </p:sp>
      <p:sp>
        <p:nvSpPr>
          <p:cNvPr id="9" name="Picture Placeholder 2">
            <a:extLst>
              <a:ext uri="{FF2B5EF4-FFF2-40B4-BE49-F238E27FC236}">
                <a16:creationId xmlns:a16="http://schemas.microsoft.com/office/drawing/2014/main" id="{549703AA-9655-8130-40CE-159745CE956D}"/>
              </a:ext>
            </a:extLst>
          </p:cNvPr>
          <p:cNvSpPr>
            <a:spLocks noGrp="1" noChangeAspect="1"/>
          </p:cNvSpPr>
          <p:nvPr>
            <p:ph type="pic" sz="quarter" idx="33" hasCustomPrompt="1"/>
          </p:nvPr>
        </p:nvSpPr>
        <p:spPr>
          <a:xfrm>
            <a:off x="6240018" y="1601038"/>
            <a:ext cx="835024" cy="835024"/>
          </a:xfrm>
        </p:spPr>
        <p:txBody>
          <a:bodyPr lIns="144000"/>
          <a:lstStyle>
            <a:lvl1pPr marL="0" indent="0">
              <a:buNone/>
              <a:defRPr sz="1400"/>
            </a:lvl1pPr>
          </a:lstStyle>
          <a:p>
            <a:r>
              <a:rPr lang="en-US"/>
              <a:t>Icon</a:t>
            </a:r>
          </a:p>
        </p:txBody>
      </p:sp>
      <p:sp>
        <p:nvSpPr>
          <p:cNvPr id="10" name="Text Placeholder 22">
            <a:extLst>
              <a:ext uri="{FF2B5EF4-FFF2-40B4-BE49-F238E27FC236}">
                <a16:creationId xmlns:a16="http://schemas.microsoft.com/office/drawing/2014/main" id="{5DE8ED68-428F-47DF-6FEA-AE7FB9D8D15D}"/>
              </a:ext>
            </a:extLst>
          </p:cNvPr>
          <p:cNvSpPr>
            <a:spLocks noGrp="1"/>
          </p:cNvSpPr>
          <p:nvPr>
            <p:ph type="body" sz="quarter" idx="34" hasCustomPrompt="1"/>
          </p:nvPr>
        </p:nvSpPr>
        <p:spPr>
          <a:xfrm>
            <a:off x="6240018" y="2489200"/>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2" name="Text Placeholder 16">
            <a:extLst>
              <a:ext uri="{FF2B5EF4-FFF2-40B4-BE49-F238E27FC236}">
                <a16:creationId xmlns:a16="http://schemas.microsoft.com/office/drawing/2014/main" id="{324B9E31-F60C-0248-1D39-D3565D40F967}"/>
              </a:ext>
            </a:extLst>
          </p:cNvPr>
          <p:cNvSpPr>
            <a:spLocks noGrp="1"/>
          </p:cNvSpPr>
          <p:nvPr>
            <p:ph type="body" sz="quarter" idx="35" hasCustomPrompt="1"/>
          </p:nvPr>
        </p:nvSpPr>
        <p:spPr>
          <a:xfrm>
            <a:off x="6240018" y="3651121"/>
            <a:ext cx="5429386" cy="2508379"/>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Nunc </a:t>
            </a:r>
            <a:r>
              <a:rPr lang="en-US" err="1"/>
              <a:t>viverra</a:t>
            </a:r>
            <a:r>
              <a:rPr lang="en-US"/>
              <a:t> </a:t>
            </a:r>
            <a:r>
              <a:rPr lang="en-US" err="1"/>
              <a:t>imperdiet</a:t>
            </a:r>
            <a:r>
              <a:rPr lang="en-US"/>
              <a:t> </a:t>
            </a:r>
            <a:r>
              <a:rPr lang="en-US" err="1"/>
              <a:t>enim</a:t>
            </a:r>
            <a:r>
              <a:rPr lang="en-US"/>
              <a:t>. </a:t>
            </a:r>
            <a:r>
              <a:rPr lang="en-US" err="1"/>
              <a:t>Fusce</a:t>
            </a:r>
            <a:r>
              <a:rPr lang="en-US"/>
              <a:t> est. </a:t>
            </a:r>
            <a:r>
              <a:rPr lang="en-US" err="1"/>
              <a:t>Vivamus</a:t>
            </a:r>
            <a:r>
              <a:rPr lang="en-US"/>
              <a:t> a </a:t>
            </a:r>
            <a:r>
              <a:rPr lang="en-US" err="1"/>
              <a:t>tellus</a:t>
            </a:r>
            <a:endParaRPr lang="en-US"/>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fames ac </a:t>
            </a:r>
            <a:r>
              <a:rPr lang="en-US" err="1"/>
              <a:t>turpis</a:t>
            </a:r>
            <a:r>
              <a:rPr lang="en-US"/>
              <a:t> </a:t>
            </a:r>
            <a:r>
              <a:rPr lang="en-US" err="1"/>
              <a:t>egestas</a:t>
            </a:r>
            <a:r>
              <a:rPr lang="en-US"/>
              <a:t>. Proin pharetra </a:t>
            </a:r>
            <a:r>
              <a:rPr lang="en-US" err="1"/>
              <a:t>nonummy</a:t>
            </a:r>
            <a:r>
              <a:rPr lang="en-US"/>
              <a:t> </a:t>
            </a:r>
            <a:r>
              <a:rPr lang="en-US" err="1"/>
              <a:t>pede</a:t>
            </a:r>
            <a:r>
              <a:rPr lang="en-US"/>
              <a:t>. </a:t>
            </a:r>
            <a:r>
              <a:rPr lang="en-US" err="1"/>
              <a:t>Mauris</a:t>
            </a:r>
            <a:r>
              <a:rPr lang="en-US"/>
              <a:t> et </a:t>
            </a:r>
            <a:r>
              <a:rPr lang="en-US" err="1"/>
              <a:t>orci</a:t>
            </a:r>
            <a:r>
              <a:rPr lang="en-US"/>
              <a:t>.</a:t>
            </a:r>
          </a:p>
        </p:txBody>
      </p:sp>
    </p:spTree>
    <p:extLst>
      <p:ext uri="{BB962C8B-B14F-4D97-AF65-F5344CB8AC3E}">
        <p14:creationId xmlns:p14="http://schemas.microsoft.com/office/powerpoint/2010/main" val="941047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hree Column_Black">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2588C0-C7B7-463F-660E-0A4A3FD24785}"/>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tx2"/>
                </a:solidFill>
                <a:latin typeface="+mj-lt"/>
                <a:ea typeface="+mj-ea"/>
                <a:cs typeface="+mj-cs"/>
              </a:defRPr>
            </a:lvl1pPr>
          </a:lstStyle>
          <a:p>
            <a:r>
              <a:rPr lang="en-US"/>
              <a:t>Three column layout</a:t>
            </a:r>
            <a:br>
              <a:rPr lang="en-US"/>
            </a:br>
            <a:r>
              <a:rPr lang="en-US"/>
              <a:t>Title 2 lines maximum</a:t>
            </a:r>
            <a:endParaRPr lang="en-CA"/>
          </a:p>
        </p:txBody>
      </p:sp>
      <p:sp>
        <p:nvSpPr>
          <p:cNvPr id="6" name="Picture Placeholder 2">
            <a:extLst>
              <a:ext uri="{FF2B5EF4-FFF2-40B4-BE49-F238E27FC236}">
                <a16:creationId xmlns:a16="http://schemas.microsoft.com/office/drawing/2014/main" id="{029115E3-9D47-7E7E-69DC-D8DCC36D5A95}"/>
              </a:ext>
            </a:extLst>
          </p:cNvPr>
          <p:cNvSpPr>
            <a:spLocks noGrp="1" noChangeAspect="1"/>
          </p:cNvSpPr>
          <p:nvPr>
            <p:ph type="pic" sz="quarter" idx="29" hasCustomPrompt="1"/>
          </p:nvPr>
        </p:nvSpPr>
        <p:spPr>
          <a:xfrm>
            <a:off x="531811" y="1601038"/>
            <a:ext cx="835024" cy="835024"/>
          </a:xfrm>
        </p:spPr>
        <p:txBody>
          <a:bodyPr lIns="144000"/>
          <a:lstStyle>
            <a:lvl1pPr marL="0" indent="0">
              <a:buNone/>
              <a:defRPr sz="1400"/>
            </a:lvl1pPr>
          </a:lstStyle>
          <a:p>
            <a:r>
              <a:rPr lang="en-US"/>
              <a:t>Icon</a:t>
            </a:r>
          </a:p>
        </p:txBody>
      </p:sp>
      <p:sp>
        <p:nvSpPr>
          <p:cNvPr id="23" name="TextBox 22">
            <a:extLst>
              <a:ext uri="{FF2B5EF4-FFF2-40B4-BE49-F238E27FC236}">
                <a16:creationId xmlns:a16="http://schemas.microsoft.com/office/drawing/2014/main" id="{EDE40922-B18A-2DF9-C121-EF497B173DA5}"/>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grpSp>
        <p:nvGrpSpPr>
          <p:cNvPr id="40" name="Group 39">
            <a:extLst>
              <a:ext uri="{FF2B5EF4-FFF2-40B4-BE49-F238E27FC236}">
                <a16:creationId xmlns:a16="http://schemas.microsoft.com/office/drawing/2014/main" id="{C3479EAD-810E-2127-DFE4-C119FFAAF25F}"/>
              </a:ext>
            </a:extLst>
          </p:cNvPr>
          <p:cNvGrpSpPr/>
          <p:nvPr userDrawn="1"/>
        </p:nvGrpSpPr>
        <p:grpSpPr>
          <a:xfrm>
            <a:off x="12290489" y="-1"/>
            <a:ext cx="2910882" cy="6858001"/>
            <a:chOff x="12290489" y="-1"/>
            <a:chExt cx="2910882" cy="6858001"/>
          </a:xfrm>
        </p:grpSpPr>
        <p:sp>
          <p:nvSpPr>
            <p:cNvPr id="41" name="Rectangle 40">
              <a:extLst>
                <a:ext uri="{FF2B5EF4-FFF2-40B4-BE49-F238E27FC236}">
                  <a16:creationId xmlns:a16="http://schemas.microsoft.com/office/drawing/2014/main" id="{5BDB44CD-9F2B-F58C-094C-02B9892CF15A}"/>
                </a:ext>
              </a:extLst>
            </p:cNvPr>
            <p:cNvSpPr/>
            <p:nvPr userDrawn="1"/>
          </p:nvSpPr>
          <p:spPr>
            <a:xfrm>
              <a:off x="12290489" y="-1"/>
              <a:ext cx="2735151" cy="6858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latin typeface="Aptos" panose="020B0004020202020204" pitchFamily="34" charset="0"/>
                <a:cs typeface="Aparajita" panose="02020603050405020304" pitchFamily="18" charset="0"/>
              </a:endParaRPr>
            </a:p>
          </p:txBody>
        </p:sp>
        <p:sp>
          <p:nvSpPr>
            <p:cNvPr id="42" name="TextBox 41">
              <a:extLst>
                <a:ext uri="{FF2B5EF4-FFF2-40B4-BE49-F238E27FC236}">
                  <a16:creationId xmlns:a16="http://schemas.microsoft.com/office/drawing/2014/main" id="{FB15FE9D-716F-C274-7D27-8D223E8ABE60}"/>
                </a:ext>
              </a:extLst>
            </p:cNvPr>
            <p:cNvSpPr txBox="1"/>
            <p:nvPr userDrawn="1"/>
          </p:nvSpPr>
          <p:spPr>
            <a:xfrm>
              <a:off x="12449814" y="173148"/>
              <a:ext cx="1455527"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lvl="0"/>
              <a:r>
                <a:rPr lang="en-US" b="1">
                  <a:solidFill>
                    <a:schemeClr val="bg1"/>
                  </a:solidFill>
                  <a:latin typeface="Aptos" panose="020B0004020202020204" pitchFamily="34" charset="0"/>
                  <a:cs typeface="Aparajita" panose="02020603050405020304" pitchFamily="18" charset="0"/>
                </a:rPr>
                <a:t>HOW TO ADD AN ICON</a:t>
              </a:r>
            </a:p>
          </p:txBody>
        </p:sp>
        <p:cxnSp>
          <p:nvCxnSpPr>
            <p:cNvPr id="43" name="Straight Connector 42">
              <a:extLst>
                <a:ext uri="{FF2B5EF4-FFF2-40B4-BE49-F238E27FC236}">
                  <a16:creationId xmlns:a16="http://schemas.microsoft.com/office/drawing/2014/main" id="{8E80D713-C5E7-B361-2F72-50AD4046E3F8}"/>
                </a:ext>
              </a:extLst>
            </p:cNvPr>
            <p:cNvCxnSpPr>
              <a:cxnSpLocks/>
            </p:cNvCxnSpPr>
            <p:nvPr userDrawn="1"/>
          </p:nvCxnSpPr>
          <p:spPr>
            <a:xfrm>
              <a:off x="12449814" y="423012"/>
              <a:ext cx="270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D3B814A9-8A88-5DDE-79A3-1B2EF1A66658}"/>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b="1">
                  <a:latin typeface="Aptos" panose="020B0004020202020204" pitchFamily="34" charset="0"/>
                  <a:cs typeface="Aparajita" panose="02020603050405020304" pitchFamily="18" charset="0"/>
                </a:rPr>
                <a:t>Method 1: </a:t>
              </a:r>
              <a:r>
                <a:rPr lang="en-US" sz="600" b="0">
                  <a:latin typeface="Aptos" panose="020B0004020202020204" pitchFamily="34" charset="0"/>
                  <a:cs typeface="Aparajita" panose="02020603050405020304" pitchFamily="18" charset="0"/>
                </a:rPr>
                <a:t>from file browser</a:t>
              </a:r>
            </a:p>
            <a:p>
              <a:pPr lvl="1">
                <a:buNone/>
              </a:pPr>
              <a:r>
                <a:rPr lang="en-US" sz="1050">
                  <a:latin typeface="Aptos" panose="020B0004020202020204" pitchFamily="34" charset="0"/>
                  <a:cs typeface="Aparajita" panose="02020603050405020304" pitchFamily="18" charset="0"/>
                </a:rPr>
                <a:t>Drag the icon onto the slide.</a:t>
              </a:r>
            </a:p>
            <a:p>
              <a:pPr marL="0" marR="0" lvl="1" indent="0" algn="l" defTabSz="914400" rtl="0" eaLnBrk="1" fontAlgn="auto" latinLnBrk="0" hangingPunct="1">
                <a:lnSpc>
                  <a:spcPct val="90000"/>
                </a:lnSpc>
                <a:spcBef>
                  <a:spcPts val="0"/>
                </a:spcBef>
                <a:spcAft>
                  <a:spcPts val="300"/>
                </a:spcAft>
                <a:buClrTx/>
                <a:buSzTx/>
                <a:buFontTx/>
                <a:buNone/>
                <a:tabLst/>
                <a:defRPr/>
              </a:pPr>
              <a:r>
                <a:rPr lang="en-US" sz="700">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lang="en-US" sz="1000">
                <a:latin typeface="Aptos" panose="020B0004020202020204" pitchFamily="34" charset="0"/>
                <a:cs typeface="Aparajita" panose="02020603050405020304" pitchFamily="18" charset="0"/>
              </a:endParaRPr>
            </a:p>
          </p:txBody>
        </p:sp>
        <p:sp>
          <p:nvSpPr>
            <p:cNvPr id="45" name="TextBox 44">
              <a:extLst>
                <a:ext uri="{FF2B5EF4-FFF2-40B4-BE49-F238E27FC236}">
                  <a16:creationId xmlns:a16="http://schemas.microsoft.com/office/drawing/2014/main" id="{D615C7A9-E29B-21F9-E2E8-C923E8968F3E}"/>
                </a:ext>
              </a:extLst>
            </p:cNvPr>
            <p:cNvSpPr txBox="1">
              <a:spLocks noChangeAspect="1"/>
            </p:cNvSpPr>
            <p:nvPr/>
          </p:nvSpPr>
          <p:spPr>
            <a:xfrm>
              <a:off x="12449814" y="566082"/>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1</a:t>
              </a:r>
            </a:p>
          </p:txBody>
        </p:sp>
        <p:sp>
          <p:nvSpPr>
            <p:cNvPr id="46" name="TextBox 45">
              <a:extLst>
                <a:ext uri="{FF2B5EF4-FFF2-40B4-BE49-F238E27FC236}">
                  <a16:creationId xmlns:a16="http://schemas.microsoft.com/office/drawing/2014/main" id="{3EA8DC82-0D60-6232-3BC9-24A65D14C00F}"/>
                </a:ext>
              </a:extLst>
            </p:cNvPr>
            <p:cNvSpPr txBox="1">
              <a:spLocks noChangeAspect="1"/>
            </p:cNvSpPr>
            <p:nvPr/>
          </p:nvSpPr>
          <p:spPr>
            <a:xfrm>
              <a:off x="12449814" y="1018081"/>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2</a:t>
              </a:r>
            </a:p>
          </p:txBody>
        </p:sp>
        <p:sp>
          <p:nvSpPr>
            <p:cNvPr id="47" name="TextBox 46">
              <a:extLst>
                <a:ext uri="{FF2B5EF4-FFF2-40B4-BE49-F238E27FC236}">
                  <a16:creationId xmlns:a16="http://schemas.microsoft.com/office/drawing/2014/main" id="{8FB3888D-CF08-9A5E-6087-0A96D2561366}"/>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0">
                <a:spcBef>
                  <a:spcPts val="700"/>
                </a:spcBef>
              </a:pPr>
              <a:r>
                <a:rPr lang="en-US">
                  <a:latin typeface="Aptos" panose="020B0004020202020204" pitchFamily="34" charset="0"/>
                  <a:cs typeface="Aparajita" panose="02020603050405020304" pitchFamily="18" charset="0"/>
                </a:rPr>
                <a:t>Source icon from the </a:t>
              </a:r>
              <a:br>
                <a:rPr lang="en-US">
                  <a:latin typeface="Aptos" panose="020B0004020202020204" pitchFamily="34" charset="0"/>
                  <a:cs typeface="Aparajita" panose="02020603050405020304" pitchFamily="18" charset="0"/>
                </a:rPr>
              </a:br>
              <a:r>
                <a:rPr lang="en-US">
                  <a:solidFill>
                    <a:schemeClr val="accent1"/>
                  </a:solidFill>
                  <a:latin typeface="Aptos" panose="020B0004020202020204" pitchFamily="34" charset="0"/>
                  <a:cs typeface="Aparajita" panose="02020603050405020304" pitchFamily="18" charset="0"/>
                </a:rPr>
                <a:t>Qualcomm Icon Library</a:t>
              </a:r>
            </a:p>
            <a:p>
              <a:pPr lvl="0">
                <a:spcBef>
                  <a:spcPts val="700"/>
                </a:spcBef>
              </a:pPr>
              <a:r>
                <a:rPr lang="en-US">
                  <a:latin typeface="Aptos" panose="020B0004020202020204" pitchFamily="34" charset="0"/>
                  <a:cs typeface="Aparajita" panose="02020603050405020304" pitchFamily="18" charset="0"/>
                </a:rPr>
                <a:t>Add the icon to the placeholder.</a:t>
              </a:r>
            </a:p>
          </p:txBody>
        </p:sp>
        <p:sp>
          <p:nvSpPr>
            <p:cNvPr id="48" name="TextBox 47">
              <a:extLst>
                <a:ext uri="{FF2B5EF4-FFF2-40B4-BE49-F238E27FC236}">
                  <a16:creationId xmlns:a16="http://schemas.microsoft.com/office/drawing/2014/main" id="{6CBF6BC2-3BF4-D922-4257-F4687B34FC41}"/>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2: </a:t>
              </a:r>
              <a:r>
                <a:rPr lang="en-US" sz="600" b="0">
                  <a:latin typeface="Aptos" panose="020B0004020202020204" pitchFamily="34" charset="0"/>
                  <a:cs typeface="Aparajita" panose="02020603050405020304" pitchFamily="18" charset="0"/>
                </a:rPr>
                <a:t>Paste from clipboard</a:t>
              </a:r>
            </a:p>
            <a:p>
              <a:pPr lvl="1">
                <a:buNone/>
              </a:pPr>
              <a:r>
                <a:rPr lang="en-US" sz="1050">
                  <a:latin typeface="Aptos" panose="020B0004020202020204" pitchFamily="34" charset="0"/>
                  <a:cs typeface="Aparajita" panose="02020603050405020304" pitchFamily="18" charset="0"/>
                </a:rPr>
                <a:t>Select the icon placeholder.</a:t>
              </a:r>
            </a:p>
            <a:p>
              <a:pPr lvl="1">
                <a:buNone/>
              </a:pPr>
              <a:r>
                <a:rPr lang="en-US" sz="1050">
                  <a:latin typeface="Aptos" panose="020B0004020202020204" pitchFamily="34" charset="0"/>
                  <a:cs typeface="Aparajita" panose="02020603050405020304" pitchFamily="18" charset="0"/>
                </a:rPr>
                <a:t>Right-click or use keyboard shortcuts to paste the icon.</a:t>
              </a:r>
            </a:p>
          </p:txBody>
        </p:sp>
        <p:sp>
          <p:nvSpPr>
            <p:cNvPr id="49" name="TextBox 48">
              <a:extLst>
                <a:ext uri="{FF2B5EF4-FFF2-40B4-BE49-F238E27FC236}">
                  <a16:creationId xmlns:a16="http://schemas.microsoft.com/office/drawing/2014/main" id="{0A03FA61-0E9A-7595-F64E-CDB3BA8FA0F9}"/>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3: </a:t>
              </a:r>
              <a:r>
                <a:rPr lang="en-US" sz="600" b="0">
                  <a:latin typeface="Aptos" panose="020B0004020202020204" pitchFamily="34" charset="0"/>
                  <a:cs typeface="Aparajita" panose="02020603050405020304" pitchFamily="18" charset="0"/>
                </a:rPr>
                <a:t>Placeholder icon</a:t>
              </a:r>
            </a:p>
            <a:p>
              <a:pPr lvl="1">
                <a:buNone/>
              </a:pPr>
              <a:r>
                <a:rPr lang="en-US" sz="1050">
                  <a:latin typeface="Aptos" panose="020B0004020202020204" pitchFamily="34" charset="0"/>
                  <a:cs typeface="Aparajita" panose="02020603050405020304" pitchFamily="18" charset="0"/>
                </a:rPr>
                <a:t>Click the image icon inside the placeholder to browse for an icon.</a:t>
              </a:r>
            </a:p>
          </p:txBody>
        </p:sp>
        <p:grpSp>
          <p:nvGrpSpPr>
            <p:cNvPr id="50" name="Group 49">
              <a:extLst>
                <a:ext uri="{FF2B5EF4-FFF2-40B4-BE49-F238E27FC236}">
                  <a16:creationId xmlns:a16="http://schemas.microsoft.com/office/drawing/2014/main" id="{045C6CE7-1836-CD98-FD2E-3852CC4F95C4}"/>
                </a:ext>
              </a:extLst>
            </p:cNvPr>
            <p:cNvGrpSpPr/>
            <p:nvPr userDrawn="1"/>
          </p:nvGrpSpPr>
          <p:grpSpPr>
            <a:xfrm>
              <a:off x="12429548" y="3236396"/>
              <a:ext cx="2735151" cy="1280928"/>
              <a:chOff x="9286315" y="6976989"/>
              <a:chExt cx="2735151" cy="1280928"/>
            </a:xfrm>
          </p:grpSpPr>
          <p:sp>
            <p:nvSpPr>
              <p:cNvPr id="61" name="Rectangle 60">
                <a:extLst>
                  <a:ext uri="{FF2B5EF4-FFF2-40B4-BE49-F238E27FC236}">
                    <a16:creationId xmlns:a16="http://schemas.microsoft.com/office/drawing/2014/main" id="{A244D9D0-DA66-A41C-0A97-F246FC60386E}"/>
                  </a:ext>
                </a:extLst>
              </p:cNvPr>
              <p:cNvSpPr/>
              <p:nvPr userDrawn="1"/>
            </p:nvSpPr>
            <p:spPr>
              <a:xfrm>
                <a:off x="9286315" y="6976989"/>
                <a:ext cx="2735151" cy="128092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62" name="TextBox 61">
                <a:extLst>
                  <a:ext uri="{FF2B5EF4-FFF2-40B4-BE49-F238E27FC236}">
                    <a16:creationId xmlns:a16="http://schemas.microsoft.com/office/drawing/2014/main" id="{1A64F655-4301-1FB7-250E-9C1A8B5FCB43}"/>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Cropping Graphics</a:t>
                </a:r>
              </a:p>
            </p:txBody>
          </p:sp>
          <p:pic>
            <p:nvPicPr>
              <p:cNvPr id="63" name="Graphic 62">
                <a:extLst>
                  <a:ext uri="{FF2B5EF4-FFF2-40B4-BE49-F238E27FC236}">
                    <a16:creationId xmlns:a16="http://schemas.microsoft.com/office/drawing/2014/main" id="{26C4B24F-6463-127F-4A4C-E83AB1F2439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128" name="TextBox 127">
                <a:extLst>
                  <a:ext uri="{FF2B5EF4-FFF2-40B4-BE49-F238E27FC236}">
                    <a16:creationId xmlns:a16="http://schemas.microsoft.com/office/drawing/2014/main" id="{49B54B08-0A6A-2E23-571B-DAF9DEE5871E}"/>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Right-click on the icon.</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Choose “Crop” from the menu. (           )</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Adjust the size and position of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Press Esc or click outside the image area to exit the cropping mode.</a:t>
                </a:r>
              </a:p>
            </p:txBody>
          </p:sp>
          <p:pic>
            <p:nvPicPr>
              <p:cNvPr id="129" name="Picture 128">
                <a:extLst>
                  <a:ext uri="{FF2B5EF4-FFF2-40B4-BE49-F238E27FC236}">
                    <a16:creationId xmlns:a16="http://schemas.microsoft.com/office/drawing/2014/main" id="{922454F9-38F9-E75F-229D-6791D73750BD}"/>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131" name="TextBox 130">
                <a:extLst>
                  <a:ext uri="{FF2B5EF4-FFF2-40B4-BE49-F238E27FC236}">
                    <a16:creationId xmlns:a16="http://schemas.microsoft.com/office/drawing/2014/main" id="{89AD0476-0BA4-5FE8-0058-0D8FFD04C7CE}"/>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nvGrpSpPr>
            <p:cNvPr id="51" name="Group 50">
              <a:extLst>
                <a:ext uri="{FF2B5EF4-FFF2-40B4-BE49-F238E27FC236}">
                  <a16:creationId xmlns:a16="http://schemas.microsoft.com/office/drawing/2014/main" id="{4BE1028D-B18D-B36F-60B3-4986BFEEF925}"/>
                </a:ext>
              </a:extLst>
            </p:cNvPr>
            <p:cNvGrpSpPr/>
            <p:nvPr userDrawn="1"/>
          </p:nvGrpSpPr>
          <p:grpSpPr>
            <a:xfrm>
              <a:off x="12429548" y="4543123"/>
              <a:ext cx="2735151" cy="2200108"/>
              <a:chOff x="9538241" y="5155416"/>
              <a:chExt cx="2735151" cy="2200108"/>
            </a:xfrm>
          </p:grpSpPr>
          <p:sp>
            <p:nvSpPr>
              <p:cNvPr id="52" name="Rectangle 51">
                <a:extLst>
                  <a:ext uri="{FF2B5EF4-FFF2-40B4-BE49-F238E27FC236}">
                    <a16:creationId xmlns:a16="http://schemas.microsoft.com/office/drawing/2014/main" id="{0A9ABB30-2A24-E0D2-55B0-A73CE39D109F}"/>
                  </a:ext>
                </a:extLst>
              </p:cNvPr>
              <p:cNvSpPr/>
              <p:nvPr userDrawn="1"/>
            </p:nvSpPr>
            <p:spPr>
              <a:xfrm>
                <a:off x="9538241" y="5155416"/>
                <a:ext cx="2735151" cy="220010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53" name="TextBox 52">
                <a:extLst>
                  <a:ext uri="{FF2B5EF4-FFF2-40B4-BE49-F238E27FC236}">
                    <a16:creationId xmlns:a16="http://schemas.microsoft.com/office/drawing/2014/main" id="{10A95012-A7F5-02FE-E678-BF6265893549}"/>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Changing Icons</a:t>
                </a:r>
              </a:p>
            </p:txBody>
          </p:sp>
          <p:pic>
            <p:nvPicPr>
              <p:cNvPr id="54" name="Graphic 53">
                <a:extLst>
                  <a:ext uri="{FF2B5EF4-FFF2-40B4-BE49-F238E27FC236}">
                    <a16:creationId xmlns:a16="http://schemas.microsoft.com/office/drawing/2014/main" id="{C7D43E17-4D5B-8DC8-6045-9AA3AA7D640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55" name="TextBox 54">
                <a:extLst>
                  <a:ext uri="{FF2B5EF4-FFF2-40B4-BE49-F238E27FC236}">
                    <a16:creationId xmlns:a16="http://schemas.microsoft.com/office/drawing/2014/main" id="{EAA03FF1-2DB4-2322-26D7-04553EC0EC12}"/>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600" b="1" kern="1200" cap="all" spc="20" baseline="0" noProof="0">
                    <a:solidFill>
                      <a:schemeClr val="tx1"/>
                    </a:solidFill>
                    <a:latin typeface="Aptos" panose="020B0004020202020204" pitchFamily="34" charset="0"/>
                    <a:ea typeface="+mn-ea"/>
                    <a:cs typeface="Aparajita" panose="02020603050405020304" pitchFamily="18" charset="0"/>
                  </a:rPr>
                  <a:t>Method 1: </a:t>
                </a:r>
                <a:r>
                  <a:rPr lang="en-US" sz="600" b="0" kern="1200" cap="all" spc="20" baseline="0" noProof="0">
                    <a:solidFill>
                      <a:schemeClr val="tx1"/>
                    </a:solidFill>
                    <a:latin typeface="Aptos" panose="020B0004020202020204" pitchFamily="34" charset="0"/>
                    <a:ea typeface="+mn-ea"/>
                    <a:cs typeface="Aparajita" panose="02020603050405020304" pitchFamily="18" charset="0"/>
                  </a:rPr>
                  <a:t>RIGHT CLICK</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Right-click on icon and select “Change Picture”</a:t>
                </a:r>
              </a:p>
            </p:txBody>
          </p:sp>
          <p:sp>
            <p:nvSpPr>
              <p:cNvPr id="56" name="TextBox 55">
                <a:extLst>
                  <a:ext uri="{FF2B5EF4-FFF2-40B4-BE49-F238E27FC236}">
                    <a16:creationId xmlns:a16="http://schemas.microsoft.com/office/drawing/2014/main" id="{D47EFAF2-523E-10C5-E026-1FF65E7FB2E5}"/>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lvl="1" indent="-131763" algn="l" defTabSz="914400" rtl="0" eaLnBrk="1" latinLnBrk="0" hangingPunct="1">
                  <a:lnSpc>
                    <a:spcPct val="90000"/>
                  </a:lnSpc>
                  <a:spcBef>
                    <a:spcPts val="0"/>
                  </a:spcBef>
                  <a:spcAft>
                    <a:spcPts val="300"/>
                  </a:spcAft>
                  <a:buFont typeface="Wingdings" pitchFamily="2" charset="2"/>
                  <a:buChar char="§"/>
                  <a:tabLst/>
                  <a:defRPr/>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57" name="TextBox 56">
                <a:extLst>
                  <a:ext uri="{FF2B5EF4-FFF2-40B4-BE49-F238E27FC236}">
                    <a16:creationId xmlns:a16="http://schemas.microsoft.com/office/drawing/2014/main" id="{3B24F0A0-8AA7-8379-5E4A-1A2A95667D7D}"/>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Method 2: </a:t>
                </a:r>
                <a:r>
                  <a:rPr kumimoji="0" lang="en-US" sz="600" b="0"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RESET PLACEHOLDER</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First, delete the existing icon to reset the photo placeholder functionality.</a:t>
                </a:r>
              </a:p>
            </p:txBody>
          </p:sp>
          <p:sp>
            <p:nvSpPr>
              <p:cNvPr id="58" name="TextBox 57">
                <a:extLst>
                  <a:ext uri="{FF2B5EF4-FFF2-40B4-BE49-F238E27FC236}">
                    <a16:creationId xmlns:a16="http://schemas.microsoft.com/office/drawing/2014/main" id="{01829B35-272F-4074-92CC-A156C1CDADDD}"/>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You can now add a new icon as normal.</a:t>
                </a:r>
              </a:p>
            </p:txBody>
          </p:sp>
          <p:cxnSp>
            <p:nvCxnSpPr>
              <p:cNvPr id="59" name="Straight Connector 58">
                <a:extLst>
                  <a:ext uri="{FF2B5EF4-FFF2-40B4-BE49-F238E27FC236}">
                    <a16:creationId xmlns:a16="http://schemas.microsoft.com/office/drawing/2014/main" id="{7939134C-69A1-0463-A252-1582C51C7954}"/>
                  </a:ext>
                </a:extLst>
              </p:cNvPr>
              <p:cNvCxnSpPr>
                <a:cxnSpLocks/>
              </p:cNvCxnSpPr>
              <p:nvPr userDrawn="1"/>
            </p:nvCxnSpPr>
            <p:spPr>
              <a:xfrm>
                <a:off x="9713479" y="5957047"/>
                <a:ext cx="27000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4F829B6B-797B-FB9F-5F92-9FEF0A3BFBE3}"/>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sp>
        <p:nvSpPr>
          <p:cNvPr id="2" name="Footer Placeholder 1">
            <a:extLst>
              <a:ext uri="{FF2B5EF4-FFF2-40B4-BE49-F238E27FC236}">
                <a16:creationId xmlns:a16="http://schemas.microsoft.com/office/drawing/2014/main" id="{CFAF4676-0FE4-0EEA-B97D-EF0D71148385}"/>
              </a:ext>
            </a:extLst>
          </p:cNvPr>
          <p:cNvSpPr>
            <a:spLocks noGrp="1"/>
          </p:cNvSpPr>
          <p:nvPr>
            <p:ph type="ftr" sz="quarter" idx="38"/>
          </p:nvPr>
        </p:nvSpPr>
        <p:spPr/>
        <p:txBody>
          <a:bodyPr/>
          <a:lstStyle/>
          <a:p>
            <a:endParaRPr lang="en-CA"/>
          </a:p>
        </p:txBody>
      </p:sp>
      <p:sp>
        <p:nvSpPr>
          <p:cNvPr id="4" name="Text Placeholder 22">
            <a:extLst>
              <a:ext uri="{FF2B5EF4-FFF2-40B4-BE49-F238E27FC236}">
                <a16:creationId xmlns:a16="http://schemas.microsoft.com/office/drawing/2014/main" id="{2FEE1995-5EE6-B782-1270-FC8C30634C1A}"/>
              </a:ext>
            </a:extLst>
          </p:cNvPr>
          <p:cNvSpPr>
            <a:spLocks noGrp="1"/>
          </p:cNvSpPr>
          <p:nvPr>
            <p:ph type="body" sz="quarter" idx="27" hasCustomPrompt="1"/>
          </p:nvPr>
        </p:nvSpPr>
        <p:spPr>
          <a:xfrm>
            <a:off x="531811" y="2489200"/>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9" name="Text Placeholder 16">
            <a:extLst>
              <a:ext uri="{FF2B5EF4-FFF2-40B4-BE49-F238E27FC236}">
                <a16:creationId xmlns:a16="http://schemas.microsoft.com/office/drawing/2014/main" id="{8BF3CDFB-3035-1906-627F-169A0AFF5852}"/>
              </a:ext>
            </a:extLst>
          </p:cNvPr>
          <p:cNvSpPr>
            <a:spLocks noGrp="1"/>
          </p:cNvSpPr>
          <p:nvPr>
            <p:ph type="body" sz="quarter" idx="15" hasCustomPrompt="1"/>
          </p:nvPr>
        </p:nvSpPr>
        <p:spPr>
          <a:xfrm>
            <a:off x="531810" y="3651121"/>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6" name="Picture Placeholder 2">
            <a:extLst>
              <a:ext uri="{FF2B5EF4-FFF2-40B4-BE49-F238E27FC236}">
                <a16:creationId xmlns:a16="http://schemas.microsoft.com/office/drawing/2014/main" id="{139D0396-5251-18D3-6D1D-FB672FB44CDE}"/>
              </a:ext>
            </a:extLst>
          </p:cNvPr>
          <p:cNvSpPr>
            <a:spLocks noGrp="1" noChangeAspect="1"/>
          </p:cNvSpPr>
          <p:nvPr>
            <p:ph type="pic" sz="quarter" idx="45" hasCustomPrompt="1"/>
          </p:nvPr>
        </p:nvSpPr>
        <p:spPr>
          <a:xfrm>
            <a:off x="4340711" y="1601038"/>
            <a:ext cx="835024" cy="835024"/>
          </a:xfrm>
        </p:spPr>
        <p:txBody>
          <a:bodyPr lIns="144000"/>
          <a:lstStyle>
            <a:lvl1pPr marL="0" indent="0">
              <a:buNone/>
              <a:defRPr sz="1400"/>
            </a:lvl1pPr>
          </a:lstStyle>
          <a:p>
            <a:r>
              <a:rPr lang="en-US"/>
              <a:t>Icon</a:t>
            </a:r>
          </a:p>
        </p:txBody>
      </p:sp>
      <p:sp>
        <p:nvSpPr>
          <p:cNvPr id="27" name="Text Placeholder 22">
            <a:extLst>
              <a:ext uri="{FF2B5EF4-FFF2-40B4-BE49-F238E27FC236}">
                <a16:creationId xmlns:a16="http://schemas.microsoft.com/office/drawing/2014/main" id="{C049CEBE-00B0-C726-8F2E-0374ECA4E1F3}"/>
              </a:ext>
            </a:extLst>
          </p:cNvPr>
          <p:cNvSpPr>
            <a:spLocks noGrp="1"/>
          </p:cNvSpPr>
          <p:nvPr>
            <p:ph type="body" sz="quarter" idx="46" hasCustomPrompt="1"/>
          </p:nvPr>
        </p:nvSpPr>
        <p:spPr>
          <a:xfrm>
            <a:off x="4340711" y="2489200"/>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8" name="Text Placeholder 16">
            <a:extLst>
              <a:ext uri="{FF2B5EF4-FFF2-40B4-BE49-F238E27FC236}">
                <a16:creationId xmlns:a16="http://schemas.microsoft.com/office/drawing/2014/main" id="{E84FC6FD-2A43-99CF-82C5-D98E826A76B7}"/>
              </a:ext>
            </a:extLst>
          </p:cNvPr>
          <p:cNvSpPr>
            <a:spLocks noGrp="1"/>
          </p:cNvSpPr>
          <p:nvPr>
            <p:ph type="body" sz="quarter" idx="47" hasCustomPrompt="1"/>
          </p:nvPr>
        </p:nvSpPr>
        <p:spPr>
          <a:xfrm>
            <a:off x="4340711" y="3651121"/>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9" name="Picture Placeholder 2">
            <a:extLst>
              <a:ext uri="{FF2B5EF4-FFF2-40B4-BE49-F238E27FC236}">
                <a16:creationId xmlns:a16="http://schemas.microsoft.com/office/drawing/2014/main" id="{EB49F5C6-BE22-7E23-F398-419AF46EA9C3}"/>
              </a:ext>
            </a:extLst>
          </p:cNvPr>
          <p:cNvSpPr>
            <a:spLocks noGrp="1" noChangeAspect="1"/>
          </p:cNvSpPr>
          <p:nvPr>
            <p:ph type="pic" sz="quarter" idx="48" hasCustomPrompt="1"/>
          </p:nvPr>
        </p:nvSpPr>
        <p:spPr>
          <a:xfrm>
            <a:off x="8149611" y="1601038"/>
            <a:ext cx="835024" cy="835024"/>
          </a:xfrm>
        </p:spPr>
        <p:txBody>
          <a:bodyPr lIns="144000"/>
          <a:lstStyle>
            <a:lvl1pPr marL="0" indent="0">
              <a:buNone/>
              <a:defRPr sz="1400"/>
            </a:lvl1pPr>
          </a:lstStyle>
          <a:p>
            <a:r>
              <a:rPr lang="en-US"/>
              <a:t>Icon</a:t>
            </a:r>
          </a:p>
        </p:txBody>
      </p:sp>
      <p:sp>
        <p:nvSpPr>
          <p:cNvPr id="30" name="Text Placeholder 22">
            <a:extLst>
              <a:ext uri="{FF2B5EF4-FFF2-40B4-BE49-F238E27FC236}">
                <a16:creationId xmlns:a16="http://schemas.microsoft.com/office/drawing/2014/main" id="{6EC19D9F-705A-74B6-9EBB-9D9565620413}"/>
              </a:ext>
            </a:extLst>
          </p:cNvPr>
          <p:cNvSpPr>
            <a:spLocks noGrp="1"/>
          </p:cNvSpPr>
          <p:nvPr>
            <p:ph type="body" sz="quarter" idx="49" hasCustomPrompt="1"/>
          </p:nvPr>
        </p:nvSpPr>
        <p:spPr>
          <a:xfrm>
            <a:off x="8149611" y="2489200"/>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31" name="Text Placeholder 16">
            <a:extLst>
              <a:ext uri="{FF2B5EF4-FFF2-40B4-BE49-F238E27FC236}">
                <a16:creationId xmlns:a16="http://schemas.microsoft.com/office/drawing/2014/main" id="{AA3A1BDB-11C1-E45D-35EC-D8FEC9CEDC61}"/>
              </a:ext>
            </a:extLst>
          </p:cNvPr>
          <p:cNvSpPr>
            <a:spLocks noGrp="1"/>
          </p:cNvSpPr>
          <p:nvPr>
            <p:ph type="body" sz="quarter" idx="50" hasCustomPrompt="1"/>
          </p:nvPr>
        </p:nvSpPr>
        <p:spPr>
          <a:xfrm>
            <a:off x="8149611" y="3651121"/>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Tree>
    <p:extLst>
      <p:ext uri="{BB962C8B-B14F-4D97-AF65-F5344CB8AC3E}">
        <p14:creationId xmlns:p14="http://schemas.microsoft.com/office/powerpoint/2010/main" val="1599925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12"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Four Column_Black">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38272A-C799-49AB-5578-B5089BEC1D22}"/>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tx2"/>
                </a:solidFill>
                <a:latin typeface="+mj-lt"/>
                <a:ea typeface="+mj-ea"/>
                <a:cs typeface="+mj-cs"/>
              </a:defRPr>
            </a:lvl1pPr>
          </a:lstStyle>
          <a:p>
            <a:r>
              <a:rPr lang="en-US"/>
              <a:t>Four column layout</a:t>
            </a:r>
            <a:br>
              <a:rPr lang="en-US"/>
            </a:br>
            <a:r>
              <a:rPr lang="en-US"/>
              <a:t>Title 2 lines maximum</a:t>
            </a:r>
            <a:endParaRPr lang="en-CA"/>
          </a:p>
        </p:txBody>
      </p:sp>
      <p:sp>
        <p:nvSpPr>
          <p:cNvPr id="4" name="Picture Placeholder 2">
            <a:extLst>
              <a:ext uri="{FF2B5EF4-FFF2-40B4-BE49-F238E27FC236}">
                <a16:creationId xmlns:a16="http://schemas.microsoft.com/office/drawing/2014/main" id="{0AAFB50F-094B-2881-F919-B1EE84ACE5D7}"/>
              </a:ext>
            </a:extLst>
          </p:cNvPr>
          <p:cNvSpPr>
            <a:spLocks noGrp="1" noChangeAspect="1"/>
          </p:cNvSpPr>
          <p:nvPr>
            <p:ph type="pic" sz="quarter" idx="31" hasCustomPrompt="1"/>
          </p:nvPr>
        </p:nvSpPr>
        <p:spPr>
          <a:xfrm>
            <a:off x="531812" y="1601038"/>
            <a:ext cx="835024" cy="835024"/>
          </a:xfrm>
        </p:spPr>
        <p:txBody>
          <a:bodyPr lIns="144000"/>
          <a:lstStyle>
            <a:lvl1pPr marL="0" indent="0">
              <a:buNone/>
              <a:defRPr sz="1400"/>
            </a:lvl1pPr>
          </a:lstStyle>
          <a:p>
            <a:r>
              <a:rPr lang="en-US"/>
              <a:t>Icon</a:t>
            </a:r>
          </a:p>
        </p:txBody>
      </p:sp>
      <p:sp>
        <p:nvSpPr>
          <p:cNvPr id="6" name="TextBox 5">
            <a:extLst>
              <a:ext uri="{FF2B5EF4-FFF2-40B4-BE49-F238E27FC236}">
                <a16:creationId xmlns:a16="http://schemas.microsoft.com/office/drawing/2014/main" id="{CD417586-D17D-B05D-5384-E37636F2EE20}"/>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grpSp>
        <p:nvGrpSpPr>
          <p:cNvPr id="43" name="Group 42">
            <a:extLst>
              <a:ext uri="{FF2B5EF4-FFF2-40B4-BE49-F238E27FC236}">
                <a16:creationId xmlns:a16="http://schemas.microsoft.com/office/drawing/2014/main" id="{717DDAE4-62DE-EEF2-E43F-005ACD006E14}"/>
              </a:ext>
            </a:extLst>
          </p:cNvPr>
          <p:cNvGrpSpPr/>
          <p:nvPr userDrawn="1"/>
        </p:nvGrpSpPr>
        <p:grpSpPr>
          <a:xfrm>
            <a:off x="12290489" y="-1"/>
            <a:ext cx="2910882" cy="6858001"/>
            <a:chOff x="12290489" y="-1"/>
            <a:chExt cx="2910882" cy="6858001"/>
          </a:xfrm>
        </p:grpSpPr>
        <p:sp>
          <p:nvSpPr>
            <p:cNvPr id="44" name="Rectangle 43">
              <a:extLst>
                <a:ext uri="{FF2B5EF4-FFF2-40B4-BE49-F238E27FC236}">
                  <a16:creationId xmlns:a16="http://schemas.microsoft.com/office/drawing/2014/main" id="{74829545-917D-5369-077E-2A4E82074C6F}"/>
                </a:ext>
              </a:extLst>
            </p:cNvPr>
            <p:cNvSpPr/>
            <p:nvPr userDrawn="1"/>
          </p:nvSpPr>
          <p:spPr>
            <a:xfrm>
              <a:off x="12290489" y="-1"/>
              <a:ext cx="2735151" cy="6858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latin typeface="Aptos" panose="020B0004020202020204" pitchFamily="34" charset="0"/>
                <a:cs typeface="Aparajita" panose="02020603050405020304" pitchFamily="18" charset="0"/>
              </a:endParaRPr>
            </a:p>
          </p:txBody>
        </p:sp>
        <p:sp>
          <p:nvSpPr>
            <p:cNvPr id="45" name="TextBox 44">
              <a:extLst>
                <a:ext uri="{FF2B5EF4-FFF2-40B4-BE49-F238E27FC236}">
                  <a16:creationId xmlns:a16="http://schemas.microsoft.com/office/drawing/2014/main" id="{91214599-3AC4-B786-02F0-AE5566352055}"/>
                </a:ext>
              </a:extLst>
            </p:cNvPr>
            <p:cNvSpPr txBox="1"/>
            <p:nvPr userDrawn="1"/>
          </p:nvSpPr>
          <p:spPr>
            <a:xfrm>
              <a:off x="12449814" y="173148"/>
              <a:ext cx="1455527"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lvl="0"/>
              <a:r>
                <a:rPr lang="en-US" b="1">
                  <a:solidFill>
                    <a:schemeClr val="bg1"/>
                  </a:solidFill>
                  <a:latin typeface="Aptos" panose="020B0004020202020204" pitchFamily="34" charset="0"/>
                  <a:cs typeface="Aparajita" panose="02020603050405020304" pitchFamily="18" charset="0"/>
                </a:rPr>
                <a:t>HOW TO ADD AN ICON</a:t>
              </a:r>
            </a:p>
          </p:txBody>
        </p:sp>
        <p:cxnSp>
          <p:nvCxnSpPr>
            <p:cNvPr id="46" name="Straight Connector 45">
              <a:extLst>
                <a:ext uri="{FF2B5EF4-FFF2-40B4-BE49-F238E27FC236}">
                  <a16:creationId xmlns:a16="http://schemas.microsoft.com/office/drawing/2014/main" id="{BCA5B2B5-C2E0-2592-2785-4F84ED886D75}"/>
                </a:ext>
              </a:extLst>
            </p:cNvPr>
            <p:cNvCxnSpPr>
              <a:cxnSpLocks/>
            </p:cNvCxnSpPr>
            <p:nvPr userDrawn="1"/>
          </p:nvCxnSpPr>
          <p:spPr>
            <a:xfrm>
              <a:off x="12449814" y="423012"/>
              <a:ext cx="270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022702B7-28A0-668C-65B6-669BFACDF46D}"/>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b="1">
                  <a:latin typeface="Aptos" panose="020B0004020202020204" pitchFamily="34" charset="0"/>
                  <a:cs typeface="Aparajita" panose="02020603050405020304" pitchFamily="18" charset="0"/>
                </a:rPr>
                <a:t>Method 1: </a:t>
              </a:r>
              <a:r>
                <a:rPr lang="en-US" sz="600" b="0">
                  <a:latin typeface="Aptos" panose="020B0004020202020204" pitchFamily="34" charset="0"/>
                  <a:cs typeface="Aparajita" panose="02020603050405020304" pitchFamily="18" charset="0"/>
                </a:rPr>
                <a:t>from file browser</a:t>
              </a:r>
            </a:p>
            <a:p>
              <a:pPr lvl="1">
                <a:buNone/>
              </a:pPr>
              <a:r>
                <a:rPr lang="en-US" sz="1050">
                  <a:latin typeface="Aptos" panose="020B0004020202020204" pitchFamily="34" charset="0"/>
                  <a:cs typeface="Aparajita" panose="02020603050405020304" pitchFamily="18" charset="0"/>
                </a:rPr>
                <a:t>Drag the icon onto the slide.</a:t>
              </a:r>
            </a:p>
            <a:p>
              <a:pPr marL="0" marR="0" lvl="1" indent="0" algn="l" defTabSz="914400" rtl="0" eaLnBrk="1" fontAlgn="auto" latinLnBrk="0" hangingPunct="1">
                <a:lnSpc>
                  <a:spcPct val="90000"/>
                </a:lnSpc>
                <a:spcBef>
                  <a:spcPts val="0"/>
                </a:spcBef>
                <a:spcAft>
                  <a:spcPts val="300"/>
                </a:spcAft>
                <a:buClrTx/>
                <a:buSzTx/>
                <a:buFontTx/>
                <a:buNone/>
                <a:tabLst/>
                <a:defRPr/>
              </a:pPr>
              <a:r>
                <a:rPr lang="en-US" sz="700">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lang="en-US" sz="1000">
                <a:latin typeface="Aptos" panose="020B0004020202020204" pitchFamily="34" charset="0"/>
                <a:cs typeface="Aparajita" panose="02020603050405020304" pitchFamily="18" charset="0"/>
              </a:endParaRPr>
            </a:p>
          </p:txBody>
        </p:sp>
        <p:sp>
          <p:nvSpPr>
            <p:cNvPr id="48" name="TextBox 47">
              <a:extLst>
                <a:ext uri="{FF2B5EF4-FFF2-40B4-BE49-F238E27FC236}">
                  <a16:creationId xmlns:a16="http://schemas.microsoft.com/office/drawing/2014/main" id="{8C58B4C5-C329-4790-4200-9150B0A43C33}"/>
                </a:ext>
              </a:extLst>
            </p:cNvPr>
            <p:cNvSpPr txBox="1">
              <a:spLocks noChangeAspect="1"/>
            </p:cNvSpPr>
            <p:nvPr/>
          </p:nvSpPr>
          <p:spPr>
            <a:xfrm>
              <a:off x="12449814" y="566082"/>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1</a:t>
              </a:r>
            </a:p>
          </p:txBody>
        </p:sp>
        <p:sp>
          <p:nvSpPr>
            <p:cNvPr id="49" name="TextBox 48">
              <a:extLst>
                <a:ext uri="{FF2B5EF4-FFF2-40B4-BE49-F238E27FC236}">
                  <a16:creationId xmlns:a16="http://schemas.microsoft.com/office/drawing/2014/main" id="{D5299741-2394-3A23-F67F-F322FE1C0CB8}"/>
                </a:ext>
              </a:extLst>
            </p:cNvPr>
            <p:cNvSpPr txBox="1">
              <a:spLocks noChangeAspect="1"/>
            </p:cNvSpPr>
            <p:nvPr/>
          </p:nvSpPr>
          <p:spPr>
            <a:xfrm>
              <a:off x="12449814" y="1018081"/>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2</a:t>
              </a:r>
            </a:p>
          </p:txBody>
        </p:sp>
        <p:sp>
          <p:nvSpPr>
            <p:cNvPr id="50" name="TextBox 49">
              <a:extLst>
                <a:ext uri="{FF2B5EF4-FFF2-40B4-BE49-F238E27FC236}">
                  <a16:creationId xmlns:a16="http://schemas.microsoft.com/office/drawing/2014/main" id="{43A73320-4AE9-4630-370C-00C5ADECD4A5}"/>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0">
                <a:spcBef>
                  <a:spcPts val="700"/>
                </a:spcBef>
              </a:pPr>
              <a:r>
                <a:rPr lang="en-US">
                  <a:latin typeface="Aptos" panose="020B0004020202020204" pitchFamily="34" charset="0"/>
                  <a:cs typeface="Aparajita" panose="02020603050405020304" pitchFamily="18" charset="0"/>
                </a:rPr>
                <a:t>Source icon from the </a:t>
              </a:r>
              <a:br>
                <a:rPr lang="en-US">
                  <a:latin typeface="Aptos" panose="020B0004020202020204" pitchFamily="34" charset="0"/>
                  <a:cs typeface="Aparajita" panose="02020603050405020304" pitchFamily="18" charset="0"/>
                </a:rPr>
              </a:br>
              <a:r>
                <a:rPr lang="en-US">
                  <a:solidFill>
                    <a:schemeClr val="accent1"/>
                  </a:solidFill>
                  <a:latin typeface="Aptos" panose="020B0004020202020204" pitchFamily="34" charset="0"/>
                  <a:cs typeface="Aparajita" panose="02020603050405020304" pitchFamily="18" charset="0"/>
                </a:rPr>
                <a:t>Qualcomm Icon Library</a:t>
              </a:r>
            </a:p>
            <a:p>
              <a:pPr lvl="0">
                <a:spcBef>
                  <a:spcPts val="700"/>
                </a:spcBef>
              </a:pPr>
              <a:r>
                <a:rPr lang="en-US">
                  <a:latin typeface="Aptos" panose="020B0004020202020204" pitchFamily="34" charset="0"/>
                  <a:cs typeface="Aparajita" panose="02020603050405020304" pitchFamily="18" charset="0"/>
                </a:rPr>
                <a:t>Add the icon to the placeholder.</a:t>
              </a:r>
            </a:p>
          </p:txBody>
        </p:sp>
        <p:sp>
          <p:nvSpPr>
            <p:cNvPr id="51" name="TextBox 50">
              <a:extLst>
                <a:ext uri="{FF2B5EF4-FFF2-40B4-BE49-F238E27FC236}">
                  <a16:creationId xmlns:a16="http://schemas.microsoft.com/office/drawing/2014/main" id="{36600997-0C5B-7E7E-13B9-8B1FBC407681}"/>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2: </a:t>
              </a:r>
              <a:r>
                <a:rPr lang="en-US" sz="600" b="0">
                  <a:latin typeface="Aptos" panose="020B0004020202020204" pitchFamily="34" charset="0"/>
                  <a:cs typeface="Aparajita" panose="02020603050405020304" pitchFamily="18" charset="0"/>
                </a:rPr>
                <a:t>Paste from clipboard</a:t>
              </a:r>
            </a:p>
            <a:p>
              <a:pPr lvl="1">
                <a:buNone/>
              </a:pPr>
              <a:r>
                <a:rPr lang="en-US" sz="1050">
                  <a:latin typeface="Aptos" panose="020B0004020202020204" pitchFamily="34" charset="0"/>
                  <a:cs typeface="Aparajita" panose="02020603050405020304" pitchFamily="18" charset="0"/>
                </a:rPr>
                <a:t>Select the icon placeholder.</a:t>
              </a:r>
            </a:p>
            <a:p>
              <a:pPr lvl="1">
                <a:buNone/>
              </a:pPr>
              <a:r>
                <a:rPr lang="en-US" sz="1050">
                  <a:latin typeface="Aptos" panose="020B0004020202020204" pitchFamily="34" charset="0"/>
                  <a:cs typeface="Aparajita" panose="02020603050405020304" pitchFamily="18" charset="0"/>
                </a:rPr>
                <a:t>Right-click or use keyboard shortcuts to paste the icon.</a:t>
              </a:r>
            </a:p>
          </p:txBody>
        </p:sp>
        <p:sp>
          <p:nvSpPr>
            <p:cNvPr id="52" name="TextBox 51">
              <a:extLst>
                <a:ext uri="{FF2B5EF4-FFF2-40B4-BE49-F238E27FC236}">
                  <a16:creationId xmlns:a16="http://schemas.microsoft.com/office/drawing/2014/main" id="{222AF4B2-579A-DE69-535D-5A7232B8BF25}"/>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3: </a:t>
              </a:r>
              <a:r>
                <a:rPr lang="en-US" sz="600" b="0">
                  <a:latin typeface="Aptos" panose="020B0004020202020204" pitchFamily="34" charset="0"/>
                  <a:cs typeface="Aparajita" panose="02020603050405020304" pitchFamily="18" charset="0"/>
                </a:rPr>
                <a:t>Placeholder icon</a:t>
              </a:r>
            </a:p>
            <a:p>
              <a:pPr lvl="1">
                <a:buNone/>
              </a:pPr>
              <a:r>
                <a:rPr lang="en-US" sz="1050">
                  <a:latin typeface="Aptos" panose="020B0004020202020204" pitchFamily="34" charset="0"/>
                  <a:cs typeface="Aparajita" panose="02020603050405020304" pitchFamily="18" charset="0"/>
                </a:rPr>
                <a:t>Click the image icon inside the placeholder to browse for an icon.</a:t>
              </a:r>
            </a:p>
          </p:txBody>
        </p:sp>
        <p:grpSp>
          <p:nvGrpSpPr>
            <p:cNvPr id="53" name="Group 52">
              <a:extLst>
                <a:ext uri="{FF2B5EF4-FFF2-40B4-BE49-F238E27FC236}">
                  <a16:creationId xmlns:a16="http://schemas.microsoft.com/office/drawing/2014/main" id="{D431143D-EA3F-BA31-FDD0-86758B90458F}"/>
                </a:ext>
              </a:extLst>
            </p:cNvPr>
            <p:cNvGrpSpPr/>
            <p:nvPr userDrawn="1"/>
          </p:nvGrpSpPr>
          <p:grpSpPr>
            <a:xfrm>
              <a:off x="12429548" y="3236396"/>
              <a:ext cx="2735151" cy="1280928"/>
              <a:chOff x="9286315" y="6976989"/>
              <a:chExt cx="2735151" cy="1280928"/>
            </a:xfrm>
          </p:grpSpPr>
          <p:sp>
            <p:nvSpPr>
              <p:cNvPr id="128" name="Rectangle 127">
                <a:extLst>
                  <a:ext uri="{FF2B5EF4-FFF2-40B4-BE49-F238E27FC236}">
                    <a16:creationId xmlns:a16="http://schemas.microsoft.com/office/drawing/2014/main" id="{992C18FF-FCA0-B6DC-4B5F-813875A58CAD}"/>
                  </a:ext>
                </a:extLst>
              </p:cNvPr>
              <p:cNvSpPr/>
              <p:nvPr userDrawn="1"/>
            </p:nvSpPr>
            <p:spPr>
              <a:xfrm>
                <a:off x="9286315" y="6976989"/>
                <a:ext cx="2735151" cy="128092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129" name="TextBox 128">
                <a:extLst>
                  <a:ext uri="{FF2B5EF4-FFF2-40B4-BE49-F238E27FC236}">
                    <a16:creationId xmlns:a16="http://schemas.microsoft.com/office/drawing/2014/main" id="{CC870698-701A-2242-78AE-B6CBE951C53A}"/>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Cropping Graphics</a:t>
                </a:r>
              </a:p>
            </p:txBody>
          </p:sp>
          <p:pic>
            <p:nvPicPr>
              <p:cNvPr id="131" name="Graphic 130">
                <a:extLst>
                  <a:ext uri="{FF2B5EF4-FFF2-40B4-BE49-F238E27FC236}">
                    <a16:creationId xmlns:a16="http://schemas.microsoft.com/office/drawing/2014/main" id="{27F479C9-EBF7-C89C-EBDD-699C93B9299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132" name="TextBox 131">
                <a:extLst>
                  <a:ext uri="{FF2B5EF4-FFF2-40B4-BE49-F238E27FC236}">
                    <a16:creationId xmlns:a16="http://schemas.microsoft.com/office/drawing/2014/main" id="{A8B38676-38BD-C97A-3E60-811AD05F329A}"/>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Right-click on the icon.</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Choose “Crop” from the menu. (           )</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Adjust the size and position of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Press Esc or click outside the image area to exit the cropping mode.</a:t>
                </a:r>
              </a:p>
            </p:txBody>
          </p:sp>
          <p:pic>
            <p:nvPicPr>
              <p:cNvPr id="133" name="Picture 132">
                <a:extLst>
                  <a:ext uri="{FF2B5EF4-FFF2-40B4-BE49-F238E27FC236}">
                    <a16:creationId xmlns:a16="http://schemas.microsoft.com/office/drawing/2014/main" id="{52C3F74E-3500-E869-070E-EB7D7CFFDD4B}"/>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134" name="TextBox 133">
                <a:extLst>
                  <a:ext uri="{FF2B5EF4-FFF2-40B4-BE49-F238E27FC236}">
                    <a16:creationId xmlns:a16="http://schemas.microsoft.com/office/drawing/2014/main" id="{FD2E6A13-5E3C-A37E-FF9D-6CC65A1A8599}"/>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nvGrpSpPr>
            <p:cNvPr id="54" name="Group 53">
              <a:extLst>
                <a:ext uri="{FF2B5EF4-FFF2-40B4-BE49-F238E27FC236}">
                  <a16:creationId xmlns:a16="http://schemas.microsoft.com/office/drawing/2014/main" id="{C17097D5-36D6-39B2-EA5B-55509107C41A}"/>
                </a:ext>
              </a:extLst>
            </p:cNvPr>
            <p:cNvGrpSpPr/>
            <p:nvPr userDrawn="1"/>
          </p:nvGrpSpPr>
          <p:grpSpPr>
            <a:xfrm>
              <a:off x="12429548" y="4543123"/>
              <a:ext cx="2735151" cy="2200108"/>
              <a:chOff x="9538241" y="5155416"/>
              <a:chExt cx="2735151" cy="2200108"/>
            </a:xfrm>
          </p:grpSpPr>
          <p:sp>
            <p:nvSpPr>
              <p:cNvPr id="55" name="Rectangle 54">
                <a:extLst>
                  <a:ext uri="{FF2B5EF4-FFF2-40B4-BE49-F238E27FC236}">
                    <a16:creationId xmlns:a16="http://schemas.microsoft.com/office/drawing/2014/main" id="{3834CD4C-1311-915F-D846-C8EF6D502AC7}"/>
                  </a:ext>
                </a:extLst>
              </p:cNvPr>
              <p:cNvSpPr/>
              <p:nvPr userDrawn="1"/>
            </p:nvSpPr>
            <p:spPr>
              <a:xfrm>
                <a:off x="9538241" y="5155416"/>
                <a:ext cx="2735151" cy="220010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56" name="TextBox 55">
                <a:extLst>
                  <a:ext uri="{FF2B5EF4-FFF2-40B4-BE49-F238E27FC236}">
                    <a16:creationId xmlns:a16="http://schemas.microsoft.com/office/drawing/2014/main" id="{26D4593E-4325-4054-E8E0-2C4565BC0804}"/>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Changing Icons</a:t>
                </a:r>
              </a:p>
            </p:txBody>
          </p:sp>
          <p:pic>
            <p:nvPicPr>
              <p:cNvPr id="57" name="Graphic 56">
                <a:extLst>
                  <a:ext uri="{FF2B5EF4-FFF2-40B4-BE49-F238E27FC236}">
                    <a16:creationId xmlns:a16="http://schemas.microsoft.com/office/drawing/2014/main" id="{AB5C6E66-2D1C-CA85-B320-68D3759A116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58" name="TextBox 57">
                <a:extLst>
                  <a:ext uri="{FF2B5EF4-FFF2-40B4-BE49-F238E27FC236}">
                    <a16:creationId xmlns:a16="http://schemas.microsoft.com/office/drawing/2014/main" id="{59524F0B-C3FC-E96B-9EF5-AD8583AA42AC}"/>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600" b="1" kern="1200" cap="all" spc="20" baseline="0" noProof="0">
                    <a:solidFill>
                      <a:schemeClr val="tx1"/>
                    </a:solidFill>
                    <a:latin typeface="Aptos" panose="020B0004020202020204" pitchFamily="34" charset="0"/>
                    <a:ea typeface="+mn-ea"/>
                    <a:cs typeface="Aparajita" panose="02020603050405020304" pitchFamily="18" charset="0"/>
                  </a:rPr>
                  <a:t>Method 1: </a:t>
                </a:r>
                <a:r>
                  <a:rPr lang="en-US" sz="600" b="0" kern="1200" cap="all" spc="20" baseline="0" noProof="0">
                    <a:solidFill>
                      <a:schemeClr val="tx1"/>
                    </a:solidFill>
                    <a:latin typeface="Aptos" panose="020B0004020202020204" pitchFamily="34" charset="0"/>
                    <a:ea typeface="+mn-ea"/>
                    <a:cs typeface="Aparajita" panose="02020603050405020304" pitchFamily="18" charset="0"/>
                  </a:rPr>
                  <a:t>RIGHT CLICK</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Right-click on icon and select “Change Picture”</a:t>
                </a:r>
              </a:p>
            </p:txBody>
          </p:sp>
          <p:sp>
            <p:nvSpPr>
              <p:cNvPr id="59" name="TextBox 58">
                <a:extLst>
                  <a:ext uri="{FF2B5EF4-FFF2-40B4-BE49-F238E27FC236}">
                    <a16:creationId xmlns:a16="http://schemas.microsoft.com/office/drawing/2014/main" id="{BE622394-901B-B821-BDE6-422E33014D2B}"/>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lvl="1" indent="-131763" algn="l" defTabSz="914400" rtl="0" eaLnBrk="1" latinLnBrk="0" hangingPunct="1">
                  <a:lnSpc>
                    <a:spcPct val="90000"/>
                  </a:lnSpc>
                  <a:spcBef>
                    <a:spcPts val="0"/>
                  </a:spcBef>
                  <a:spcAft>
                    <a:spcPts val="300"/>
                  </a:spcAft>
                  <a:buFont typeface="Wingdings" pitchFamily="2" charset="2"/>
                  <a:buChar char="§"/>
                  <a:tabLst/>
                  <a:defRPr/>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60" name="TextBox 59">
                <a:extLst>
                  <a:ext uri="{FF2B5EF4-FFF2-40B4-BE49-F238E27FC236}">
                    <a16:creationId xmlns:a16="http://schemas.microsoft.com/office/drawing/2014/main" id="{7AD17B2F-A0CC-7E95-D315-F28D5BBC0E3A}"/>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Method 2: </a:t>
                </a:r>
                <a:r>
                  <a:rPr kumimoji="0" lang="en-US" sz="600" b="0"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RESET PLACEHOLDER</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First, delete the existing image to reset the photo placeholder functionality.</a:t>
                </a:r>
              </a:p>
            </p:txBody>
          </p:sp>
          <p:sp>
            <p:nvSpPr>
              <p:cNvPr id="61" name="TextBox 60">
                <a:extLst>
                  <a:ext uri="{FF2B5EF4-FFF2-40B4-BE49-F238E27FC236}">
                    <a16:creationId xmlns:a16="http://schemas.microsoft.com/office/drawing/2014/main" id="{D9245573-D378-F3B6-9D43-7A0AC9D3F674}"/>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You can now add a new icon as normal.</a:t>
                </a:r>
              </a:p>
            </p:txBody>
          </p:sp>
          <p:cxnSp>
            <p:nvCxnSpPr>
              <p:cNvPr id="62" name="Straight Connector 61">
                <a:extLst>
                  <a:ext uri="{FF2B5EF4-FFF2-40B4-BE49-F238E27FC236}">
                    <a16:creationId xmlns:a16="http://schemas.microsoft.com/office/drawing/2014/main" id="{DF948D1D-C3E1-EF3A-5CFF-FC5BD4F401D2}"/>
                  </a:ext>
                </a:extLst>
              </p:cNvPr>
              <p:cNvCxnSpPr>
                <a:cxnSpLocks/>
              </p:cNvCxnSpPr>
              <p:nvPr userDrawn="1"/>
            </p:nvCxnSpPr>
            <p:spPr>
              <a:xfrm>
                <a:off x="9713479" y="5957047"/>
                <a:ext cx="27000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D6D6806E-4824-9CA0-7A29-8C9379EA11A7}"/>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sp>
        <p:nvSpPr>
          <p:cNvPr id="2" name="Footer Placeholder 1">
            <a:extLst>
              <a:ext uri="{FF2B5EF4-FFF2-40B4-BE49-F238E27FC236}">
                <a16:creationId xmlns:a16="http://schemas.microsoft.com/office/drawing/2014/main" id="{355FFA2C-5431-4B39-1E12-AB136674DCB9}"/>
              </a:ext>
            </a:extLst>
          </p:cNvPr>
          <p:cNvSpPr>
            <a:spLocks noGrp="1"/>
          </p:cNvSpPr>
          <p:nvPr>
            <p:ph type="ftr" sz="quarter" idx="49"/>
          </p:nvPr>
        </p:nvSpPr>
        <p:spPr/>
        <p:txBody>
          <a:bodyPr/>
          <a:lstStyle/>
          <a:p>
            <a:endParaRPr lang="en-CA"/>
          </a:p>
        </p:txBody>
      </p:sp>
      <p:sp>
        <p:nvSpPr>
          <p:cNvPr id="15" name="Text Placeholder 22">
            <a:extLst>
              <a:ext uri="{FF2B5EF4-FFF2-40B4-BE49-F238E27FC236}">
                <a16:creationId xmlns:a16="http://schemas.microsoft.com/office/drawing/2014/main" id="{AEE4CF8C-958F-1DA4-CCF7-D6B890C89A2E}"/>
              </a:ext>
            </a:extLst>
          </p:cNvPr>
          <p:cNvSpPr>
            <a:spLocks noGrp="1"/>
          </p:cNvSpPr>
          <p:nvPr>
            <p:ph type="body" sz="quarter" idx="27" hasCustomPrompt="1"/>
          </p:nvPr>
        </p:nvSpPr>
        <p:spPr>
          <a:xfrm>
            <a:off x="531811"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6" name="Text Placeholder 16">
            <a:extLst>
              <a:ext uri="{FF2B5EF4-FFF2-40B4-BE49-F238E27FC236}">
                <a16:creationId xmlns:a16="http://schemas.microsoft.com/office/drawing/2014/main" id="{C89C7762-ACFA-1003-9A99-7D48D68F547F}"/>
              </a:ext>
            </a:extLst>
          </p:cNvPr>
          <p:cNvSpPr>
            <a:spLocks noGrp="1"/>
          </p:cNvSpPr>
          <p:nvPr>
            <p:ph type="body" sz="quarter" idx="15" hasCustomPrompt="1"/>
          </p:nvPr>
        </p:nvSpPr>
        <p:spPr>
          <a:xfrm>
            <a:off x="531812" y="3651121"/>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7" name="Picture Placeholder 2">
            <a:extLst>
              <a:ext uri="{FF2B5EF4-FFF2-40B4-BE49-F238E27FC236}">
                <a16:creationId xmlns:a16="http://schemas.microsoft.com/office/drawing/2014/main" id="{7742E333-DAE8-AADC-AB85-E09272B827B3}"/>
              </a:ext>
            </a:extLst>
          </p:cNvPr>
          <p:cNvSpPr>
            <a:spLocks noGrp="1" noChangeAspect="1"/>
          </p:cNvSpPr>
          <p:nvPr>
            <p:ph type="pic" sz="quarter" idx="50" hasCustomPrompt="1"/>
          </p:nvPr>
        </p:nvSpPr>
        <p:spPr>
          <a:xfrm>
            <a:off x="3380247" y="1601038"/>
            <a:ext cx="835024" cy="835024"/>
          </a:xfrm>
        </p:spPr>
        <p:txBody>
          <a:bodyPr lIns="144000"/>
          <a:lstStyle>
            <a:lvl1pPr marL="0" indent="0">
              <a:buNone/>
              <a:defRPr sz="1400"/>
            </a:lvl1pPr>
          </a:lstStyle>
          <a:p>
            <a:r>
              <a:rPr lang="en-US"/>
              <a:t>Icon</a:t>
            </a:r>
          </a:p>
        </p:txBody>
      </p:sp>
      <p:sp>
        <p:nvSpPr>
          <p:cNvPr id="18" name="Text Placeholder 22">
            <a:extLst>
              <a:ext uri="{FF2B5EF4-FFF2-40B4-BE49-F238E27FC236}">
                <a16:creationId xmlns:a16="http://schemas.microsoft.com/office/drawing/2014/main" id="{DE030996-68A3-8AC0-F998-9C4EF4AE6C2B}"/>
              </a:ext>
            </a:extLst>
          </p:cNvPr>
          <p:cNvSpPr>
            <a:spLocks noGrp="1"/>
          </p:cNvSpPr>
          <p:nvPr>
            <p:ph type="body" sz="quarter" idx="51" hasCustomPrompt="1"/>
          </p:nvPr>
        </p:nvSpPr>
        <p:spPr>
          <a:xfrm>
            <a:off x="3380247"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9" name="Text Placeholder 16">
            <a:extLst>
              <a:ext uri="{FF2B5EF4-FFF2-40B4-BE49-F238E27FC236}">
                <a16:creationId xmlns:a16="http://schemas.microsoft.com/office/drawing/2014/main" id="{5C7E2214-9452-F487-B334-F6CDE12C5733}"/>
              </a:ext>
            </a:extLst>
          </p:cNvPr>
          <p:cNvSpPr>
            <a:spLocks noGrp="1"/>
          </p:cNvSpPr>
          <p:nvPr>
            <p:ph type="body" sz="quarter" idx="52" hasCustomPrompt="1"/>
          </p:nvPr>
        </p:nvSpPr>
        <p:spPr>
          <a:xfrm>
            <a:off x="3380247" y="3651121"/>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3" name="Picture Placeholder 2">
            <a:extLst>
              <a:ext uri="{FF2B5EF4-FFF2-40B4-BE49-F238E27FC236}">
                <a16:creationId xmlns:a16="http://schemas.microsoft.com/office/drawing/2014/main" id="{49D03249-A3CA-5A91-C717-27E68D6F7831}"/>
              </a:ext>
            </a:extLst>
          </p:cNvPr>
          <p:cNvSpPr>
            <a:spLocks noGrp="1" noChangeAspect="1"/>
          </p:cNvSpPr>
          <p:nvPr>
            <p:ph type="pic" sz="quarter" idx="53" hasCustomPrompt="1"/>
          </p:nvPr>
        </p:nvSpPr>
        <p:spPr>
          <a:xfrm>
            <a:off x="6228682" y="1601038"/>
            <a:ext cx="835024" cy="835024"/>
          </a:xfrm>
        </p:spPr>
        <p:txBody>
          <a:bodyPr lIns="144000"/>
          <a:lstStyle>
            <a:lvl1pPr marL="0" indent="0">
              <a:buNone/>
              <a:defRPr sz="1400"/>
            </a:lvl1pPr>
          </a:lstStyle>
          <a:p>
            <a:r>
              <a:rPr lang="en-US"/>
              <a:t>Icon</a:t>
            </a:r>
          </a:p>
        </p:txBody>
      </p:sp>
      <p:sp>
        <p:nvSpPr>
          <p:cNvPr id="24" name="Text Placeholder 22">
            <a:extLst>
              <a:ext uri="{FF2B5EF4-FFF2-40B4-BE49-F238E27FC236}">
                <a16:creationId xmlns:a16="http://schemas.microsoft.com/office/drawing/2014/main" id="{31B9C0A0-95B0-2824-2407-CDDC04E197D9}"/>
              </a:ext>
            </a:extLst>
          </p:cNvPr>
          <p:cNvSpPr>
            <a:spLocks noGrp="1"/>
          </p:cNvSpPr>
          <p:nvPr>
            <p:ph type="body" sz="quarter" idx="54" hasCustomPrompt="1"/>
          </p:nvPr>
        </p:nvSpPr>
        <p:spPr>
          <a:xfrm>
            <a:off x="6228682"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5" name="Text Placeholder 16">
            <a:extLst>
              <a:ext uri="{FF2B5EF4-FFF2-40B4-BE49-F238E27FC236}">
                <a16:creationId xmlns:a16="http://schemas.microsoft.com/office/drawing/2014/main" id="{06A24B55-C38A-D8B1-E30C-791BAA94A209}"/>
              </a:ext>
            </a:extLst>
          </p:cNvPr>
          <p:cNvSpPr>
            <a:spLocks noGrp="1"/>
          </p:cNvSpPr>
          <p:nvPr>
            <p:ph type="body" sz="quarter" idx="55" hasCustomPrompt="1"/>
          </p:nvPr>
        </p:nvSpPr>
        <p:spPr>
          <a:xfrm>
            <a:off x="6228682" y="3651121"/>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6" name="Picture Placeholder 2">
            <a:extLst>
              <a:ext uri="{FF2B5EF4-FFF2-40B4-BE49-F238E27FC236}">
                <a16:creationId xmlns:a16="http://schemas.microsoft.com/office/drawing/2014/main" id="{63A76360-B909-3A81-788A-127C2E0DCFCA}"/>
              </a:ext>
            </a:extLst>
          </p:cNvPr>
          <p:cNvSpPr>
            <a:spLocks noGrp="1" noChangeAspect="1"/>
          </p:cNvSpPr>
          <p:nvPr>
            <p:ph type="pic" sz="quarter" idx="56" hasCustomPrompt="1"/>
          </p:nvPr>
        </p:nvSpPr>
        <p:spPr>
          <a:xfrm>
            <a:off x="9077116" y="1601038"/>
            <a:ext cx="835024" cy="835024"/>
          </a:xfrm>
        </p:spPr>
        <p:txBody>
          <a:bodyPr lIns="144000"/>
          <a:lstStyle>
            <a:lvl1pPr marL="0" indent="0">
              <a:buNone/>
              <a:defRPr sz="1400"/>
            </a:lvl1pPr>
          </a:lstStyle>
          <a:p>
            <a:r>
              <a:rPr lang="en-US"/>
              <a:t>Icon</a:t>
            </a:r>
          </a:p>
        </p:txBody>
      </p:sp>
      <p:sp>
        <p:nvSpPr>
          <p:cNvPr id="27" name="Text Placeholder 22">
            <a:extLst>
              <a:ext uri="{FF2B5EF4-FFF2-40B4-BE49-F238E27FC236}">
                <a16:creationId xmlns:a16="http://schemas.microsoft.com/office/drawing/2014/main" id="{F9D38BEA-1CE5-A003-B905-BF200D6A8C57}"/>
              </a:ext>
            </a:extLst>
          </p:cNvPr>
          <p:cNvSpPr>
            <a:spLocks noGrp="1"/>
          </p:cNvSpPr>
          <p:nvPr>
            <p:ph type="body" sz="quarter" idx="57" hasCustomPrompt="1"/>
          </p:nvPr>
        </p:nvSpPr>
        <p:spPr>
          <a:xfrm>
            <a:off x="9077115"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8" name="Text Placeholder 16">
            <a:extLst>
              <a:ext uri="{FF2B5EF4-FFF2-40B4-BE49-F238E27FC236}">
                <a16:creationId xmlns:a16="http://schemas.microsoft.com/office/drawing/2014/main" id="{90607619-F41E-DC0E-B3A9-CD8AF2A58A9E}"/>
              </a:ext>
            </a:extLst>
          </p:cNvPr>
          <p:cNvSpPr>
            <a:spLocks noGrp="1"/>
          </p:cNvSpPr>
          <p:nvPr>
            <p:ph type="body" sz="quarter" idx="58" hasCustomPrompt="1"/>
          </p:nvPr>
        </p:nvSpPr>
        <p:spPr>
          <a:xfrm>
            <a:off x="9077116" y="3651121"/>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Tree>
    <p:extLst>
      <p:ext uri="{BB962C8B-B14F-4D97-AF65-F5344CB8AC3E}">
        <p14:creationId xmlns:p14="http://schemas.microsoft.com/office/powerpoint/2010/main" val="40947125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13"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 Column_Black (No Ic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DF7D16-FB5B-A236-3D0F-5BF142E7C0B8}"/>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tx2"/>
                </a:solidFill>
                <a:latin typeface="+mj-lt"/>
                <a:ea typeface="+mj-ea"/>
                <a:cs typeface="+mj-cs"/>
              </a:defRPr>
            </a:lvl1pPr>
          </a:lstStyle>
          <a:p>
            <a:r>
              <a:rPr lang="en-US"/>
              <a:t>Two column layout</a:t>
            </a:r>
            <a:br>
              <a:rPr lang="en-US"/>
            </a:br>
            <a:r>
              <a:rPr lang="en-US"/>
              <a:t>Title 2 lines maximum</a:t>
            </a:r>
            <a:endParaRPr lang="en-CA"/>
          </a:p>
        </p:txBody>
      </p:sp>
      <p:sp>
        <p:nvSpPr>
          <p:cNvPr id="11" name="Text Placeholder 22">
            <a:extLst>
              <a:ext uri="{FF2B5EF4-FFF2-40B4-BE49-F238E27FC236}">
                <a16:creationId xmlns:a16="http://schemas.microsoft.com/office/drawing/2014/main" id="{702446A2-99D5-4B8F-3663-6D6D7C0900E3}"/>
              </a:ext>
            </a:extLst>
          </p:cNvPr>
          <p:cNvSpPr>
            <a:spLocks noGrp="1"/>
          </p:cNvSpPr>
          <p:nvPr>
            <p:ph type="body" sz="quarter" idx="27" hasCustomPrompt="1"/>
          </p:nvPr>
        </p:nvSpPr>
        <p:spPr>
          <a:xfrm>
            <a:off x="531810" y="1706497"/>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7" name="Text Placeholder 16">
            <a:extLst>
              <a:ext uri="{FF2B5EF4-FFF2-40B4-BE49-F238E27FC236}">
                <a16:creationId xmlns:a16="http://schemas.microsoft.com/office/drawing/2014/main" id="{3A1602AA-A8D3-DBB9-03DE-82B0711162CD}"/>
              </a:ext>
            </a:extLst>
          </p:cNvPr>
          <p:cNvSpPr>
            <a:spLocks noGrp="1"/>
          </p:cNvSpPr>
          <p:nvPr>
            <p:ph type="body" sz="quarter" idx="15" hasCustomPrompt="1"/>
          </p:nvPr>
        </p:nvSpPr>
        <p:spPr>
          <a:xfrm>
            <a:off x="531812" y="2868418"/>
            <a:ext cx="5429386" cy="2508379"/>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Nunc </a:t>
            </a:r>
            <a:r>
              <a:rPr lang="en-US" err="1"/>
              <a:t>viverra</a:t>
            </a:r>
            <a:r>
              <a:rPr lang="en-US"/>
              <a:t> </a:t>
            </a:r>
            <a:r>
              <a:rPr lang="en-US" err="1"/>
              <a:t>imperdiet</a:t>
            </a:r>
            <a:r>
              <a:rPr lang="en-US"/>
              <a:t> </a:t>
            </a:r>
            <a:r>
              <a:rPr lang="en-US" err="1"/>
              <a:t>enim</a:t>
            </a:r>
            <a:r>
              <a:rPr lang="en-US"/>
              <a:t>. </a:t>
            </a:r>
            <a:r>
              <a:rPr lang="en-US" err="1"/>
              <a:t>Fusce</a:t>
            </a:r>
            <a:r>
              <a:rPr lang="en-US"/>
              <a:t> est. </a:t>
            </a:r>
            <a:r>
              <a:rPr lang="en-US" err="1"/>
              <a:t>Vivamus</a:t>
            </a:r>
            <a:r>
              <a:rPr lang="en-US"/>
              <a:t> a </a:t>
            </a:r>
            <a:r>
              <a:rPr lang="en-US" err="1"/>
              <a:t>tellus</a:t>
            </a:r>
            <a:endParaRPr lang="en-US"/>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fames ac </a:t>
            </a:r>
            <a:r>
              <a:rPr lang="en-US" err="1"/>
              <a:t>turpis</a:t>
            </a:r>
            <a:r>
              <a:rPr lang="en-US"/>
              <a:t> </a:t>
            </a:r>
            <a:r>
              <a:rPr lang="en-US" err="1"/>
              <a:t>egestas</a:t>
            </a:r>
            <a:r>
              <a:rPr lang="en-US"/>
              <a:t>. Proin pharetra </a:t>
            </a:r>
            <a:r>
              <a:rPr lang="en-US" err="1"/>
              <a:t>nonummy</a:t>
            </a:r>
            <a:r>
              <a:rPr lang="en-US"/>
              <a:t> </a:t>
            </a:r>
            <a:r>
              <a:rPr lang="en-US" err="1"/>
              <a:t>pede</a:t>
            </a:r>
            <a:r>
              <a:rPr lang="en-US"/>
              <a:t>. </a:t>
            </a:r>
            <a:r>
              <a:rPr lang="en-US" err="1"/>
              <a:t>Mauris</a:t>
            </a:r>
            <a:r>
              <a:rPr lang="en-US"/>
              <a:t> et </a:t>
            </a:r>
            <a:r>
              <a:rPr lang="en-US" err="1"/>
              <a:t>orci</a:t>
            </a:r>
            <a:r>
              <a:rPr lang="en-US"/>
              <a:t>.</a:t>
            </a:r>
          </a:p>
        </p:txBody>
      </p:sp>
      <p:sp>
        <p:nvSpPr>
          <p:cNvPr id="6" name="TextBox 5">
            <a:extLst>
              <a:ext uri="{FF2B5EF4-FFF2-40B4-BE49-F238E27FC236}">
                <a16:creationId xmlns:a16="http://schemas.microsoft.com/office/drawing/2014/main" id="{CD417586-D17D-B05D-5384-E37636F2EE20}"/>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grpSp>
        <p:nvGrpSpPr>
          <p:cNvPr id="37" name="Group 36">
            <a:extLst>
              <a:ext uri="{FF2B5EF4-FFF2-40B4-BE49-F238E27FC236}">
                <a16:creationId xmlns:a16="http://schemas.microsoft.com/office/drawing/2014/main" id="{10F49D17-1776-704C-F74F-C44449FC5E27}"/>
              </a:ext>
            </a:extLst>
          </p:cNvPr>
          <p:cNvGrpSpPr/>
          <p:nvPr userDrawn="1"/>
        </p:nvGrpSpPr>
        <p:grpSpPr>
          <a:xfrm>
            <a:off x="12290489" y="-1"/>
            <a:ext cx="2910882" cy="6858001"/>
            <a:chOff x="12290489" y="-1"/>
            <a:chExt cx="2910882" cy="6858001"/>
          </a:xfrm>
        </p:grpSpPr>
        <p:sp>
          <p:nvSpPr>
            <p:cNvPr id="38" name="Rectangle 37">
              <a:extLst>
                <a:ext uri="{FF2B5EF4-FFF2-40B4-BE49-F238E27FC236}">
                  <a16:creationId xmlns:a16="http://schemas.microsoft.com/office/drawing/2014/main" id="{EDF2EBFD-3940-9CE6-E2E4-A2DB14C55283}"/>
                </a:ext>
              </a:extLst>
            </p:cNvPr>
            <p:cNvSpPr/>
            <p:nvPr userDrawn="1"/>
          </p:nvSpPr>
          <p:spPr>
            <a:xfrm>
              <a:off x="12290489" y="-1"/>
              <a:ext cx="2735151" cy="6858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latin typeface="Aptos" panose="020B0004020202020204" pitchFamily="34" charset="0"/>
                <a:cs typeface="Aparajita" panose="02020603050405020304" pitchFamily="18" charset="0"/>
              </a:endParaRPr>
            </a:p>
          </p:txBody>
        </p:sp>
        <p:sp>
          <p:nvSpPr>
            <p:cNvPr id="39" name="TextBox 38">
              <a:extLst>
                <a:ext uri="{FF2B5EF4-FFF2-40B4-BE49-F238E27FC236}">
                  <a16:creationId xmlns:a16="http://schemas.microsoft.com/office/drawing/2014/main" id="{4FA1526F-D10C-3137-C3EB-5ED0C5512632}"/>
                </a:ext>
              </a:extLst>
            </p:cNvPr>
            <p:cNvSpPr txBox="1"/>
            <p:nvPr userDrawn="1"/>
          </p:nvSpPr>
          <p:spPr>
            <a:xfrm>
              <a:off x="12449814" y="173148"/>
              <a:ext cx="1455527"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lvl="0"/>
              <a:r>
                <a:rPr lang="en-US" b="1">
                  <a:solidFill>
                    <a:schemeClr val="bg1"/>
                  </a:solidFill>
                  <a:latin typeface="Aptos" panose="020B0004020202020204" pitchFamily="34" charset="0"/>
                  <a:cs typeface="Aparajita" panose="02020603050405020304" pitchFamily="18" charset="0"/>
                </a:rPr>
                <a:t>HOW TO ADD AN ICON</a:t>
              </a:r>
            </a:p>
          </p:txBody>
        </p:sp>
        <p:cxnSp>
          <p:nvCxnSpPr>
            <p:cNvPr id="40" name="Straight Connector 39">
              <a:extLst>
                <a:ext uri="{FF2B5EF4-FFF2-40B4-BE49-F238E27FC236}">
                  <a16:creationId xmlns:a16="http://schemas.microsoft.com/office/drawing/2014/main" id="{FDF68A1C-6DE8-56A7-465F-77F758319340}"/>
                </a:ext>
              </a:extLst>
            </p:cNvPr>
            <p:cNvCxnSpPr>
              <a:cxnSpLocks/>
            </p:cNvCxnSpPr>
            <p:nvPr userDrawn="1"/>
          </p:nvCxnSpPr>
          <p:spPr>
            <a:xfrm>
              <a:off x="12449814" y="423012"/>
              <a:ext cx="270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07F427A8-EEBF-A0CE-7522-66C59E5C6DF4}"/>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b="1">
                  <a:latin typeface="Aptos" panose="020B0004020202020204" pitchFamily="34" charset="0"/>
                  <a:cs typeface="Aparajita" panose="02020603050405020304" pitchFamily="18" charset="0"/>
                </a:rPr>
                <a:t>Method 1: </a:t>
              </a:r>
              <a:r>
                <a:rPr lang="en-US" sz="600" b="0">
                  <a:latin typeface="Aptos" panose="020B0004020202020204" pitchFamily="34" charset="0"/>
                  <a:cs typeface="Aparajita" panose="02020603050405020304" pitchFamily="18" charset="0"/>
                </a:rPr>
                <a:t>from file browser</a:t>
              </a:r>
            </a:p>
            <a:p>
              <a:pPr lvl="1">
                <a:buNone/>
              </a:pPr>
              <a:r>
                <a:rPr lang="en-US" sz="1050">
                  <a:latin typeface="Aptos" panose="020B0004020202020204" pitchFamily="34" charset="0"/>
                  <a:cs typeface="Aparajita" panose="02020603050405020304" pitchFamily="18" charset="0"/>
                </a:rPr>
                <a:t>Drag the icon onto the slide.</a:t>
              </a:r>
            </a:p>
            <a:p>
              <a:pPr marL="0" marR="0" lvl="1" indent="0" algn="l" defTabSz="914400" rtl="0" eaLnBrk="1" fontAlgn="auto" latinLnBrk="0" hangingPunct="1">
                <a:lnSpc>
                  <a:spcPct val="90000"/>
                </a:lnSpc>
                <a:spcBef>
                  <a:spcPts val="0"/>
                </a:spcBef>
                <a:spcAft>
                  <a:spcPts val="300"/>
                </a:spcAft>
                <a:buClrTx/>
                <a:buSzTx/>
                <a:buFontTx/>
                <a:buNone/>
                <a:tabLst/>
                <a:defRPr/>
              </a:pPr>
              <a:r>
                <a:rPr lang="en-US" sz="700">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lang="en-US" sz="1000">
                <a:latin typeface="Aptos" panose="020B0004020202020204" pitchFamily="34" charset="0"/>
                <a:cs typeface="Aparajita" panose="02020603050405020304" pitchFamily="18" charset="0"/>
              </a:endParaRPr>
            </a:p>
          </p:txBody>
        </p:sp>
        <p:sp>
          <p:nvSpPr>
            <p:cNvPr id="42" name="TextBox 41">
              <a:extLst>
                <a:ext uri="{FF2B5EF4-FFF2-40B4-BE49-F238E27FC236}">
                  <a16:creationId xmlns:a16="http://schemas.microsoft.com/office/drawing/2014/main" id="{3D7672A3-A78B-1FD0-3F75-6020EC5B3B7F}"/>
                </a:ext>
              </a:extLst>
            </p:cNvPr>
            <p:cNvSpPr txBox="1">
              <a:spLocks noChangeAspect="1"/>
            </p:cNvSpPr>
            <p:nvPr/>
          </p:nvSpPr>
          <p:spPr>
            <a:xfrm>
              <a:off x="12449814" y="566082"/>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1</a:t>
              </a:r>
            </a:p>
          </p:txBody>
        </p:sp>
        <p:sp>
          <p:nvSpPr>
            <p:cNvPr id="43" name="TextBox 42">
              <a:extLst>
                <a:ext uri="{FF2B5EF4-FFF2-40B4-BE49-F238E27FC236}">
                  <a16:creationId xmlns:a16="http://schemas.microsoft.com/office/drawing/2014/main" id="{D220AF2A-18A4-D5E2-CC7A-337576F03CC7}"/>
                </a:ext>
              </a:extLst>
            </p:cNvPr>
            <p:cNvSpPr txBox="1">
              <a:spLocks noChangeAspect="1"/>
            </p:cNvSpPr>
            <p:nvPr/>
          </p:nvSpPr>
          <p:spPr>
            <a:xfrm>
              <a:off x="12449814" y="1018081"/>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2</a:t>
              </a:r>
            </a:p>
          </p:txBody>
        </p:sp>
        <p:sp>
          <p:nvSpPr>
            <p:cNvPr id="44" name="TextBox 43">
              <a:extLst>
                <a:ext uri="{FF2B5EF4-FFF2-40B4-BE49-F238E27FC236}">
                  <a16:creationId xmlns:a16="http://schemas.microsoft.com/office/drawing/2014/main" id="{9345F942-0D58-8E65-B8C6-D2AA00933647}"/>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0">
                <a:spcBef>
                  <a:spcPts val="700"/>
                </a:spcBef>
              </a:pPr>
              <a:r>
                <a:rPr lang="en-US">
                  <a:latin typeface="Aptos" panose="020B0004020202020204" pitchFamily="34" charset="0"/>
                  <a:cs typeface="Aparajita" panose="02020603050405020304" pitchFamily="18" charset="0"/>
                </a:rPr>
                <a:t>Source icon from the </a:t>
              </a:r>
              <a:br>
                <a:rPr lang="en-US">
                  <a:latin typeface="Aptos" panose="020B0004020202020204" pitchFamily="34" charset="0"/>
                  <a:cs typeface="Aparajita" panose="02020603050405020304" pitchFamily="18" charset="0"/>
                </a:rPr>
              </a:br>
              <a:r>
                <a:rPr lang="en-US">
                  <a:solidFill>
                    <a:schemeClr val="accent1"/>
                  </a:solidFill>
                  <a:latin typeface="Aptos" panose="020B0004020202020204" pitchFamily="34" charset="0"/>
                  <a:cs typeface="Aparajita" panose="02020603050405020304" pitchFamily="18" charset="0"/>
                </a:rPr>
                <a:t>Qualcomm Icon Library</a:t>
              </a:r>
            </a:p>
            <a:p>
              <a:pPr lvl="0">
                <a:spcBef>
                  <a:spcPts val="700"/>
                </a:spcBef>
              </a:pPr>
              <a:r>
                <a:rPr lang="en-US">
                  <a:latin typeface="Aptos" panose="020B0004020202020204" pitchFamily="34" charset="0"/>
                  <a:cs typeface="Aparajita" panose="02020603050405020304" pitchFamily="18" charset="0"/>
                </a:rPr>
                <a:t>Add the icon to the placeholder.</a:t>
              </a:r>
            </a:p>
          </p:txBody>
        </p:sp>
        <p:sp>
          <p:nvSpPr>
            <p:cNvPr id="45" name="TextBox 44">
              <a:extLst>
                <a:ext uri="{FF2B5EF4-FFF2-40B4-BE49-F238E27FC236}">
                  <a16:creationId xmlns:a16="http://schemas.microsoft.com/office/drawing/2014/main" id="{7AD4600F-A71F-1EBC-44F0-2E985C054719}"/>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2: </a:t>
              </a:r>
              <a:r>
                <a:rPr lang="en-US" sz="600" b="0">
                  <a:latin typeface="Aptos" panose="020B0004020202020204" pitchFamily="34" charset="0"/>
                  <a:cs typeface="Aparajita" panose="02020603050405020304" pitchFamily="18" charset="0"/>
                </a:rPr>
                <a:t>Paste from clipboard</a:t>
              </a:r>
            </a:p>
            <a:p>
              <a:pPr lvl="1">
                <a:buNone/>
              </a:pPr>
              <a:r>
                <a:rPr lang="en-US" sz="1050">
                  <a:latin typeface="Aptos" panose="020B0004020202020204" pitchFamily="34" charset="0"/>
                  <a:cs typeface="Aparajita" panose="02020603050405020304" pitchFamily="18" charset="0"/>
                </a:rPr>
                <a:t>Select the icon placeholder.</a:t>
              </a:r>
            </a:p>
            <a:p>
              <a:pPr lvl="1">
                <a:buNone/>
              </a:pPr>
              <a:r>
                <a:rPr lang="en-US" sz="1050">
                  <a:latin typeface="Aptos" panose="020B0004020202020204" pitchFamily="34" charset="0"/>
                  <a:cs typeface="Aparajita" panose="02020603050405020304" pitchFamily="18" charset="0"/>
                </a:rPr>
                <a:t>Right-click or use keyboard shortcuts to paste the icon.</a:t>
              </a:r>
            </a:p>
          </p:txBody>
        </p:sp>
        <p:sp>
          <p:nvSpPr>
            <p:cNvPr id="46" name="TextBox 45">
              <a:extLst>
                <a:ext uri="{FF2B5EF4-FFF2-40B4-BE49-F238E27FC236}">
                  <a16:creationId xmlns:a16="http://schemas.microsoft.com/office/drawing/2014/main" id="{4A580109-8D86-1BB1-008B-25C45ADD515F}"/>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3: </a:t>
              </a:r>
              <a:r>
                <a:rPr lang="en-US" sz="600" b="0">
                  <a:latin typeface="Aptos" panose="020B0004020202020204" pitchFamily="34" charset="0"/>
                  <a:cs typeface="Aparajita" panose="02020603050405020304" pitchFamily="18" charset="0"/>
                </a:rPr>
                <a:t>Placeholder icon</a:t>
              </a:r>
            </a:p>
            <a:p>
              <a:pPr lvl="1">
                <a:buNone/>
              </a:pPr>
              <a:r>
                <a:rPr lang="en-US" sz="1050">
                  <a:latin typeface="Aptos" panose="020B0004020202020204" pitchFamily="34" charset="0"/>
                  <a:cs typeface="Aparajita" panose="02020603050405020304" pitchFamily="18" charset="0"/>
                </a:rPr>
                <a:t>Click the image icon inside the placeholder to browse for an icon.</a:t>
              </a:r>
            </a:p>
          </p:txBody>
        </p:sp>
        <p:grpSp>
          <p:nvGrpSpPr>
            <p:cNvPr id="47" name="Group 46">
              <a:extLst>
                <a:ext uri="{FF2B5EF4-FFF2-40B4-BE49-F238E27FC236}">
                  <a16:creationId xmlns:a16="http://schemas.microsoft.com/office/drawing/2014/main" id="{BD59EE4B-AD30-EDD9-596F-D986D6B32612}"/>
                </a:ext>
              </a:extLst>
            </p:cNvPr>
            <p:cNvGrpSpPr/>
            <p:nvPr userDrawn="1"/>
          </p:nvGrpSpPr>
          <p:grpSpPr>
            <a:xfrm>
              <a:off x="12429548" y="3236396"/>
              <a:ext cx="2735151" cy="1280928"/>
              <a:chOff x="9286315" y="6976989"/>
              <a:chExt cx="2735151" cy="1280928"/>
            </a:xfrm>
          </p:grpSpPr>
          <p:sp>
            <p:nvSpPr>
              <p:cNvPr id="58" name="Rectangle 57">
                <a:extLst>
                  <a:ext uri="{FF2B5EF4-FFF2-40B4-BE49-F238E27FC236}">
                    <a16:creationId xmlns:a16="http://schemas.microsoft.com/office/drawing/2014/main" id="{49D5E409-C37A-B0A2-33BB-0359BF510F25}"/>
                  </a:ext>
                </a:extLst>
              </p:cNvPr>
              <p:cNvSpPr/>
              <p:nvPr userDrawn="1"/>
            </p:nvSpPr>
            <p:spPr>
              <a:xfrm>
                <a:off x="9286315" y="6976989"/>
                <a:ext cx="2735151" cy="128092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59" name="TextBox 58">
                <a:extLst>
                  <a:ext uri="{FF2B5EF4-FFF2-40B4-BE49-F238E27FC236}">
                    <a16:creationId xmlns:a16="http://schemas.microsoft.com/office/drawing/2014/main" id="{EDB34C46-268C-7C96-AE28-BFE240E2A471}"/>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Cropping Graphics</a:t>
                </a:r>
              </a:p>
            </p:txBody>
          </p:sp>
          <p:pic>
            <p:nvPicPr>
              <p:cNvPr id="60" name="Graphic 59">
                <a:extLst>
                  <a:ext uri="{FF2B5EF4-FFF2-40B4-BE49-F238E27FC236}">
                    <a16:creationId xmlns:a16="http://schemas.microsoft.com/office/drawing/2014/main" id="{6875A335-18CC-8BF6-B5D9-843B33D62FF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61" name="TextBox 60">
                <a:extLst>
                  <a:ext uri="{FF2B5EF4-FFF2-40B4-BE49-F238E27FC236}">
                    <a16:creationId xmlns:a16="http://schemas.microsoft.com/office/drawing/2014/main" id="{4C322459-BC36-4B8E-CFAE-B94820CAD349}"/>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Right-click on the icon.</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Choose “Crop” from the menu. (           )</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Adjust the size and position of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Press Esc or click outside the image area to exit the cropping mode.</a:t>
                </a:r>
              </a:p>
            </p:txBody>
          </p:sp>
          <p:pic>
            <p:nvPicPr>
              <p:cNvPr id="62" name="Picture 61">
                <a:extLst>
                  <a:ext uri="{FF2B5EF4-FFF2-40B4-BE49-F238E27FC236}">
                    <a16:creationId xmlns:a16="http://schemas.microsoft.com/office/drawing/2014/main" id="{9ED8ECBA-C3F7-5048-0976-D24D59563826}"/>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63" name="TextBox 62">
                <a:extLst>
                  <a:ext uri="{FF2B5EF4-FFF2-40B4-BE49-F238E27FC236}">
                    <a16:creationId xmlns:a16="http://schemas.microsoft.com/office/drawing/2014/main" id="{754B0BA7-750B-D607-DC5A-F4F85F52221F}"/>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nvGrpSpPr>
            <p:cNvPr id="48" name="Group 47">
              <a:extLst>
                <a:ext uri="{FF2B5EF4-FFF2-40B4-BE49-F238E27FC236}">
                  <a16:creationId xmlns:a16="http://schemas.microsoft.com/office/drawing/2014/main" id="{279BE43B-F235-6EAE-7BF8-457F5AEADC82}"/>
                </a:ext>
              </a:extLst>
            </p:cNvPr>
            <p:cNvGrpSpPr/>
            <p:nvPr userDrawn="1"/>
          </p:nvGrpSpPr>
          <p:grpSpPr>
            <a:xfrm>
              <a:off x="12429548" y="4543123"/>
              <a:ext cx="2735151" cy="2200108"/>
              <a:chOff x="9538241" y="5155416"/>
              <a:chExt cx="2735151" cy="2200108"/>
            </a:xfrm>
          </p:grpSpPr>
          <p:sp>
            <p:nvSpPr>
              <p:cNvPr id="49" name="Rectangle 48">
                <a:extLst>
                  <a:ext uri="{FF2B5EF4-FFF2-40B4-BE49-F238E27FC236}">
                    <a16:creationId xmlns:a16="http://schemas.microsoft.com/office/drawing/2014/main" id="{9BF2F786-4459-B79C-0B6C-AE60936F3550}"/>
                  </a:ext>
                </a:extLst>
              </p:cNvPr>
              <p:cNvSpPr/>
              <p:nvPr userDrawn="1"/>
            </p:nvSpPr>
            <p:spPr>
              <a:xfrm>
                <a:off x="9538241" y="5155416"/>
                <a:ext cx="2735151" cy="220010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50" name="TextBox 49">
                <a:extLst>
                  <a:ext uri="{FF2B5EF4-FFF2-40B4-BE49-F238E27FC236}">
                    <a16:creationId xmlns:a16="http://schemas.microsoft.com/office/drawing/2014/main" id="{6EE5E131-DBB4-125E-2F8F-2AA225201E4E}"/>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Changing Icons</a:t>
                </a:r>
              </a:p>
            </p:txBody>
          </p:sp>
          <p:pic>
            <p:nvPicPr>
              <p:cNvPr id="51" name="Graphic 50">
                <a:extLst>
                  <a:ext uri="{FF2B5EF4-FFF2-40B4-BE49-F238E27FC236}">
                    <a16:creationId xmlns:a16="http://schemas.microsoft.com/office/drawing/2014/main" id="{13C7612B-4333-2101-D385-32A0F080162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52" name="TextBox 51">
                <a:extLst>
                  <a:ext uri="{FF2B5EF4-FFF2-40B4-BE49-F238E27FC236}">
                    <a16:creationId xmlns:a16="http://schemas.microsoft.com/office/drawing/2014/main" id="{92246FC0-FE5E-C371-C5FE-0C06A53AB56F}"/>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600" b="1" kern="1200" cap="all" spc="20" baseline="0" noProof="0">
                    <a:solidFill>
                      <a:schemeClr val="tx1"/>
                    </a:solidFill>
                    <a:latin typeface="Aptos" panose="020B0004020202020204" pitchFamily="34" charset="0"/>
                    <a:ea typeface="+mn-ea"/>
                    <a:cs typeface="Aparajita" panose="02020603050405020304" pitchFamily="18" charset="0"/>
                  </a:rPr>
                  <a:t>Method 1: </a:t>
                </a:r>
                <a:r>
                  <a:rPr lang="en-US" sz="600" b="0" kern="1200" cap="all" spc="20" baseline="0" noProof="0">
                    <a:solidFill>
                      <a:schemeClr val="tx1"/>
                    </a:solidFill>
                    <a:latin typeface="Aptos" panose="020B0004020202020204" pitchFamily="34" charset="0"/>
                    <a:ea typeface="+mn-ea"/>
                    <a:cs typeface="Aparajita" panose="02020603050405020304" pitchFamily="18" charset="0"/>
                  </a:rPr>
                  <a:t>RIGHT CLICK</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Right-click on icon and select “Change Picture”</a:t>
                </a:r>
              </a:p>
            </p:txBody>
          </p:sp>
          <p:sp>
            <p:nvSpPr>
              <p:cNvPr id="53" name="TextBox 52">
                <a:extLst>
                  <a:ext uri="{FF2B5EF4-FFF2-40B4-BE49-F238E27FC236}">
                    <a16:creationId xmlns:a16="http://schemas.microsoft.com/office/drawing/2014/main" id="{7D86C7BB-19BF-2243-ABDF-E97B5A6A49DB}"/>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lvl="1" indent="-131763" algn="l" defTabSz="914400" rtl="0" eaLnBrk="1" latinLnBrk="0" hangingPunct="1">
                  <a:lnSpc>
                    <a:spcPct val="90000"/>
                  </a:lnSpc>
                  <a:spcBef>
                    <a:spcPts val="0"/>
                  </a:spcBef>
                  <a:spcAft>
                    <a:spcPts val="300"/>
                  </a:spcAft>
                  <a:buFont typeface="Wingdings" pitchFamily="2" charset="2"/>
                  <a:buChar char="§"/>
                  <a:tabLst/>
                  <a:defRPr/>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54" name="TextBox 53">
                <a:extLst>
                  <a:ext uri="{FF2B5EF4-FFF2-40B4-BE49-F238E27FC236}">
                    <a16:creationId xmlns:a16="http://schemas.microsoft.com/office/drawing/2014/main" id="{A1904FFB-C739-0F90-C7F5-DA9DED094FAB}"/>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Method 2: </a:t>
                </a:r>
                <a:r>
                  <a:rPr kumimoji="0" lang="en-US" sz="600" b="0"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RESET PLACEHOLDER</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First, delete the existing icon to reset the photo placeholder functionality.</a:t>
                </a:r>
              </a:p>
            </p:txBody>
          </p:sp>
          <p:sp>
            <p:nvSpPr>
              <p:cNvPr id="55" name="TextBox 54">
                <a:extLst>
                  <a:ext uri="{FF2B5EF4-FFF2-40B4-BE49-F238E27FC236}">
                    <a16:creationId xmlns:a16="http://schemas.microsoft.com/office/drawing/2014/main" id="{ACB1AC66-5C4B-469C-9B82-3DEC7748C8C2}"/>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You can now add a new icon as normal.</a:t>
                </a:r>
              </a:p>
            </p:txBody>
          </p:sp>
          <p:cxnSp>
            <p:nvCxnSpPr>
              <p:cNvPr id="56" name="Straight Connector 55">
                <a:extLst>
                  <a:ext uri="{FF2B5EF4-FFF2-40B4-BE49-F238E27FC236}">
                    <a16:creationId xmlns:a16="http://schemas.microsoft.com/office/drawing/2014/main" id="{59F4B141-EF3E-3F29-C00E-0D1B85F79C61}"/>
                  </a:ext>
                </a:extLst>
              </p:cNvPr>
              <p:cNvCxnSpPr>
                <a:cxnSpLocks/>
              </p:cNvCxnSpPr>
              <p:nvPr userDrawn="1"/>
            </p:nvCxnSpPr>
            <p:spPr>
              <a:xfrm>
                <a:off x="9713479" y="5957047"/>
                <a:ext cx="27000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0FA8221B-19B5-DF1D-3769-8CEB0E2CD3AB}"/>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sp>
        <p:nvSpPr>
          <p:cNvPr id="2" name="Footer Placeholder 1">
            <a:extLst>
              <a:ext uri="{FF2B5EF4-FFF2-40B4-BE49-F238E27FC236}">
                <a16:creationId xmlns:a16="http://schemas.microsoft.com/office/drawing/2014/main" id="{A85A980C-84E3-2D1C-3C83-37EF671921AD}"/>
              </a:ext>
            </a:extLst>
          </p:cNvPr>
          <p:cNvSpPr>
            <a:spLocks noGrp="1"/>
          </p:cNvSpPr>
          <p:nvPr>
            <p:ph type="ftr" sz="quarter" idx="32"/>
          </p:nvPr>
        </p:nvSpPr>
        <p:spPr/>
        <p:txBody>
          <a:bodyPr/>
          <a:lstStyle/>
          <a:p>
            <a:endParaRPr lang="en-CA"/>
          </a:p>
        </p:txBody>
      </p:sp>
      <p:sp>
        <p:nvSpPr>
          <p:cNvPr id="10" name="Text Placeholder 22">
            <a:extLst>
              <a:ext uri="{FF2B5EF4-FFF2-40B4-BE49-F238E27FC236}">
                <a16:creationId xmlns:a16="http://schemas.microsoft.com/office/drawing/2014/main" id="{5DE8ED68-428F-47DF-6FEA-AE7FB9D8D15D}"/>
              </a:ext>
            </a:extLst>
          </p:cNvPr>
          <p:cNvSpPr>
            <a:spLocks noGrp="1"/>
          </p:cNvSpPr>
          <p:nvPr>
            <p:ph type="body" sz="quarter" idx="34" hasCustomPrompt="1"/>
          </p:nvPr>
        </p:nvSpPr>
        <p:spPr>
          <a:xfrm>
            <a:off x="6240018" y="1706497"/>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2" name="Text Placeholder 16">
            <a:extLst>
              <a:ext uri="{FF2B5EF4-FFF2-40B4-BE49-F238E27FC236}">
                <a16:creationId xmlns:a16="http://schemas.microsoft.com/office/drawing/2014/main" id="{324B9E31-F60C-0248-1D39-D3565D40F967}"/>
              </a:ext>
            </a:extLst>
          </p:cNvPr>
          <p:cNvSpPr>
            <a:spLocks noGrp="1"/>
          </p:cNvSpPr>
          <p:nvPr>
            <p:ph type="body" sz="quarter" idx="35" hasCustomPrompt="1"/>
          </p:nvPr>
        </p:nvSpPr>
        <p:spPr>
          <a:xfrm>
            <a:off x="6240018" y="2868418"/>
            <a:ext cx="5429386" cy="2508379"/>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Nunc </a:t>
            </a:r>
            <a:r>
              <a:rPr lang="en-US" err="1"/>
              <a:t>viverra</a:t>
            </a:r>
            <a:r>
              <a:rPr lang="en-US"/>
              <a:t> </a:t>
            </a:r>
            <a:r>
              <a:rPr lang="en-US" err="1"/>
              <a:t>imperdiet</a:t>
            </a:r>
            <a:r>
              <a:rPr lang="en-US"/>
              <a:t> </a:t>
            </a:r>
            <a:r>
              <a:rPr lang="en-US" err="1"/>
              <a:t>enim</a:t>
            </a:r>
            <a:r>
              <a:rPr lang="en-US"/>
              <a:t>. </a:t>
            </a:r>
            <a:r>
              <a:rPr lang="en-US" err="1"/>
              <a:t>Fusce</a:t>
            </a:r>
            <a:r>
              <a:rPr lang="en-US"/>
              <a:t> est. </a:t>
            </a:r>
            <a:r>
              <a:rPr lang="en-US" err="1"/>
              <a:t>Vivamus</a:t>
            </a:r>
            <a:r>
              <a:rPr lang="en-US"/>
              <a:t> a </a:t>
            </a:r>
            <a:r>
              <a:rPr lang="en-US" err="1"/>
              <a:t>tellus</a:t>
            </a:r>
            <a:endParaRPr lang="en-US"/>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fames ac </a:t>
            </a:r>
            <a:r>
              <a:rPr lang="en-US" err="1"/>
              <a:t>turpis</a:t>
            </a:r>
            <a:r>
              <a:rPr lang="en-US"/>
              <a:t> </a:t>
            </a:r>
            <a:r>
              <a:rPr lang="en-US" err="1"/>
              <a:t>egestas</a:t>
            </a:r>
            <a:r>
              <a:rPr lang="en-US"/>
              <a:t>. Proin pharetra </a:t>
            </a:r>
            <a:r>
              <a:rPr lang="en-US" err="1"/>
              <a:t>nonummy</a:t>
            </a:r>
            <a:r>
              <a:rPr lang="en-US"/>
              <a:t> </a:t>
            </a:r>
            <a:r>
              <a:rPr lang="en-US" err="1"/>
              <a:t>pede</a:t>
            </a:r>
            <a:r>
              <a:rPr lang="en-US"/>
              <a:t>. </a:t>
            </a:r>
            <a:r>
              <a:rPr lang="en-US" err="1"/>
              <a:t>Mauris</a:t>
            </a:r>
            <a:r>
              <a:rPr lang="en-US"/>
              <a:t> et </a:t>
            </a:r>
            <a:r>
              <a:rPr lang="en-US" err="1"/>
              <a:t>orci</a:t>
            </a:r>
            <a:r>
              <a:rPr lang="en-US"/>
              <a:t>.</a:t>
            </a:r>
          </a:p>
        </p:txBody>
      </p:sp>
    </p:spTree>
    <p:extLst>
      <p:ext uri="{BB962C8B-B14F-4D97-AF65-F5344CB8AC3E}">
        <p14:creationId xmlns:p14="http://schemas.microsoft.com/office/powerpoint/2010/main" val="1407736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ree Column_Black (No Ic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2588C0-C7B7-463F-660E-0A4A3FD24785}"/>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tx2"/>
                </a:solidFill>
                <a:latin typeface="+mj-lt"/>
                <a:ea typeface="+mj-ea"/>
                <a:cs typeface="+mj-cs"/>
              </a:defRPr>
            </a:lvl1pPr>
          </a:lstStyle>
          <a:p>
            <a:r>
              <a:rPr lang="en-US"/>
              <a:t>Three column layout</a:t>
            </a:r>
            <a:br>
              <a:rPr lang="en-US"/>
            </a:br>
            <a:r>
              <a:rPr lang="en-US"/>
              <a:t>Title 2 lines maximum</a:t>
            </a:r>
            <a:endParaRPr lang="en-CA"/>
          </a:p>
        </p:txBody>
      </p:sp>
      <p:sp>
        <p:nvSpPr>
          <p:cNvPr id="23" name="TextBox 22">
            <a:extLst>
              <a:ext uri="{FF2B5EF4-FFF2-40B4-BE49-F238E27FC236}">
                <a16:creationId xmlns:a16="http://schemas.microsoft.com/office/drawing/2014/main" id="{EDE40922-B18A-2DF9-C121-EF497B173DA5}"/>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grpSp>
        <p:nvGrpSpPr>
          <p:cNvPr id="40" name="Group 39">
            <a:extLst>
              <a:ext uri="{FF2B5EF4-FFF2-40B4-BE49-F238E27FC236}">
                <a16:creationId xmlns:a16="http://schemas.microsoft.com/office/drawing/2014/main" id="{C3479EAD-810E-2127-DFE4-C119FFAAF25F}"/>
              </a:ext>
            </a:extLst>
          </p:cNvPr>
          <p:cNvGrpSpPr/>
          <p:nvPr userDrawn="1"/>
        </p:nvGrpSpPr>
        <p:grpSpPr>
          <a:xfrm>
            <a:off x="12290489" y="-1"/>
            <a:ext cx="2910882" cy="6858001"/>
            <a:chOff x="12290489" y="-1"/>
            <a:chExt cx="2910882" cy="6858001"/>
          </a:xfrm>
        </p:grpSpPr>
        <p:sp>
          <p:nvSpPr>
            <p:cNvPr id="41" name="Rectangle 40">
              <a:extLst>
                <a:ext uri="{FF2B5EF4-FFF2-40B4-BE49-F238E27FC236}">
                  <a16:creationId xmlns:a16="http://schemas.microsoft.com/office/drawing/2014/main" id="{5BDB44CD-9F2B-F58C-094C-02B9892CF15A}"/>
                </a:ext>
              </a:extLst>
            </p:cNvPr>
            <p:cNvSpPr/>
            <p:nvPr userDrawn="1"/>
          </p:nvSpPr>
          <p:spPr>
            <a:xfrm>
              <a:off x="12290489" y="-1"/>
              <a:ext cx="2735151" cy="6858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latin typeface="Aptos" panose="020B0004020202020204" pitchFamily="34" charset="0"/>
                <a:cs typeface="Aparajita" panose="02020603050405020304" pitchFamily="18" charset="0"/>
              </a:endParaRPr>
            </a:p>
          </p:txBody>
        </p:sp>
        <p:sp>
          <p:nvSpPr>
            <p:cNvPr id="42" name="TextBox 41">
              <a:extLst>
                <a:ext uri="{FF2B5EF4-FFF2-40B4-BE49-F238E27FC236}">
                  <a16:creationId xmlns:a16="http://schemas.microsoft.com/office/drawing/2014/main" id="{FB15FE9D-716F-C274-7D27-8D223E8ABE60}"/>
                </a:ext>
              </a:extLst>
            </p:cNvPr>
            <p:cNvSpPr txBox="1"/>
            <p:nvPr userDrawn="1"/>
          </p:nvSpPr>
          <p:spPr>
            <a:xfrm>
              <a:off x="12449814" y="173148"/>
              <a:ext cx="1455527"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lvl="0"/>
              <a:r>
                <a:rPr lang="en-US" b="1">
                  <a:solidFill>
                    <a:schemeClr val="bg1"/>
                  </a:solidFill>
                  <a:latin typeface="Aptos" panose="020B0004020202020204" pitchFamily="34" charset="0"/>
                  <a:cs typeface="Aparajita" panose="02020603050405020304" pitchFamily="18" charset="0"/>
                </a:rPr>
                <a:t>HOW TO ADD AN ICON</a:t>
              </a:r>
            </a:p>
          </p:txBody>
        </p:sp>
        <p:cxnSp>
          <p:nvCxnSpPr>
            <p:cNvPr id="43" name="Straight Connector 42">
              <a:extLst>
                <a:ext uri="{FF2B5EF4-FFF2-40B4-BE49-F238E27FC236}">
                  <a16:creationId xmlns:a16="http://schemas.microsoft.com/office/drawing/2014/main" id="{8E80D713-C5E7-B361-2F72-50AD4046E3F8}"/>
                </a:ext>
              </a:extLst>
            </p:cNvPr>
            <p:cNvCxnSpPr>
              <a:cxnSpLocks/>
            </p:cNvCxnSpPr>
            <p:nvPr userDrawn="1"/>
          </p:nvCxnSpPr>
          <p:spPr>
            <a:xfrm>
              <a:off x="12449814" y="423012"/>
              <a:ext cx="270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D3B814A9-8A88-5DDE-79A3-1B2EF1A66658}"/>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b="1">
                  <a:latin typeface="Aptos" panose="020B0004020202020204" pitchFamily="34" charset="0"/>
                  <a:cs typeface="Aparajita" panose="02020603050405020304" pitchFamily="18" charset="0"/>
                </a:rPr>
                <a:t>Method 1: </a:t>
              </a:r>
              <a:r>
                <a:rPr lang="en-US" sz="600" b="0">
                  <a:latin typeface="Aptos" panose="020B0004020202020204" pitchFamily="34" charset="0"/>
                  <a:cs typeface="Aparajita" panose="02020603050405020304" pitchFamily="18" charset="0"/>
                </a:rPr>
                <a:t>from file browser</a:t>
              </a:r>
            </a:p>
            <a:p>
              <a:pPr lvl="1">
                <a:buNone/>
              </a:pPr>
              <a:r>
                <a:rPr lang="en-US" sz="1050">
                  <a:latin typeface="Aptos" panose="020B0004020202020204" pitchFamily="34" charset="0"/>
                  <a:cs typeface="Aparajita" panose="02020603050405020304" pitchFamily="18" charset="0"/>
                </a:rPr>
                <a:t>Drag the icon onto the slide.</a:t>
              </a:r>
            </a:p>
            <a:p>
              <a:pPr marL="0" marR="0" lvl="1" indent="0" algn="l" defTabSz="914400" rtl="0" eaLnBrk="1" fontAlgn="auto" latinLnBrk="0" hangingPunct="1">
                <a:lnSpc>
                  <a:spcPct val="90000"/>
                </a:lnSpc>
                <a:spcBef>
                  <a:spcPts val="0"/>
                </a:spcBef>
                <a:spcAft>
                  <a:spcPts val="300"/>
                </a:spcAft>
                <a:buClrTx/>
                <a:buSzTx/>
                <a:buFontTx/>
                <a:buNone/>
                <a:tabLst/>
                <a:defRPr/>
              </a:pPr>
              <a:r>
                <a:rPr lang="en-US" sz="700">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lang="en-US" sz="1000">
                <a:latin typeface="Aptos" panose="020B0004020202020204" pitchFamily="34" charset="0"/>
                <a:cs typeface="Aparajita" panose="02020603050405020304" pitchFamily="18" charset="0"/>
              </a:endParaRPr>
            </a:p>
          </p:txBody>
        </p:sp>
        <p:sp>
          <p:nvSpPr>
            <p:cNvPr id="45" name="TextBox 44">
              <a:extLst>
                <a:ext uri="{FF2B5EF4-FFF2-40B4-BE49-F238E27FC236}">
                  <a16:creationId xmlns:a16="http://schemas.microsoft.com/office/drawing/2014/main" id="{D615C7A9-E29B-21F9-E2E8-C923E8968F3E}"/>
                </a:ext>
              </a:extLst>
            </p:cNvPr>
            <p:cNvSpPr txBox="1">
              <a:spLocks noChangeAspect="1"/>
            </p:cNvSpPr>
            <p:nvPr/>
          </p:nvSpPr>
          <p:spPr>
            <a:xfrm>
              <a:off x="12449814" y="566082"/>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1</a:t>
              </a:r>
            </a:p>
          </p:txBody>
        </p:sp>
        <p:sp>
          <p:nvSpPr>
            <p:cNvPr id="46" name="TextBox 45">
              <a:extLst>
                <a:ext uri="{FF2B5EF4-FFF2-40B4-BE49-F238E27FC236}">
                  <a16:creationId xmlns:a16="http://schemas.microsoft.com/office/drawing/2014/main" id="{3EA8DC82-0D60-6232-3BC9-24A65D14C00F}"/>
                </a:ext>
              </a:extLst>
            </p:cNvPr>
            <p:cNvSpPr txBox="1">
              <a:spLocks noChangeAspect="1"/>
            </p:cNvSpPr>
            <p:nvPr/>
          </p:nvSpPr>
          <p:spPr>
            <a:xfrm>
              <a:off x="12449814" y="1018081"/>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2</a:t>
              </a:r>
            </a:p>
          </p:txBody>
        </p:sp>
        <p:sp>
          <p:nvSpPr>
            <p:cNvPr id="47" name="TextBox 46">
              <a:extLst>
                <a:ext uri="{FF2B5EF4-FFF2-40B4-BE49-F238E27FC236}">
                  <a16:creationId xmlns:a16="http://schemas.microsoft.com/office/drawing/2014/main" id="{8FB3888D-CF08-9A5E-6087-0A96D2561366}"/>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0">
                <a:spcBef>
                  <a:spcPts val="700"/>
                </a:spcBef>
              </a:pPr>
              <a:r>
                <a:rPr lang="en-US">
                  <a:latin typeface="Aptos" panose="020B0004020202020204" pitchFamily="34" charset="0"/>
                  <a:cs typeface="Aparajita" panose="02020603050405020304" pitchFamily="18" charset="0"/>
                </a:rPr>
                <a:t>Source icon from the </a:t>
              </a:r>
              <a:br>
                <a:rPr lang="en-US">
                  <a:latin typeface="Aptos" panose="020B0004020202020204" pitchFamily="34" charset="0"/>
                  <a:cs typeface="Aparajita" panose="02020603050405020304" pitchFamily="18" charset="0"/>
                </a:rPr>
              </a:br>
              <a:r>
                <a:rPr lang="en-US">
                  <a:solidFill>
                    <a:schemeClr val="accent1"/>
                  </a:solidFill>
                  <a:latin typeface="Aptos" panose="020B0004020202020204" pitchFamily="34" charset="0"/>
                  <a:cs typeface="Aparajita" panose="02020603050405020304" pitchFamily="18" charset="0"/>
                </a:rPr>
                <a:t>Qualcomm Icon Library</a:t>
              </a:r>
            </a:p>
            <a:p>
              <a:pPr lvl="0">
                <a:spcBef>
                  <a:spcPts val="700"/>
                </a:spcBef>
              </a:pPr>
              <a:r>
                <a:rPr lang="en-US">
                  <a:latin typeface="Aptos" panose="020B0004020202020204" pitchFamily="34" charset="0"/>
                  <a:cs typeface="Aparajita" panose="02020603050405020304" pitchFamily="18" charset="0"/>
                </a:rPr>
                <a:t>Add the icon to the placeholder.</a:t>
              </a:r>
            </a:p>
          </p:txBody>
        </p:sp>
        <p:sp>
          <p:nvSpPr>
            <p:cNvPr id="48" name="TextBox 47">
              <a:extLst>
                <a:ext uri="{FF2B5EF4-FFF2-40B4-BE49-F238E27FC236}">
                  <a16:creationId xmlns:a16="http://schemas.microsoft.com/office/drawing/2014/main" id="{6CBF6BC2-3BF4-D922-4257-F4687B34FC41}"/>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2: </a:t>
              </a:r>
              <a:r>
                <a:rPr lang="en-US" sz="600" b="0">
                  <a:latin typeface="Aptos" panose="020B0004020202020204" pitchFamily="34" charset="0"/>
                  <a:cs typeface="Aparajita" panose="02020603050405020304" pitchFamily="18" charset="0"/>
                </a:rPr>
                <a:t>Paste from clipboard</a:t>
              </a:r>
            </a:p>
            <a:p>
              <a:pPr lvl="1">
                <a:buNone/>
              </a:pPr>
              <a:r>
                <a:rPr lang="en-US" sz="1050">
                  <a:latin typeface="Aptos" panose="020B0004020202020204" pitchFamily="34" charset="0"/>
                  <a:cs typeface="Aparajita" panose="02020603050405020304" pitchFamily="18" charset="0"/>
                </a:rPr>
                <a:t>Select the icon placeholder.</a:t>
              </a:r>
            </a:p>
            <a:p>
              <a:pPr lvl="1">
                <a:buNone/>
              </a:pPr>
              <a:r>
                <a:rPr lang="en-US" sz="1050">
                  <a:latin typeface="Aptos" panose="020B0004020202020204" pitchFamily="34" charset="0"/>
                  <a:cs typeface="Aparajita" panose="02020603050405020304" pitchFamily="18" charset="0"/>
                </a:rPr>
                <a:t>Right-click or use keyboard shortcuts to paste the icon.</a:t>
              </a:r>
            </a:p>
          </p:txBody>
        </p:sp>
        <p:sp>
          <p:nvSpPr>
            <p:cNvPr id="49" name="TextBox 48">
              <a:extLst>
                <a:ext uri="{FF2B5EF4-FFF2-40B4-BE49-F238E27FC236}">
                  <a16:creationId xmlns:a16="http://schemas.microsoft.com/office/drawing/2014/main" id="{0A03FA61-0E9A-7595-F64E-CDB3BA8FA0F9}"/>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3: </a:t>
              </a:r>
              <a:r>
                <a:rPr lang="en-US" sz="600" b="0">
                  <a:latin typeface="Aptos" panose="020B0004020202020204" pitchFamily="34" charset="0"/>
                  <a:cs typeface="Aparajita" panose="02020603050405020304" pitchFamily="18" charset="0"/>
                </a:rPr>
                <a:t>Placeholder icon</a:t>
              </a:r>
            </a:p>
            <a:p>
              <a:pPr lvl="1">
                <a:buNone/>
              </a:pPr>
              <a:r>
                <a:rPr lang="en-US" sz="1050">
                  <a:latin typeface="Aptos" panose="020B0004020202020204" pitchFamily="34" charset="0"/>
                  <a:cs typeface="Aparajita" panose="02020603050405020304" pitchFamily="18" charset="0"/>
                </a:rPr>
                <a:t>Click the image icon inside the placeholder to browse for an icon.</a:t>
              </a:r>
            </a:p>
          </p:txBody>
        </p:sp>
        <p:grpSp>
          <p:nvGrpSpPr>
            <p:cNvPr id="50" name="Group 49">
              <a:extLst>
                <a:ext uri="{FF2B5EF4-FFF2-40B4-BE49-F238E27FC236}">
                  <a16:creationId xmlns:a16="http://schemas.microsoft.com/office/drawing/2014/main" id="{045C6CE7-1836-CD98-FD2E-3852CC4F95C4}"/>
                </a:ext>
              </a:extLst>
            </p:cNvPr>
            <p:cNvGrpSpPr/>
            <p:nvPr userDrawn="1"/>
          </p:nvGrpSpPr>
          <p:grpSpPr>
            <a:xfrm>
              <a:off x="12429548" y="3236396"/>
              <a:ext cx="2735151" cy="1280928"/>
              <a:chOff x="9286315" y="6976989"/>
              <a:chExt cx="2735151" cy="1280928"/>
            </a:xfrm>
          </p:grpSpPr>
          <p:sp>
            <p:nvSpPr>
              <p:cNvPr id="61" name="Rectangle 60">
                <a:extLst>
                  <a:ext uri="{FF2B5EF4-FFF2-40B4-BE49-F238E27FC236}">
                    <a16:creationId xmlns:a16="http://schemas.microsoft.com/office/drawing/2014/main" id="{A244D9D0-DA66-A41C-0A97-F246FC60386E}"/>
                  </a:ext>
                </a:extLst>
              </p:cNvPr>
              <p:cNvSpPr/>
              <p:nvPr userDrawn="1"/>
            </p:nvSpPr>
            <p:spPr>
              <a:xfrm>
                <a:off x="9286315" y="6976989"/>
                <a:ext cx="2735151" cy="128092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62" name="TextBox 61">
                <a:extLst>
                  <a:ext uri="{FF2B5EF4-FFF2-40B4-BE49-F238E27FC236}">
                    <a16:creationId xmlns:a16="http://schemas.microsoft.com/office/drawing/2014/main" id="{1A64F655-4301-1FB7-250E-9C1A8B5FCB43}"/>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Cropping Graphics</a:t>
                </a:r>
              </a:p>
            </p:txBody>
          </p:sp>
          <p:pic>
            <p:nvPicPr>
              <p:cNvPr id="63" name="Graphic 62">
                <a:extLst>
                  <a:ext uri="{FF2B5EF4-FFF2-40B4-BE49-F238E27FC236}">
                    <a16:creationId xmlns:a16="http://schemas.microsoft.com/office/drawing/2014/main" id="{26C4B24F-6463-127F-4A4C-E83AB1F2439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128" name="TextBox 127">
                <a:extLst>
                  <a:ext uri="{FF2B5EF4-FFF2-40B4-BE49-F238E27FC236}">
                    <a16:creationId xmlns:a16="http://schemas.microsoft.com/office/drawing/2014/main" id="{49B54B08-0A6A-2E23-571B-DAF9DEE5871E}"/>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Right-click on the icon.</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Choose “Crop” from the menu. (           )</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Adjust the size and position of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Press Esc or click outside the image area to exit the cropping mode.</a:t>
                </a:r>
              </a:p>
            </p:txBody>
          </p:sp>
          <p:pic>
            <p:nvPicPr>
              <p:cNvPr id="129" name="Picture 128">
                <a:extLst>
                  <a:ext uri="{FF2B5EF4-FFF2-40B4-BE49-F238E27FC236}">
                    <a16:creationId xmlns:a16="http://schemas.microsoft.com/office/drawing/2014/main" id="{922454F9-38F9-E75F-229D-6791D73750BD}"/>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131" name="TextBox 130">
                <a:extLst>
                  <a:ext uri="{FF2B5EF4-FFF2-40B4-BE49-F238E27FC236}">
                    <a16:creationId xmlns:a16="http://schemas.microsoft.com/office/drawing/2014/main" id="{89AD0476-0BA4-5FE8-0058-0D8FFD04C7CE}"/>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nvGrpSpPr>
            <p:cNvPr id="51" name="Group 50">
              <a:extLst>
                <a:ext uri="{FF2B5EF4-FFF2-40B4-BE49-F238E27FC236}">
                  <a16:creationId xmlns:a16="http://schemas.microsoft.com/office/drawing/2014/main" id="{4BE1028D-B18D-B36F-60B3-4986BFEEF925}"/>
                </a:ext>
              </a:extLst>
            </p:cNvPr>
            <p:cNvGrpSpPr/>
            <p:nvPr userDrawn="1"/>
          </p:nvGrpSpPr>
          <p:grpSpPr>
            <a:xfrm>
              <a:off x="12429548" y="4543123"/>
              <a:ext cx="2735151" cy="2200108"/>
              <a:chOff x="9538241" y="5155416"/>
              <a:chExt cx="2735151" cy="2200108"/>
            </a:xfrm>
          </p:grpSpPr>
          <p:sp>
            <p:nvSpPr>
              <p:cNvPr id="52" name="Rectangle 51">
                <a:extLst>
                  <a:ext uri="{FF2B5EF4-FFF2-40B4-BE49-F238E27FC236}">
                    <a16:creationId xmlns:a16="http://schemas.microsoft.com/office/drawing/2014/main" id="{0A9ABB30-2A24-E0D2-55B0-A73CE39D109F}"/>
                  </a:ext>
                </a:extLst>
              </p:cNvPr>
              <p:cNvSpPr/>
              <p:nvPr userDrawn="1"/>
            </p:nvSpPr>
            <p:spPr>
              <a:xfrm>
                <a:off x="9538241" y="5155416"/>
                <a:ext cx="2735151" cy="220010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53" name="TextBox 52">
                <a:extLst>
                  <a:ext uri="{FF2B5EF4-FFF2-40B4-BE49-F238E27FC236}">
                    <a16:creationId xmlns:a16="http://schemas.microsoft.com/office/drawing/2014/main" id="{10A95012-A7F5-02FE-E678-BF6265893549}"/>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Changing Icons</a:t>
                </a:r>
              </a:p>
            </p:txBody>
          </p:sp>
          <p:pic>
            <p:nvPicPr>
              <p:cNvPr id="54" name="Graphic 53">
                <a:extLst>
                  <a:ext uri="{FF2B5EF4-FFF2-40B4-BE49-F238E27FC236}">
                    <a16:creationId xmlns:a16="http://schemas.microsoft.com/office/drawing/2014/main" id="{C7D43E17-4D5B-8DC8-6045-9AA3AA7D640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55" name="TextBox 54">
                <a:extLst>
                  <a:ext uri="{FF2B5EF4-FFF2-40B4-BE49-F238E27FC236}">
                    <a16:creationId xmlns:a16="http://schemas.microsoft.com/office/drawing/2014/main" id="{EAA03FF1-2DB4-2322-26D7-04553EC0EC12}"/>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600" b="1" kern="1200" cap="all" spc="20" baseline="0" noProof="0">
                    <a:solidFill>
                      <a:schemeClr val="tx1"/>
                    </a:solidFill>
                    <a:latin typeface="Aptos" panose="020B0004020202020204" pitchFamily="34" charset="0"/>
                    <a:ea typeface="+mn-ea"/>
                    <a:cs typeface="Aparajita" panose="02020603050405020304" pitchFamily="18" charset="0"/>
                  </a:rPr>
                  <a:t>Method 1: </a:t>
                </a:r>
                <a:r>
                  <a:rPr lang="en-US" sz="600" b="0" kern="1200" cap="all" spc="20" baseline="0" noProof="0">
                    <a:solidFill>
                      <a:schemeClr val="tx1"/>
                    </a:solidFill>
                    <a:latin typeface="Aptos" panose="020B0004020202020204" pitchFamily="34" charset="0"/>
                    <a:ea typeface="+mn-ea"/>
                    <a:cs typeface="Aparajita" panose="02020603050405020304" pitchFamily="18" charset="0"/>
                  </a:rPr>
                  <a:t>RIGHT CLICK</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Right-click on icon and select “Change Picture”</a:t>
                </a:r>
              </a:p>
            </p:txBody>
          </p:sp>
          <p:sp>
            <p:nvSpPr>
              <p:cNvPr id="56" name="TextBox 55">
                <a:extLst>
                  <a:ext uri="{FF2B5EF4-FFF2-40B4-BE49-F238E27FC236}">
                    <a16:creationId xmlns:a16="http://schemas.microsoft.com/office/drawing/2014/main" id="{D47EFAF2-523E-10C5-E026-1FF65E7FB2E5}"/>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lvl="1" indent="-131763" algn="l" defTabSz="914400" rtl="0" eaLnBrk="1" latinLnBrk="0" hangingPunct="1">
                  <a:lnSpc>
                    <a:spcPct val="90000"/>
                  </a:lnSpc>
                  <a:spcBef>
                    <a:spcPts val="0"/>
                  </a:spcBef>
                  <a:spcAft>
                    <a:spcPts val="300"/>
                  </a:spcAft>
                  <a:buFont typeface="Wingdings" pitchFamily="2" charset="2"/>
                  <a:buChar char="§"/>
                  <a:tabLst/>
                  <a:defRPr/>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57" name="TextBox 56">
                <a:extLst>
                  <a:ext uri="{FF2B5EF4-FFF2-40B4-BE49-F238E27FC236}">
                    <a16:creationId xmlns:a16="http://schemas.microsoft.com/office/drawing/2014/main" id="{3B24F0A0-8AA7-8379-5E4A-1A2A95667D7D}"/>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Method 2: </a:t>
                </a:r>
                <a:r>
                  <a:rPr kumimoji="0" lang="en-US" sz="600" b="0"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RESET PLACEHOLDER</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First, delete the existing icon to reset the photo placeholder functionality.</a:t>
                </a:r>
              </a:p>
            </p:txBody>
          </p:sp>
          <p:sp>
            <p:nvSpPr>
              <p:cNvPr id="58" name="TextBox 57">
                <a:extLst>
                  <a:ext uri="{FF2B5EF4-FFF2-40B4-BE49-F238E27FC236}">
                    <a16:creationId xmlns:a16="http://schemas.microsoft.com/office/drawing/2014/main" id="{01829B35-272F-4074-92CC-A156C1CDADDD}"/>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You can now add a new icon as normal.</a:t>
                </a:r>
              </a:p>
            </p:txBody>
          </p:sp>
          <p:cxnSp>
            <p:nvCxnSpPr>
              <p:cNvPr id="59" name="Straight Connector 58">
                <a:extLst>
                  <a:ext uri="{FF2B5EF4-FFF2-40B4-BE49-F238E27FC236}">
                    <a16:creationId xmlns:a16="http://schemas.microsoft.com/office/drawing/2014/main" id="{7939134C-69A1-0463-A252-1582C51C7954}"/>
                  </a:ext>
                </a:extLst>
              </p:cNvPr>
              <p:cNvCxnSpPr>
                <a:cxnSpLocks/>
              </p:cNvCxnSpPr>
              <p:nvPr userDrawn="1"/>
            </p:nvCxnSpPr>
            <p:spPr>
              <a:xfrm>
                <a:off x="9713479" y="5957047"/>
                <a:ext cx="27000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4F829B6B-797B-FB9F-5F92-9FEF0A3BFBE3}"/>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sp>
        <p:nvSpPr>
          <p:cNvPr id="2" name="Footer Placeholder 1">
            <a:extLst>
              <a:ext uri="{FF2B5EF4-FFF2-40B4-BE49-F238E27FC236}">
                <a16:creationId xmlns:a16="http://schemas.microsoft.com/office/drawing/2014/main" id="{CFAF4676-0FE4-0EEA-B97D-EF0D71148385}"/>
              </a:ext>
            </a:extLst>
          </p:cNvPr>
          <p:cNvSpPr>
            <a:spLocks noGrp="1"/>
          </p:cNvSpPr>
          <p:nvPr>
            <p:ph type="ftr" sz="quarter" idx="38"/>
          </p:nvPr>
        </p:nvSpPr>
        <p:spPr/>
        <p:txBody>
          <a:bodyPr/>
          <a:lstStyle/>
          <a:p>
            <a:endParaRPr lang="en-CA"/>
          </a:p>
        </p:txBody>
      </p:sp>
      <p:sp>
        <p:nvSpPr>
          <p:cNvPr id="4" name="Text Placeholder 22">
            <a:extLst>
              <a:ext uri="{FF2B5EF4-FFF2-40B4-BE49-F238E27FC236}">
                <a16:creationId xmlns:a16="http://schemas.microsoft.com/office/drawing/2014/main" id="{2FEE1995-5EE6-B782-1270-FC8C30634C1A}"/>
              </a:ext>
            </a:extLst>
          </p:cNvPr>
          <p:cNvSpPr>
            <a:spLocks noGrp="1"/>
          </p:cNvSpPr>
          <p:nvPr>
            <p:ph type="body" sz="quarter" idx="27" hasCustomPrompt="1"/>
          </p:nvPr>
        </p:nvSpPr>
        <p:spPr>
          <a:xfrm>
            <a:off x="531811" y="1706497"/>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9" name="Text Placeholder 16">
            <a:extLst>
              <a:ext uri="{FF2B5EF4-FFF2-40B4-BE49-F238E27FC236}">
                <a16:creationId xmlns:a16="http://schemas.microsoft.com/office/drawing/2014/main" id="{8BF3CDFB-3035-1906-627F-169A0AFF5852}"/>
              </a:ext>
            </a:extLst>
          </p:cNvPr>
          <p:cNvSpPr>
            <a:spLocks noGrp="1"/>
          </p:cNvSpPr>
          <p:nvPr>
            <p:ph type="body" sz="quarter" idx="15" hasCustomPrompt="1"/>
          </p:nvPr>
        </p:nvSpPr>
        <p:spPr>
          <a:xfrm>
            <a:off x="531810" y="2868418"/>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7" name="Text Placeholder 22">
            <a:extLst>
              <a:ext uri="{FF2B5EF4-FFF2-40B4-BE49-F238E27FC236}">
                <a16:creationId xmlns:a16="http://schemas.microsoft.com/office/drawing/2014/main" id="{C049CEBE-00B0-C726-8F2E-0374ECA4E1F3}"/>
              </a:ext>
            </a:extLst>
          </p:cNvPr>
          <p:cNvSpPr>
            <a:spLocks noGrp="1"/>
          </p:cNvSpPr>
          <p:nvPr>
            <p:ph type="body" sz="quarter" idx="46" hasCustomPrompt="1"/>
          </p:nvPr>
        </p:nvSpPr>
        <p:spPr>
          <a:xfrm>
            <a:off x="4340711" y="1706497"/>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8" name="Text Placeholder 16">
            <a:extLst>
              <a:ext uri="{FF2B5EF4-FFF2-40B4-BE49-F238E27FC236}">
                <a16:creationId xmlns:a16="http://schemas.microsoft.com/office/drawing/2014/main" id="{E84FC6FD-2A43-99CF-82C5-D98E826A76B7}"/>
              </a:ext>
            </a:extLst>
          </p:cNvPr>
          <p:cNvSpPr>
            <a:spLocks noGrp="1"/>
          </p:cNvSpPr>
          <p:nvPr>
            <p:ph type="body" sz="quarter" idx="47" hasCustomPrompt="1"/>
          </p:nvPr>
        </p:nvSpPr>
        <p:spPr>
          <a:xfrm>
            <a:off x="4340711" y="2868418"/>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30" name="Text Placeholder 22">
            <a:extLst>
              <a:ext uri="{FF2B5EF4-FFF2-40B4-BE49-F238E27FC236}">
                <a16:creationId xmlns:a16="http://schemas.microsoft.com/office/drawing/2014/main" id="{6EC19D9F-705A-74B6-9EBB-9D9565620413}"/>
              </a:ext>
            </a:extLst>
          </p:cNvPr>
          <p:cNvSpPr>
            <a:spLocks noGrp="1"/>
          </p:cNvSpPr>
          <p:nvPr>
            <p:ph type="body" sz="quarter" idx="49" hasCustomPrompt="1"/>
          </p:nvPr>
        </p:nvSpPr>
        <p:spPr>
          <a:xfrm>
            <a:off x="8149611" y="1706497"/>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31" name="Text Placeholder 16">
            <a:extLst>
              <a:ext uri="{FF2B5EF4-FFF2-40B4-BE49-F238E27FC236}">
                <a16:creationId xmlns:a16="http://schemas.microsoft.com/office/drawing/2014/main" id="{AA3A1BDB-11C1-E45D-35EC-D8FEC9CEDC61}"/>
              </a:ext>
            </a:extLst>
          </p:cNvPr>
          <p:cNvSpPr>
            <a:spLocks noGrp="1"/>
          </p:cNvSpPr>
          <p:nvPr>
            <p:ph type="body" sz="quarter" idx="50" hasCustomPrompt="1"/>
          </p:nvPr>
        </p:nvSpPr>
        <p:spPr>
          <a:xfrm>
            <a:off x="8149611" y="2868418"/>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Tree>
    <p:extLst>
      <p:ext uri="{BB962C8B-B14F-4D97-AF65-F5344CB8AC3E}">
        <p14:creationId xmlns:p14="http://schemas.microsoft.com/office/powerpoint/2010/main" val="2928765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Four Column_Black (No Ic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38272A-C799-49AB-5578-B5089BEC1D22}"/>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tx2"/>
                </a:solidFill>
                <a:latin typeface="+mj-lt"/>
                <a:ea typeface="+mj-ea"/>
                <a:cs typeface="+mj-cs"/>
              </a:defRPr>
            </a:lvl1pPr>
          </a:lstStyle>
          <a:p>
            <a:r>
              <a:rPr lang="en-US"/>
              <a:t>Four column layout</a:t>
            </a:r>
            <a:br>
              <a:rPr lang="en-US"/>
            </a:br>
            <a:r>
              <a:rPr lang="en-US"/>
              <a:t>Title 2 lines maximum</a:t>
            </a:r>
            <a:endParaRPr lang="en-CA"/>
          </a:p>
        </p:txBody>
      </p:sp>
      <p:sp>
        <p:nvSpPr>
          <p:cNvPr id="6" name="TextBox 5">
            <a:extLst>
              <a:ext uri="{FF2B5EF4-FFF2-40B4-BE49-F238E27FC236}">
                <a16:creationId xmlns:a16="http://schemas.microsoft.com/office/drawing/2014/main" id="{CD417586-D17D-B05D-5384-E37636F2EE20}"/>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grpSp>
        <p:nvGrpSpPr>
          <p:cNvPr id="43" name="Group 42">
            <a:extLst>
              <a:ext uri="{FF2B5EF4-FFF2-40B4-BE49-F238E27FC236}">
                <a16:creationId xmlns:a16="http://schemas.microsoft.com/office/drawing/2014/main" id="{717DDAE4-62DE-EEF2-E43F-005ACD006E14}"/>
              </a:ext>
            </a:extLst>
          </p:cNvPr>
          <p:cNvGrpSpPr/>
          <p:nvPr userDrawn="1"/>
        </p:nvGrpSpPr>
        <p:grpSpPr>
          <a:xfrm>
            <a:off x="12290489" y="-1"/>
            <a:ext cx="2910882" cy="6858001"/>
            <a:chOff x="12290489" y="-1"/>
            <a:chExt cx="2910882" cy="6858001"/>
          </a:xfrm>
        </p:grpSpPr>
        <p:sp>
          <p:nvSpPr>
            <p:cNvPr id="44" name="Rectangle 43">
              <a:extLst>
                <a:ext uri="{FF2B5EF4-FFF2-40B4-BE49-F238E27FC236}">
                  <a16:creationId xmlns:a16="http://schemas.microsoft.com/office/drawing/2014/main" id="{74829545-917D-5369-077E-2A4E82074C6F}"/>
                </a:ext>
              </a:extLst>
            </p:cNvPr>
            <p:cNvSpPr/>
            <p:nvPr userDrawn="1"/>
          </p:nvSpPr>
          <p:spPr>
            <a:xfrm>
              <a:off x="12290489" y="-1"/>
              <a:ext cx="2735151" cy="6858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latin typeface="Aptos" panose="020B0004020202020204" pitchFamily="34" charset="0"/>
                <a:cs typeface="Aparajita" panose="02020603050405020304" pitchFamily="18" charset="0"/>
              </a:endParaRPr>
            </a:p>
          </p:txBody>
        </p:sp>
        <p:sp>
          <p:nvSpPr>
            <p:cNvPr id="45" name="TextBox 44">
              <a:extLst>
                <a:ext uri="{FF2B5EF4-FFF2-40B4-BE49-F238E27FC236}">
                  <a16:creationId xmlns:a16="http://schemas.microsoft.com/office/drawing/2014/main" id="{91214599-3AC4-B786-02F0-AE5566352055}"/>
                </a:ext>
              </a:extLst>
            </p:cNvPr>
            <p:cNvSpPr txBox="1"/>
            <p:nvPr userDrawn="1"/>
          </p:nvSpPr>
          <p:spPr>
            <a:xfrm>
              <a:off x="12449814" y="173148"/>
              <a:ext cx="1455527"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lvl="0"/>
              <a:r>
                <a:rPr lang="en-US" b="1">
                  <a:solidFill>
                    <a:schemeClr val="bg1"/>
                  </a:solidFill>
                  <a:latin typeface="Aptos" panose="020B0004020202020204" pitchFamily="34" charset="0"/>
                  <a:cs typeface="Aparajita" panose="02020603050405020304" pitchFamily="18" charset="0"/>
                </a:rPr>
                <a:t>HOW TO ADD AN ICON</a:t>
              </a:r>
            </a:p>
          </p:txBody>
        </p:sp>
        <p:cxnSp>
          <p:nvCxnSpPr>
            <p:cNvPr id="46" name="Straight Connector 45">
              <a:extLst>
                <a:ext uri="{FF2B5EF4-FFF2-40B4-BE49-F238E27FC236}">
                  <a16:creationId xmlns:a16="http://schemas.microsoft.com/office/drawing/2014/main" id="{BCA5B2B5-C2E0-2592-2785-4F84ED886D75}"/>
                </a:ext>
              </a:extLst>
            </p:cNvPr>
            <p:cNvCxnSpPr>
              <a:cxnSpLocks/>
            </p:cNvCxnSpPr>
            <p:nvPr userDrawn="1"/>
          </p:nvCxnSpPr>
          <p:spPr>
            <a:xfrm>
              <a:off x="12449814" y="423012"/>
              <a:ext cx="270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022702B7-28A0-668C-65B6-669BFACDF46D}"/>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b="1">
                  <a:latin typeface="Aptos" panose="020B0004020202020204" pitchFamily="34" charset="0"/>
                  <a:cs typeface="Aparajita" panose="02020603050405020304" pitchFamily="18" charset="0"/>
                </a:rPr>
                <a:t>Method 1: </a:t>
              </a:r>
              <a:r>
                <a:rPr lang="en-US" sz="600" b="0">
                  <a:latin typeface="Aptos" panose="020B0004020202020204" pitchFamily="34" charset="0"/>
                  <a:cs typeface="Aparajita" panose="02020603050405020304" pitchFamily="18" charset="0"/>
                </a:rPr>
                <a:t>from file browser</a:t>
              </a:r>
            </a:p>
            <a:p>
              <a:pPr lvl="1">
                <a:buNone/>
              </a:pPr>
              <a:r>
                <a:rPr lang="en-US" sz="1050">
                  <a:latin typeface="Aptos" panose="020B0004020202020204" pitchFamily="34" charset="0"/>
                  <a:cs typeface="Aparajita" panose="02020603050405020304" pitchFamily="18" charset="0"/>
                </a:rPr>
                <a:t>Drag the icon onto the slide.</a:t>
              </a:r>
            </a:p>
            <a:p>
              <a:pPr marL="0" marR="0" lvl="1" indent="0" algn="l" defTabSz="914400" rtl="0" eaLnBrk="1" fontAlgn="auto" latinLnBrk="0" hangingPunct="1">
                <a:lnSpc>
                  <a:spcPct val="90000"/>
                </a:lnSpc>
                <a:spcBef>
                  <a:spcPts val="0"/>
                </a:spcBef>
                <a:spcAft>
                  <a:spcPts val="300"/>
                </a:spcAft>
                <a:buClrTx/>
                <a:buSzTx/>
                <a:buFontTx/>
                <a:buNone/>
                <a:tabLst/>
                <a:defRPr/>
              </a:pPr>
              <a:r>
                <a:rPr lang="en-US" sz="700">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lang="en-US" sz="1000">
                <a:latin typeface="Aptos" panose="020B0004020202020204" pitchFamily="34" charset="0"/>
                <a:cs typeface="Aparajita" panose="02020603050405020304" pitchFamily="18" charset="0"/>
              </a:endParaRPr>
            </a:p>
          </p:txBody>
        </p:sp>
        <p:sp>
          <p:nvSpPr>
            <p:cNvPr id="48" name="TextBox 47">
              <a:extLst>
                <a:ext uri="{FF2B5EF4-FFF2-40B4-BE49-F238E27FC236}">
                  <a16:creationId xmlns:a16="http://schemas.microsoft.com/office/drawing/2014/main" id="{8C58B4C5-C329-4790-4200-9150B0A43C33}"/>
                </a:ext>
              </a:extLst>
            </p:cNvPr>
            <p:cNvSpPr txBox="1">
              <a:spLocks noChangeAspect="1"/>
            </p:cNvSpPr>
            <p:nvPr/>
          </p:nvSpPr>
          <p:spPr>
            <a:xfrm>
              <a:off x="12449814" y="566082"/>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1</a:t>
              </a:r>
            </a:p>
          </p:txBody>
        </p:sp>
        <p:sp>
          <p:nvSpPr>
            <p:cNvPr id="49" name="TextBox 48">
              <a:extLst>
                <a:ext uri="{FF2B5EF4-FFF2-40B4-BE49-F238E27FC236}">
                  <a16:creationId xmlns:a16="http://schemas.microsoft.com/office/drawing/2014/main" id="{D5299741-2394-3A23-F67F-F322FE1C0CB8}"/>
                </a:ext>
              </a:extLst>
            </p:cNvPr>
            <p:cNvSpPr txBox="1">
              <a:spLocks noChangeAspect="1"/>
            </p:cNvSpPr>
            <p:nvPr/>
          </p:nvSpPr>
          <p:spPr>
            <a:xfrm>
              <a:off x="12449814" y="1018081"/>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2</a:t>
              </a:r>
            </a:p>
          </p:txBody>
        </p:sp>
        <p:sp>
          <p:nvSpPr>
            <p:cNvPr id="50" name="TextBox 49">
              <a:extLst>
                <a:ext uri="{FF2B5EF4-FFF2-40B4-BE49-F238E27FC236}">
                  <a16:creationId xmlns:a16="http://schemas.microsoft.com/office/drawing/2014/main" id="{43A73320-4AE9-4630-370C-00C5ADECD4A5}"/>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0">
                <a:spcBef>
                  <a:spcPts val="700"/>
                </a:spcBef>
              </a:pPr>
              <a:r>
                <a:rPr lang="en-US">
                  <a:latin typeface="Aptos" panose="020B0004020202020204" pitchFamily="34" charset="0"/>
                  <a:cs typeface="Aparajita" panose="02020603050405020304" pitchFamily="18" charset="0"/>
                </a:rPr>
                <a:t>Source icon from the </a:t>
              </a:r>
              <a:br>
                <a:rPr lang="en-US">
                  <a:latin typeface="Aptos" panose="020B0004020202020204" pitchFamily="34" charset="0"/>
                  <a:cs typeface="Aparajita" panose="02020603050405020304" pitchFamily="18" charset="0"/>
                </a:rPr>
              </a:br>
              <a:r>
                <a:rPr lang="en-US">
                  <a:solidFill>
                    <a:schemeClr val="accent1"/>
                  </a:solidFill>
                  <a:latin typeface="Aptos" panose="020B0004020202020204" pitchFamily="34" charset="0"/>
                  <a:cs typeface="Aparajita" panose="02020603050405020304" pitchFamily="18" charset="0"/>
                </a:rPr>
                <a:t>Qualcomm Icon Library</a:t>
              </a:r>
            </a:p>
            <a:p>
              <a:pPr lvl="0">
                <a:spcBef>
                  <a:spcPts val="700"/>
                </a:spcBef>
              </a:pPr>
              <a:r>
                <a:rPr lang="en-US">
                  <a:latin typeface="Aptos" panose="020B0004020202020204" pitchFamily="34" charset="0"/>
                  <a:cs typeface="Aparajita" panose="02020603050405020304" pitchFamily="18" charset="0"/>
                </a:rPr>
                <a:t>Add the icon to the placeholder.</a:t>
              </a:r>
            </a:p>
          </p:txBody>
        </p:sp>
        <p:sp>
          <p:nvSpPr>
            <p:cNvPr id="51" name="TextBox 50">
              <a:extLst>
                <a:ext uri="{FF2B5EF4-FFF2-40B4-BE49-F238E27FC236}">
                  <a16:creationId xmlns:a16="http://schemas.microsoft.com/office/drawing/2014/main" id="{36600997-0C5B-7E7E-13B9-8B1FBC407681}"/>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2: </a:t>
              </a:r>
              <a:r>
                <a:rPr lang="en-US" sz="600" b="0">
                  <a:latin typeface="Aptos" panose="020B0004020202020204" pitchFamily="34" charset="0"/>
                  <a:cs typeface="Aparajita" panose="02020603050405020304" pitchFamily="18" charset="0"/>
                </a:rPr>
                <a:t>Paste from clipboard</a:t>
              </a:r>
            </a:p>
            <a:p>
              <a:pPr lvl="1">
                <a:buNone/>
              </a:pPr>
              <a:r>
                <a:rPr lang="en-US" sz="1050">
                  <a:latin typeface="Aptos" panose="020B0004020202020204" pitchFamily="34" charset="0"/>
                  <a:cs typeface="Aparajita" panose="02020603050405020304" pitchFamily="18" charset="0"/>
                </a:rPr>
                <a:t>Select the icon placeholder.</a:t>
              </a:r>
            </a:p>
            <a:p>
              <a:pPr lvl="1">
                <a:buNone/>
              </a:pPr>
              <a:r>
                <a:rPr lang="en-US" sz="1050">
                  <a:latin typeface="Aptos" panose="020B0004020202020204" pitchFamily="34" charset="0"/>
                  <a:cs typeface="Aparajita" panose="02020603050405020304" pitchFamily="18" charset="0"/>
                </a:rPr>
                <a:t>Right-click or use keyboard shortcuts to paste the icon.</a:t>
              </a:r>
            </a:p>
          </p:txBody>
        </p:sp>
        <p:sp>
          <p:nvSpPr>
            <p:cNvPr id="52" name="TextBox 51">
              <a:extLst>
                <a:ext uri="{FF2B5EF4-FFF2-40B4-BE49-F238E27FC236}">
                  <a16:creationId xmlns:a16="http://schemas.microsoft.com/office/drawing/2014/main" id="{222AF4B2-579A-DE69-535D-5A7232B8BF25}"/>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3: </a:t>
              </a:r>
              <a:r>
                <a:rPr lang="en-US" sz="600" b="0">
                  <a:latin typeface="Aptos" panose="020B0004020202020204" pitchFamily="34" charset="0"/>
                  <a:cs typeface="Aparajita" panose="02020603050405020304" pitchFamily="18" charset="0"/>
                </a:rPr>
                <a:t>Placeholder icon</a:t>
              </a:r>
            </a:p>
            <a:p>
              <a:pPr lvl="1">
                <a:buNone/>
              </a:pPr>
              <a:r>
                <a:rPr lang="en-US" sz="1050">
                  <a:latin typeface="Aptos" panose="020B0004020202020204" pitchFamily="34" charset="0"/>
                  <a:cs typeface="Aparajita" panose="02020603050405020304" pitchFamily="18" charset="0"/>
                </a:rPr>
                <a:t>Click the image icon inside the placeholder to browse for an icon.</a:t>
              </a:r>
            </a:p>
          </p:txBody>
        </p:sp>
        <p:grpSp>
          <p:nvGrpSpPr>
            <p:cNvPr id="53" name="Group 52">
              <a:extLst>
                <a:ext uri="{FF2B5EF4-FFF2-40B4-BE49-F238E27FC236}">
                  <a16:creationId xmlns:a16="http://schemas.microsoft.com/office/drawing/2014/main" id="{D431143D-EA3F-BA31-FDD0-86758B90458F}"/>
                </a:ext>
              </a:extLst>
            </p:cNvPr>
            <p:cNvGrpSpPr/>
            <p:nvPr userDrawn="1"/>
          </p:nvGrpSpPr>
          <p:grpSpPr>
            <a:xfrm>
              <a:off x="12429548" y="3236396"/>
              <a:ext cx="2735151" cy="1280928"/>
              <a:chOff x="9286315" y="6976989"/>
              <a:chExt cx="2735151" cy="1280928"/>
            </a:xfrm>
          </p:grpSpPr>
          <p:sp>
            <p:nvSpPr>
              <p:cNvPr id="128" name="Rectangle 127">
                <a:extLst>
                  <a:ext uri="{FF2B5EF4-FFF2-40B4-BE49-F238E27FC236}">
                    <a16:creationId xmlns:a16="http://schemas.microsoft.com/office/drawing/2014/main" id="{992C18FF-FCA0-B6DC-4B5F-813875A58CAD}"/>
                  </a:ext>
                </a:extLst>
              </p:cNvPr>
              <p:cNvSpPr/>
              <p:nvPr userDrawn="1"/>
            </p:nvSpPr>
            <p:spPr>
              <a:xfrm>
                <a:off x="9286315" y="6976989"/>
                <a:ext cx="2735151" cy="128092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129" name="TextBox 128">
                <a:extLst>
                  <a:ext uri="{FF2B5EF4-FFF2-40B4-BE49-F238E27FC236}">
                    <a16:creationId xmlns:a16="http://schemas.microsoft.com/office/drawing/2014/main" id="{CC870698-701A-2242-78AE-B6CBE951C53A}"/>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Cropping Graphics</a:t>
                </a:r>
              </a:p>
            </p:txBody>
          </p:sp>
          <p:pic>
            <p:nvPicPr>
              <p:cNvPr id="131" name="Graphic 130">
                <a:extLst>
                  <a:ext uri="{FF2B5EF4-FFF2-40B4-BE49-F238E27FC236}">
                    <a16:creationId xmlns:a16="http://schemas.microsoft.com/office/drawing/2014/main" id="{27F479C9-EBF7-C89C-EBDD-699C93B9299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132" name="TextBox 131">
                <a:extLst>
                  <a:ext uri="{FF2B5EF4-FFF2-40B4-BE49-F238E27FC236}">
                    <a16:creationId xmlns:a16="http://schemas.microsoft.com/office/drawing/2014/main" id="{A8B38676-38BD-C97A-3E60-811AD05F329A}"/>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Right-click on the icon.</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Choose “Crop” from the menu. (           )</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Adjust the size and position of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Press Esc or click outside the image area to exit the cropping mode.</a:t>
                </a:r>
              </a:p>
            </p:txBody>
          </p:sp>
          <p:pic>
            <p:nvPicPr>
              <p:cNvPr id="133" name="Picture 132">
                <a:extLst>
                  <a:ext uri="{FF2B5EF4-FFF2-40B4-BE49-F238E27FC236}">
                    <a16:creationId xmlns:a16="http://schemas.microsoft.com/office/drawing/2014/main" id="{52C3F74E-3500-E869-070E-EB7D7CFFDD4B}"/>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134" name="TextBox 133">
                <a:extLst>
                  <a:ext uri="{FF2B5EF4-FFF2-40B4-BE49-F238E27FC236}">
                    <a16:creationId xmlns:a16="http://schemas.microsoft.com/office/drawing/2014/main" id="{FD2E6A13-5E3C-A37E-FF9D-6CC65A1A8599}"/>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nvGrpSpPr>
            <p:cNvPr id="54" name="Group 53">
              <a:extLst>
                <a:ext uri="{FF2B5EF4-FFF2-40B4-BE49-F238E27FC236}">
                  <a16:creationId xmlns:a16="http://schemas.microsoft.com/office/drawing/2014/main" id="{C17097D5-36D6-39B2-EA5B-55509107C41A}"/>
                </a:ext>
              </a:extLst>
            </p:cNvPr>
            <p:cNvGrpSpPr/>
            <p:nvPr userDrawn="1"/>
          </p:nvGrpSpPr>
          <p:grpSpPr>
            <a:xfrm>
              <a:off x="12429548" y="4543123"/>
              <a:ext cx="2735151" cy="2200108"/>
              <a:chOff x="9538241" y="5155416"/>
              <a:chExt cx="2735151" cy="2200108"/>
            </a:xfrm>
          </p:grpSpPr>
          <p:sp>
            <p:nvSpPr>
              <p:cNvPr id="55" name="Rectangle 54">
                <a:extLst>
                  <a:ext uri="{FF2B5EF4-FFF2-40B4-BE49-F238E27FC236}">
                    <a16:creationId xmlns:a16="http://schemas.microsoft.com/office/drawing/2014/main" id="{3834CD4C-1311-915F-D846-C8EF6D502AC7}"/>
                  </a:ext>
                </a:extLst>
              </p:cNvPr>
              <p:cNvSpPr/>
              <p:nvPr userDrawn="1"/>
            </p:nvSpPr>
            <p:spPr>
              <a:xfrm>
                <a:off x="9538241" y="5155416"/>
                <a:ext cx="2735151" cy="220010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56" name="TextBox 55">
                <a:extLst>
                  <a:ext uri="{FF2B5EF4-FFF2-40B4-BE49-F238E27FC236}">
                    <a16:creationId xmlns:a16="http://schemas.microsoft.com/office/drawing/2014/main" id="{26D4593E-4325-4054-E8E0-2C4565BC0804}"/>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Changing Icons</a:t>
                </a:r>
              </a:p>
            </p:txBody>
          </p:sp>
          <p:pic>
            <p:nvPicPr>
              <p:cNvPr id="57" name="Graphic 56">
                <a:extLst>
                  <a:ext uri="{FF2B5EF4-FFF2-40B4-BE49-F238E27FC236}">
                    <a16:creationId xmlns:a16="http://schemas.microsoft.com/office/drawing/2014/main" id="{AB5C6E66-2D1C-CA85-B320-68D3759A116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58" name="TextBox 57">
                <a:extLst>
                  <a:ext uri="{FF2B5EF4-FFF2-40B4-BE49-F238E27FC236}">
                    <a16:creationId xmlns:a16="http://schemas.microsoft.com/office/drawing/2014/main" id="{59524F0B-C3FC-E96B-9EF5-AD8583AA42AC}"/>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600" b="1" kern="1200" cap="all" spc="20" baseline="0" noProof="0">
                    <a:solidFill>
                      <a:schemeClr val="tx1"/>
                    </a:solidFill>
                    <a:latin typeface="Aptos" panose="020B0004020202020204" pitchFamily="34" charset="0"/>
                    <a:ea typeface="+mn-ea"/>
                    <a:cs typeface="Aparajita" panose="02020603050405020304" pitchFamily="18" charset="0"/>
                  </a:rPr>
                  <a:t>Method 1: </a:t>
                </a:r>
                <a:r>
                  <a:rPr lang="en-US" sz="600" b="0" kern="1200" cap="all" spc="20" baseline="0" noProof="0">
                    <a:solidFill>
                      <a:schemeClr val="tx1"/>
                    </a:solidFill>
                    <a:latin typeface="Aptos" panose="020B0004020202020204" pitchFamily="34" charset="0"/>
                    <a:ea typeface="+mn-ea"/>
                    <a:cs typeface="Aparajita" panose="02020603050405020304" pitchFamily="18" charset="0"/>
                  </a:rPr>
                  <a:t>RIGHT CLICK</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Right-click on icon and select “Change Picture”</a:t>
                </a:r>
              </a:p>
            </p:txBody>
          </p:sp>
          <p:sp>
            <p:nvSpPr>
              <p:cNvPr id="59" name="TextBox 58">
                <a:extLst>
                  <a:ext uri="{FF2B5EF4-FFF2-40B4-BE49-F238E27FC236}">
                    <a16:creationId xmlns:a16="http://schemas.microsoft.com/office/drawing/2014/main" id="{BE622394-901B-B821-BDE6-422E33014D2B}"/>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lvl="1" indent="-131763" algn="l" defTabSz="914400" rtl="0" eaLnBrk="1" latinLnBrk="0" hangingPunct="1">
                  <a:lnSpc>
                    <a:spcPct val="90000"/>
                  </a:lnSpc>
                  <a:spcBef>
                    <a:spcPts val="0"/>
                  </a:spcBef>
                  <a:spcAft>
                    <a:spcPts val="300"/>
                  </a:spcAft>
                  <a:buFont typeface="Wingdings" pitchFamily="2" charset="2"/>
                  <a:buChar char="§"/>
                  <a:tabLst/>
                  <a:defRPr/>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60" name="TextBox 59">
                <a:extLst>
                  <a:ext uri="{FF2B5EF4-FFF2-40B4-BE49-F238E27FC236}">
                    <a16:creationId xmlns:a16="http://schemas.microsoft.com/office/drawing/2014/main" id="{7AD17B2F-A0CC-7E95-D315-F28D5BBC0E3A}"/>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Method 2: </a:t>
                </a:r>
                <a:r>
                  <a:rPr kumimoji="0" lang="en-US" sz="600" b="0"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RESET PLACEHOLDER</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First, delete the existing image to reset the photo placeholder functionality.</a:t>
                </a:r>
              </a:p>
            </p:txBody>
          </p:sp>
          <p:sp>
            <p:nvSpPr>
              <p:cNvPr id="61" name="TextBox 60">
                <a:extLst>
                  <a:ext uri="{FF2B5EF4-FFF2-40B4-BE49-F238E27FC236}">
                    <a16:creationId xmlns:a16="http://schemas.microsoft.com/office/drawing/2014/main" id="{D9245573-D378-F3B6-9D43-7A0AC9D3F674}"/>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You can now add a new icon as normal.</a:t>
                </a:r>
              </a:p>
            </p:txBody>
          </p:sp>
          <p:cxnSp>
            <p:nvCxnSpPr>
              <p:cNvPr id="62" name="Straight Connector 61">
                <a:extLst>
                  <a:ext uri="{FF2B5EF4-FFF2-40B4-BE49-F238E27FC236}">
                    <a16:creationId xmlns:a16="http://schemas.microsoft.com/office/drawing/2014/main" id="{DF948D1D-C3E1-EF3A-5CFF-FC5BD4F401D2}"/>
                  </a:ext>
                </a:extLst>
              </p:cNvPr>
              <p:cNvCxnSpPr>
                <a:cxnSpLocks/>
              </p:cNvCxnSpPr>
              <p:nvPr userDrawn="1"/>
            </p:nvCxnSpPr>
            <p:spPr>
              <a:xfrm>
                <a:off x="9713479" y="5957047"/>
                <a:ext cx="27000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D6D6806E-4824-9CA0-7A29-8C9379EA11A7}"/>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sp>
        <p:nvSpPr>
          <p:cNvPr id="2" name="Footer Placeholder 1">
            <a:extLst>
              <a:ext uri="{FF2B5EF4-FFF2-40B4-BE49-F238E27FC236}">
                <a16:creationId xmlns:a16="http://schemas.microsoft.com/office/drawing/2014/main" id="{355FFA2C-5431-4B39-1E12-AB136674DCB9}"/>
              </a:ext>
            </a:extLst>
          </p:cNvPr>
          <p:cNvSpPr>
            <a:spLocks noGrp="1"/>
          </p:cNvSpPr>
          <p:nvPr>
            <p:ph type="ftr" sz="quarter" idx="49"/>
          </p:nvPr>
        </p:nvSpPr>
        <p:spPr/>
        <p:txBody>
          <a:bodyPr/>
          <a:lstStyle/>
          <a:p>
            <a:endParaRPr lang="en-CA"/>
          </a:p>
        </p:txBody>
      </p:sp>
      <p:sp>
        <p:nvSpPr>
          <p:cNvPr id="15" name="Text Placeholder 22">
            <a:extLst>
              <a:ext uri="{FF2B5EF4-FFF2-40B4-BE49-F238E27FC236}">
                <a16:creationId xmlns:a16="http://schemas.microsoft.com/office/drawing/2014/main" id="{AEE4CF8C-958F-1DA4-CCF7-D6B890C89A2E}"/>
              </a:ext>
            </a:extLst>
          </p:cNvPr>
          <p:cNvSpPr>
            <a:spLocks noGrp="1"/>
          </p:cNvSpPr>
          <p:nvPr>
            <p:ph type="body" sz="quarter" idx="27" hasCustomPrompt="1"/>
          </p:nvPr>
        </p:nvSpPr>
        <p:spPr>
          <a:xfrm>
            <a:off x="531811"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6" name="Text Placeholder 16">
            <a:extLst>
              <a:ext uri="{FF2B5EF4-FFF2-40B4-BE49-F238E27FC236}">
                <a16:creationId xmlns:a16="http://schemas.microsoft.com/office/drawing/2014/main" id="{C89C7762-ACFA-1003-9A99-7D48D68F547F}"/>
              </a:ext>
            </a:extLst>
          </p:cNvPr>
          <p:cNvSpPr>
            <a:spLocks noGrp="1"/>
          </p:cNvSpPr>
          <p:nvPr>
            <p:ph type="body" sz="quarter" idx="15" hasCustomPrompt="1"/>
          </p:nvPr>
        </p:nvSpPr>
        <p:spPr>
          <a:xfrm>
            <a:off x="531812" y="2868418"/>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8" name="Text Placeholder 22">
            <a:extLst>
              <a:ext uri="{FF2B5EF4-FFF2-40B4-BE49-F238E27FC236}">
                <a16:creationId xmlns:a16="http://schemas.microsoft.com/office/drawing/2014/main" id="{DE030996-68A3-8AC0-F998-9C4EF4AE6C2B}"/>
              </a:ext>
            </a:extLst>
          </p:cNvPr>
          <p:cNvSpPr>
            <a:spLocks noGrp="1"/>
          </p:cNvSpPr>
          <p:nvPr>
            <p:ph type="body" sz="quarter" idx="51" hasCustomPrompt="1"/>
          </p:nvPr>
        </p:nvSpPr>
        <p:spPr>
          <a:xfrm>
            <a:off x="3380247"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9" name="Text Placeholder 16">
            <a:extLst>
              <a:ext uri="{FF2B5EF4-FFF2-40B4-BE49-F238E27FC236}">
                <a16:creationId xmlns:a16="http://schemas.microsoft.com/office/drawing/2014/main" id="{5C7E2214-9452-F487-B334-F6CDE12C5733}"/>
              </a:ext>
            </a:extLst>
          </p:cNvPr>
          <p:cNvSpPr>
            <a:spLocks noGrp="1"/>
          </p:cNvSpPr>
          <p:nvPr>
            <p:ph type="body" sz="quarter" idx="52" hasCustomPrompt="1"/>
          </p:nvPr>
        </p:nvSpPr>
        <p:spPr>
          <a:xfrm>
            <a:off x="3380247" y="2868418"/>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4" name="Text Placeholder 22">
            <a:extLst>
              <a:ext uri="{FF2B5EF4-FFF2-40B4-BE49-F238E27FC236}">
                <a16:creationId xmlns:a16="http://schemas.microsoft.com/office/drawing/2014/main" id="{31B9C0A0-95B0-2824-2407-CDDC04E197D9}"/>
              </a:ext>
            </a:extLst>
          </p:cNvPr>
          <p:cNvSpPr>
            <a:spLocks noGrp="1"/>
          </p:cNvSpPr>
          <p:nvPr>
            <p:ph type="body" sz="quarter" idx="54" hasCustomPrompt="1"/>
          </p:nvPr>
        </p:nvSpPr>
        <p:spPr>
          <a:xfrm>
            <a:off x="6228682"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5" name="Text Placeholder 16">
            <a:extLst>
              <a:ext uri="{FF2B5EF4-FFF2-40B4-BE49-F238E27FC236}">
                <a16:creationId xmlns:a16="http://schemas.microsoft.com/office/drawing/2014/main" id="{06A24B55-C38A-D8B1-E30C-791BAA94A209}"/>
              </a:ext>
            </a:extLst>
          </p:cNvPr>
          <p:cNvSpPr>
            <a:spLocks noGrp="1"/>
          </p:cNvSpPr>
          <p:nvPr>
            <p:ph type="body" sz="quarter" idx="55" hasCustomPrompt="1"/>
          </p:nvPr>
        </p:nvSpPr>
        <p:spPr>
          <a:xfrm>
            <a:off x="6228682" y="2868418"/>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7" name="Text Placeholder 22">
            <a:extLst>
              <a:ext uri="{FF2B5EF4-FFF2-40B4-BE49-F238E27FC236}">
                <a16:creationId xmlns:a16="http://schemas.microsoft.com/office/drawing/2014/main" id="{F9D38BEA-1CE5-A003-B905-BF200D6A8C57}"/>
              </a:ext>
            </a:extLst>
          </p:cNvPr>
          <p:cNvSpPr>
            <a:spLocks noGrp="1"/>
          </p:cNvSpPr>
          <p:nvPr>
            <p:ph type="body" sz="quarter" idx="57" hasCustomPrompt="1"/>
          </p:nvPr>
        </p:nvSpPr>
        <p:spPr>
          <a:xfrm>
            <a:off x="9077115"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8" name="Text Placeholder 16">
            <a:extLst>
              <a:ext uri="{FF2B5EF4-FFF2-40B4-BE49-F238E27FC236}">
                <a16:creationId xmlns:a16="http://schemas.microsoft.com/office/drawing/2014/main" id="{90607619-F41E-DC0E-B3A9-CD8AF2A58A9E}"/>
              </a:ext>
            </a:extLst>
          </p:cNvPr>
          <p:cNvSpPr>
            <a:spLocks noGrp="1"/>
          </p:cNvSpPr>
          <p:nvPr>
            <p:ph type="body" sz="quarter" idx="58" hasCustomPrompt="1"/>
          </p:nvPr>
        </p:nvSpPr>
        <p:spPr>
          <a:xfrm>
            <a:off x="9077116" y="2868418"/>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Tree>
    <p:extLst>
      <p:ext uri="{BB962C8B-B14F-4D97-AF65-F5344CB8AC3E}">
        <p14:creationId xmlns:p14="http://schemas.microsoft.com/office/powerpoint/2010/main" val="142191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Quote_Black">
    <p:bg>
      <p:bgRef idx="1001">
        <a:schemeClr val="bg1"/>
      </p:bgRef>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0B91DB79-E2AC-CE2B-5FAE-BEC630409992}"/>
              </a:ext>
            </a:extLst>
          </p:cNvPr>
          <p:cNvSpPr>
            <a:spLocks noGrp="1"/>
          </p:cNvSpPr>
          <p:nvPr>
            <p:ph type="title" hasCustomPrompt="1"/>
          </p:nvPr>
        </p:nvSpPr>
        <p:spPr>
          <a:xfrm>
            <a:off x="531812" y="1196975"/>
            <a:ext cx="11144251" cy="3616325"/>
          </a:xfrm>
        </p:spPr>
        <p:txBody>
          <a:bodyPr anchor="ctr"/>
          <a:lstStyle>
            <a:lvl1pPr marL="0" marR="0" indent="0" algn="ctr" defTabSz="914400" rtl="0" eaLnBrk="1" fontAlgn="auto" latinLnBrk="0" hangingPunct="1">
              <a:lnSpc>
                <a:spcPct val="84000"/>
              </a:lnSpc>
              <a:spcBef>
                <a:spcPct val="0"/>
              </a:spcBef>
              <a:spcAft>
                <a:spcPts val="0"/>
              </a:spcAft>
              <a:buClrTx/>
              <a:buSzTx/>
              <a:buFontTx/>
              <a:buNone/>
              <a:tabLst/>
              <a:defRPr sz="5500"/>
            </a:lvl1pPr>
          </a:lstStyle>
          <a:p>
            <a:r>
              <a:rPr lang="en-US"/>
              <a:t>Quote 4 lines maximum. </a:t>
            </a:r>
            <a:br>
              <a:rPr lang="en-US"/>
            </a:b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a:t>
            </a:r>
            <a:r>
              <a:rPr lang="en-US" err="1"/>
              <a:t>laoreet</a:t>
            </a:r>
            <a:r>
              <a:rPr lang="en-US"/>
              <a:t> </a:t>
            </a:r>
            <a:r>
              <a:rPr lang="en-US" err="1"/>
              <a:t>venenatis</a:t>
            </a:r>
            <a:r>
              <a:rPr lang="en-US"/>
              <a:t> </a:t>
            </a:r>
            <a:r>
              <a:rPr lang="en-US" err="1"/>
              <a:t>urna</a:t>
            </a:r>
            <a:r>
              <a:rPr lang="en-US"/>
              <a:t>, in </a:t>
            </a:r>
            <a:r>
              <a:rPr lang="en-US" err="1"/>
              <a:t>vehicula</a:t>
            </a:r>
            <a:r>
              <a:rPr lang="en-US"/>
              <a:t> mi.</a:t>
            </a:r>
          </a:p>
        </p:txBody>
      </p:sp>
      <p:sp>
        <p:nvSpPr>
          <p:cNvPr id="13" name="Text Placeholder 22">
            <a:extLst>
              <a:ext uri="{FF2B5EF4-FFF2-40B4-BE49-F238E27FC236}">
                <a16:creationId xmlns:a16="http://schemas.microsoft.com/office/drawing/2014/main" id="{84EB628F-8E06-31E6-5105-B798681A887F}"/>
              </a:ext>
            </a:extLst>
          </p:cNvPr>
          <p:cNvSpPr>
            <a:spLocks noGrp="1"/>
          </p:cNvSpPr>
          <p:nvPr>
            <p:ph type="body" sz="quarter" idx="13" hasCustomPrompt="1"/>
          </p:nvPr>
        </p:nvSpPr>
        <p:spPr>
          <a:xfrm>
            <a:off x="531811" y="5053746"/>
            <a:ext cx="11144252" cy="1112104"/>
          </a:xfrm>
        </p:spPr>
        <p:txBody>
          <a:bodyPr wrap="square" anchor="b">
            <a:noAutofit/>
          </a:bodyPr>
          <a:lstStyle>
            <a:lvl1pPr marL="0" indent="0" algn="ctr">
              <a:buNone/>
              <a:defRPr lang="en-US" sz="2800" kern="1200" spc="-50" baseline="0">
                <a:solidFill>
                  <a:schemeClr val="tx2"/>
                </a:solidFill>
                <a:latin typeface="+mj-lt"/>
                <a:ea typeface="+mn-ea"/>
                <a:cs typeface="+mn-cs"/>
              </a:defRPr>
            </a:lvl1pPr>
          </a:lstStyle>
          <a:p>
            <a:pPr marL="0" lvl="0" indent="0" algn="ctr" defTabSz="914400" rtl="0" eaLnBrk="1" latinLnBrk="0" hangingPunct="1">
              <a:lnSpc>
                <a:spcPct val="95000"/>
              </a:lnSpc>
              <a:spcBef>
                <a:spcPts val="900"/>
              </a:spcBef>
              <a:spcAft>
                <a:spcPts val="300"/>
              </a:spcAft>
              <a:buClrTx/>
              <a:buFont typeface="Arial" panose="020B0604020202020204" pitchFamily="34" charset="0"/>
              <a:buNone/>
            </a:pPr>
            <a:r>
              <a:rPr lang="en-US"/>
              <a:t>Quote attribution</a:t>
            </a:r>
          </a:p>
        </p:txBody>
      </p:sp>
      <p:sp>
        <p:nvSpPr>
          <p:cNvPr id="6" name="TextBox 5">
            <a:extLst>
              <a:ext uri="{FF2B5EF4-FFF2-40B4-BE49-F238E27FC236}">
                <a16:creationId xmlns:a16="http://schemas.microsoft.com/office/drawing/2014/main" id="{84739A76-C8B6-CADD-ACBA-17389E4E17CB}"/>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5D806993-100D-D470-0D3C-99BE6D7559CA}"/>
              </a:ext>
            </a:extLst>
          </p:cNvPr>
          <p:cNvSpPr>
            <a:spLocks noGrp="1"/>
          </p:cNvSpPr>
          <p:nvPr>
            <p:ph type="ftr" sz="quarter" idx="14"/>
          </p:nvPr>
        </p:nvSpPr>
        <p:spPr/>
        <p:txBody>
          <a:bodyPr/>
          <a:lstStyle/>
          <a:p>
            <a:endParaRPr lang="en-CA"/>
          </a:p>
        </p:txBody>
      </p:sp>
    </p:spTree>
    <p:extLst>
      <p:ext uri="{BB962C8B-B14F-4D97-AF65-F5344CB8AC3E}">
        <p14:creationId xmlns:p14="http://schemas.microsoft.com/office/powerpoint/2010/main" val="57598113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Content_Black">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F2A7B7-7C67-00A2-4D04-4DC5AFBFB433}"/>
              </a:ext>
            </a:extLst>
          </p:cNvPr>
          <p:cNvSpPr>
            <a:spLocks noGrp="1"/>
          </p:cNvSpPr>
          <p:nvPr>
            <p:ph type="title" hasCustomPrompt="1"/>
          </p:nvPr>
        </p:nvSpPr>
        <p:spPr/>
        <p:txBody>
          <a:bodyPr/>
          <a:lstStyle/>
          <a:p>
            <a:r>
              <a:rPr lang="en-US"/>
              <a:t>Title + Content layout</a:t>
            </a:r>
            <a:br>
              <a:rPr lang="en-US"/>
            </a:br>
            <a:r>
              <a:rPr lang="en-US"/>
              <a:t>Title 2 lines maximum</a:t>
            </a:r>
            <a:endParaRPr lang="en-CA"/>
          </a:p>
        </p:txBody>
      </p:sp>
      <p:sp>
        <p:nvSpPr>
          <p:cNvPr id="6" name="Text Placeholder 3">
            <a:extLst>
              <a:ext uri="{FF2B5EF4-FFF2-40B4-BE49-F238E27FC236}">
                <a16:creationId xmlns:a16="http://schemas.microsoft.com/office/drawing/2014/main" id="{48787576-727E-0D7E-9B9E-4C6C5BCD08C7}"/>
              </a:ext>
            </a:extLst>
          </p:cNvPr>
          <p:cNvSpPr>
            <a:spLocks noGrp="1"/>
          </p:cNvSpPr>
          <p:nvPr>
            <p:ph idx="1" hasCustomPrompt="1"/>
          </p:nvPr>
        </p:nvSpPr>
        <p:spPr>
          <a:xfrm>
            <a:off x="515938" y="1820860"/>
            <a:ext cx="11160126" cy="4344989"/>
          </a:xfrm>
          <a:prstGeom prst="rect">
            <a:avLst/>
          </a:prstGeom>
        </p:spPr>
        <p:txBody>
          <a:bodyPr vert="horz" lIns="0" tIns="0" rIns="0" bIns="0" rtlCol="0">
            <a:noAutofit/>
          </a:body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2" name="Footer Placeholder 1">
            <a:extLst>
              <a:ext uri="{FF2B5EF4-FFF2-40B4-BE49-F238E27FC236}">
                <a16:creationId xmlns:a16="http://schemas.microsoft.com/office/drawing/2014/main" id="{62FF81AE-215B-5FF1-AB1E-62DF1D393541}"/>
              </a:ext>
            </a:extLst>
          </p:cNvPr>
          <p:cNvSpPr>
            <a:spLocks noGrp="1"/>
          </p:cNvSpPr>
          <p:nvPr>
            <p:ph type="ftr" sz="quarter" idx="10"/>
          </p:nvPr>
        </p:nvSpPr>
        <p:spPr/>
        <p:txBody>
          <a:bodyPr/>
          <a:lstStyle>
            <a:lvl1pPr>
              <a:defRPr>
                <a:solidFill>
                  <a:schemeClr val="accent6">
                    <a:lumMod val="90000"/>
                  </a:schemeClr>
                </a:solidFill>
              </a:defRPr>
            </a:lvl1pPr>
          </a:lstStyle>
          <a:p>
            <a:endParaRPr lang="en-CA"/>
          </a:p>
        </p:txBody>
      </p:sp>
      <p:sp>
        <p:nvSpPr>
          <p:cNvPr id="5" name="Text Placeholder 4">
            <a:extLst>
              <a:ext uri="{FF2B5EF4-FFF2-40B4-BE49-F238E27FC236}">
                <a16:creationId xmlns:a16="http://schemas.microsoft.com/office/drawing/2014/main" id="{658377F3-F33B-60A4-268C-1F7C81890196}"/>
              </a:ext>
            </a:extLst>
          </p:cNvPr>
          <p:cNvSpPr>
            <a:spLocks noGrp="1"/>
          </p:cNvSpPr>
          <p:nvPr>
            <p:ph type="body" sz="quarter" idx="11" hasCustomPrompt="1"/>
          </p:nvPr>
        </p:nvSpPr>
        <p:spPr>
          <a:xfrm>
            <a:off x="515938" y="1387475"/>
            <a:ext cx="11160125" cy="233910"/>
          </a:xfrm>
        </p:spPr>
        <p:txBody>
          <a:bodyPr>
            <a:spAutoFit/>
          </a:bodyPr>
          <a:lstStyle>
            <a:lvl1pPr marL="0" indent="0">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95000"/>
              </a:lnSpc>
              <a:spcBef>
                <a:spcPts val="900"/>
              </a:spcBef>
              <a:spcAft>
                <a:spcPts val="300"/>
              </a:spcAft>
              <a:buClrTx/>
              <a:buFont typeface="Arial" panose="020B0604020202020204" pitchFamily="34" charset="0"/>
              <a:buNone/>
            </a:pPr>
            <a:r>
              <a:rPr lang="en-US" err="1"/>
              <a:t>Subheader</a:t>
            </a:r>
            <a:endParaRPr lang="en-US"/>
          </a:p>
        </p:txBody>
      </p:sp>
    </p:spTree>
    <p:extLst>
      <p:ext uri="{BB962C8B-B14F-4D97-AF65-F5344CB8AC3E}">
        <p14:creationId xmlns:p14="http://schemas.microsoft.com/office/powerpoint/2010/main" val="3523695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50/50 Title+Content_Black">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CC7DB58-AE4B-237F-9A89-82A8C6785EA1}"/>
              </a:ext>
            </a:extLst>
          </p:cNvPr>
          <p:cNvSpPr/>
          <p:nvPr userDrawn="1"/>
        </p:nvSpPr>
        <p:spPr>
          <a:xfrm>
            <a:off x="6096000" y="0"/>
            <a:ext cx="6096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err="1">
              <a:solidFill>
                <a:schemeClr val="tx1"/>
              </a:solidFill>
              <a:latin typeface="Microsoft Sans Serif"/>
              <a:cs typeface="Microsoft Sans Serif" panose="020B0604020202020204" pitchFamily="34" charset="0"/>
            </a:endParaRPr>
          </a:p>
        </p:txBody>
      </p:sp>
      <p:sp>
        <p:nvSpPr>
          <p:cNvPr id="3" name="Title 2">
            <a:extLst>
              <a:ext uri="{FF2B5EF4-FFF2-40B4-BE49-F238E27FC236}">
                <a16:creationId xmlns:a16="http://schemas.microsoft.com/office/drawing/2014/main" id="{C22F3776-3D2C-A222-540D-0903BB38AA94}"/>
              </a:ext>
            </a:extLst>
          </p:cNvPr>
          <p:cNvSpPr>
            <a:spLocks noGrp="1"/>
          </p:cNvSpPr>
          <p:nvPr>
            <p:ph type="title" hasCustomPrompt="1"/>
          </p:nvPr>
        </p:nvSpPr>
        <p:spPr>
          <a:xfrm>
            <a:off x="515938" y="628016"/>
            <a:ext cx="5065712" cy="647700"/>
          </a:xfrm>
        </p:spPr>
        <p:txBody>
          <a:bodyPr/>
          <a:lstStyle>
            <a:lvl1pPr>
              <a:lnSpc>
                <a:spcPct val="85000"/>
              </a:lnSpc>
              <a:defRPr>
                <a:solidFill>
                  <a:schemeClr val="tx1"/>
                </a:solidFill>
              </a:defRPr>
            </a:lvl1pPr>
          </a:lstStyle>
          <a:p>
            <a:r>
              <a:rPr lang="en-US"/>
              <a:t>50/50 Title + Content</a:t>
            </a:r>
            <a:br>
              <a:rPr lang="en-US"/>
            </a:br>
            <a:r>
              <a:rPr lang="en-US"/>
              <a:t>Title 2 lines maximum</a:t>
            </a:r>
          </a:p>
        </p:txBody>
      </p:sp>
      <p:sp>
        <p:nvSpPr>
          <p:cNvPr id="2" name="Footer Placeholder 1">
            <a:extLst>
              <a:ext uri="{FF2B5EF4-FFF2-40B4-BE49-F238E27FC236}">
                <a16:creationId xmlns:a16="http://schemas.microsoft.com/office/drawing/2014/main" id="{C1603945-6AF6-41EC-96CD-6345DBC93FB5}"/>
              </a:ext>
            </a:extLst>
          </p:cNvPr>
          <p:cNvSpPr>
            <a:spLocks noGrp="1"/>
          </p:cNvSpPr>
          <p:nvPr>
            <p:ph type="ftr" sz="quarter" idx="10"/>
          </p:nvPr>
        </p:nvSpPr>
        <p:spPr>
          <a:xfrm>
            <a:off x="515938" y="6396925"/>
            <a:ext cx="5065711" cy="118174"/>
          </a:xfrm>
        </p:spPr>
        <p:txBody>
          <a:bodyPr/>
          <a:lstStyle>
            <a:lvl1pPr marL="0" algn="l" defTabSz="685800" rtl="0" eaLnBrk="1" latinLnBrk="0" hangingPunct="1">
              <a:lnSpc>
                <a:spcPct val="96000"/>
              </a:lnSpc>
              <a:spcBef>
                <a:spcPts val="0"/>
              </a:spcBef>
              <a:spcAft>
                <a:spcPts val="225"/>
              </a:spcAft>
              <a:buClr>
                <a:srgbClr val="3253DC"/>
              </a:buClr>
              <a:buFont typeface="Arial" panose="020B0604020202020204" pitchFamily="34" charset="0"/>
              <a:buNone/>
              <a:defRPr lang="en-CA" sz="800" kern="1200" baseline="0" dirty="0" smtClean="0">
                <a:solidFill>
                  <a:schemeClr val="accent6">
                    <a:lumMod val="90000"/>
                  </a:schemeClr>
                </a:solidFill>
                <a:latin typeface="+mn-lt"/>
                <a:ea typeface="+mn-ea"/>
                <a:cs typeface="+mn-cs"/>
              </a:defRPr>
            </a:lvl1pPr>
          </a:lstStyle>
          <a:p>
            <a:endParaRPr lang="en-CA"/>
          </a:p>
        </p:txBody>
      </p:sp>
      <p:sp>
        <p:nvSpPr>
          <p:cNvPr id="4" name="Text Placeholder 3">
            <a:extLst>
              <a:ext uri="{FF2B5EF4-FFF2-40B4-BE49-F238E27FC236}">
                <a16:creationId xmlns:a16="http://schemas.microsoft.com/office/drawing/2014/main" id="{8C4674D7-0943-3D3A-3399-801B35B01C98}"/>
              </a:ext>
            </a:extLst>
          </p:cNvPr>
          <p:cNvSpPr>
            <a:spLocks noGrp="1"/>
          </p:cNvSpPr>
          <p:nvPr>
            <p:ph idx="1" hasCustomPrompt="1"/>
          </p:nvPr>
        </p:nvSpPr>
        <p:spPr>
          <a:xfrm>
            <a:off x="515937" y="1820860"/>
            <a:ext cx="5065712" cy="4344989"/>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5" name="Text Placeholder 4">
            <a:extLst>
              <a:ext uri="{FF2B5EF4-FFF2-40B4-BE49-F238E27FC236}">
                <a16:creationId xmlns:a16="http://schemas.microsoft.com/office/drawing/2014/main" id="{7E0D4A21-1870-2B85-04F6-859526FE4179}"/>
              </a:ext>
            </a:extLst>
          </p:cNvPr>
          <p:cNvSpPr>
            <a:spLocks noGrp="1"/>
          </p:cNvSpPr>
          <p:nvPr>
            <p:ph type="body" sz="quarter" idx="11" hasCustomPrompt="1"/>
          </p:nvPr>
        </p:nvSpPr>
        <p:spPr>
          <a:xfrm>
            <a:off x="515937" y="1387475"/>
            <a:ext cx="5065712" cy="233910"/>
          </a:xfrm>
        </p:spPr>
        <p:txBody>
          <a:bodyPr wrap="square">
            <a:spAutoFit/>
          </a:bodyPr>
          <a:lstStyle>
            <a:lvl1pPr marL="0" indent="0">
              <a:buNone/>
              <a:defRPr lang="en-US" sz="1600" kern="1200" dirty="0">
                <a:solidFill>
                  <a:schemeClr val="tx1"/>
                </a:solidFill>
                <a:latin typeface="+mn-lt"/>
                <a:ea typeface="+mn-ea"/>
                <a:cs typeface="+mn-cs"/>
              </a:defRPr>
            </a:lvl1pPr>
          </a:lstStyle>
          <a:p>
            <a:pPr lvl="0"/>
            <a:r>
              <a:rPr lang="en-US" err="1"/>
              <a:t>Subheader</a:t>
            </a:r>
            <a:endParaRPr lang="en-US"/>
          </a:p>
        </p:txBody>
      </p:sp>
      <p:sp>
        <p:nvSpPr>
          <p:cNvPr id="6" name="TextBox 5">
            <a:extLst>
              <a:ext uri="{FF2B5EF4-FFF2-40B4-BE49-F238E27FC236}">
                <a16:creationId xmlns:a16="http://schemas.microsoft.com/office/drawing/2014/main" id="{453F3C8D-5FC0-8926-D525-14F58F1CD347}"/>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tx1"/>
                </a:solidFill>
                <a:latin typeface="+mn-lt"/>
                <a:ea typeface="+mn-ea"/>
                <a:cs typeface="+mn-cs"/>
              </a:rPr>
              <a:pPr marL="0" lvl="0" algn="l" defTabSz="914400" rtl="0" eaLnBrk="1" latinLnBrk="0" hangingPunct="1">
                <a:lnSpc>
                  <a:spcPct val="125000"/>
                </a:lnSpc>
              </a:pPr>
              <a:t>‹#›</a:t>
            </a:fld>
            <a:endParaRPr lang="en-US" sz="800" kern="1200">
              <a:solidFill>
                <a:schemeClr val="tx1"/>
              </a:solidFill>
              <a:latin typeface="+mn-lt"/>
              <a:ea typeface="+mn-ea"/>
              <a:cs typeface="+mn-cs"/>
            </a:endParaRPr>
          </a:p>
        </p:txBody>
      </p:sp>
      <p:sp>
        <p:nvSpPr>
          <p:cNvPr id="7" name="TextBox 6">
            <a:extLst>
              <a:ext uri="{FF2B5EF4-FFF2-40B4-BE49-F238E27FC236}">
                <a16:creationId xmlns:a16="http://schemas.microsoft.com/office/drawing/2014/main" id="{B8D9ACE2-2765-F3B0-D6F0-6EEB06E3BF04}"/>
              </a:ext>
            </a:extLst>
          </p:cNvPr>
          <p:cNvSpPr txBox="1"/>
          <p:nvPr userDrawn="1"/>
        </p:nvSpPr>
        <p:spPr>
          <a:xfrm>
            <a:off x="6773075"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800" kern="1200" baseline="0">
                <a:solidFill>
                  <a:schemeClr val="tx1"/>
                </a:solidFill>
                <a:latin typeface="+mn-lt"/>
                <a:ea typeface="+mn-ea"/>
                <a:cs typeface="+mn-cs"/>
              </a:rPr>
              <a:t>Confidential – Qualcomm Technologies, Inc. and/or its affiliated companies – May Contain Trade Secrets</a:t>
            </a:r>
          </a:p>
        </p:txBody>
      </p:sp>
      <p:sp>
        <p:nvSpPr>
          <p:cNvPr id="12" name="Content Placeholder 5">
            <a:extLst>
              <a:ext uri="{FF2B5EF4-FFF2-40B4-BE49-F238E27FC236}">
                <a16:creationId xmlns:a16="http://schemas.microsoft.com/office/drawing/2014/main" id="{6ED21770-A267-5772-4EFF-0944DDD34920}"/>
              </a:ext>
            </a:extLst>
          </p:cNvPr>
          <p:cNvSpPr txBox="1">
            <a:spLocks/>
          </p:cNvSpPr>
          <p:nvPr userDrawn="1"/>
        </p:nvSpPr>
        <p:spPr>
          <a:xfrm>
            <a:off x="6611938" y="1820860"/>
            <a:ext cx="5065712" cy="4344989"/>
          </a:xfrm>
          <a:prstGeom prst="rect">
            <a:avLst/>
          </a:prstGeom>
        </p:spPr>
        <p:txBody>
          <a:bodyPr vert="horz" lIns="0" tIns="0" rIns="0" bIns="0" rtlCol="0">
            <a:noAutofit/>
          </a:bodyPr>
          <a:lstStyle>
            <a:lvl1pPr marL="171450" indent="-171450" algn="l" defTabSz="914400" rtl="0" eaLnBrk="1" latinLnBrk="0" hangingPunct="1">
              <a:lnSpc>
                <a:spcPct val="95000"/>
              </a:lnSpc>
              <a:spcBef>
                <a:spcPts val="900"/>
              </a:spcBef>
              <a:spcAft>
                <a:spcPts val="300"/>
              </a:spcAft>
              <a:buClrTx/>
              <a:buFont typeface="Arial" panose="020B0604020202020204" pitchFamily="34" charset="0"/>
              <a:buChar char="•"/>
              <a:defRPr sz="2200" kern="1200" baseline="0">
                <a:solidFill>
                  <a:schemeClr val="tx2"/>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endParaRPr lang="en-US">
              <a:solidFill>
                <a:schemeClr val="tx1"/>
              </a:solidFill>
            </a:endParaRPr>
          </a:p>
        </p:txBody>
      </p:sp>
      <p:sp>
        <p:nvSpPr>
          <p:cNvPr id="13" name="Text Placeholder 6">
            <a:extLst>
              <a:ext uri="{FF2B5EF4-FFF2-40B4-BE49-F238E27FC236}">
                <a16:creationId xmlns:a16="http://schemas.microsoft.com/office/drawing/2014/main" id="{76E4617A-E4E0-90D8-EBDE-4EE5196FA4F2}"/>
              </a:ext>
            </a:extLst>
          </p:cNvPr>
          <p:cNvSpPr txBox="1">
            <a:spLocks/>
          </p:cNvSpPr>
          <p:nvPr userDrawn="1"/>
        </p:nvSpPr>
        <p:spPr>
          <a:xfrm>
            <a:off x="6611939" y="1387475"/>
            <a:ext cx="5065712" cy="233910"/>
          </a:xfrm>
          <a:prstGeom prst="rect">
            <a:avLst/>
          </a:prstGeom>
        </p:spPr>
        <p:txBody>
          <a:bodyPr vert="horz" lIns="0" tIns="0" rIns="0" bIns="0" rtlCol="0">
            <a:sp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1600" kern="1200" baseline="0" dirty="0">
                <a:solidFill>
                  <a:schemeClr val="dk1"/>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endParaRPr lang="en-CA">
              <a:solidFill>
                <a:schemeClr val="tx1"/>
              </a:solidFill>
            </a:endParaRPr>
          </a:p>
        </p:txBody>
      </p:sp>
      <p:sp>
        <p:nvSpPr>
          <p:cNvPr id="16" name="Text Placeholder 15">
            <a:extLst>
              <a:ext uri="{FF2B5EF4-FFF2-40B4-BE49-F238E27FC236}">
                <a16:creationId xmlns:a16="http://schemas.microsoft.com/office/drawing/2014/main" id="{29ED1B69-998A-60D1-325D-1412D1F5E143}"/>
              </a:ext>
            </a:extLst>
          </p:cNvPr>
          <p:cNvSpPr>
            <a:spLocks noGrp="1"/>
          </p:cNvSpPr>
          <p:nvPr>
            <p:ph type="body" sz="quarter" idx="12" hasCustomPrompt="1"/>
          </p:nvPr>
        </p:nvSpPr>
        <p:spPr>
          <a:xfrm>
            <a:off x="6611936" y="628017"/>
            <a:ext cx="5065200" cy="647699"/>
          </a:xfrm>
        </p:spPr>
        <p:txBody>
          <a:bodyPr>
            <a:noAutofit/>
          </a:bodyPr>
          <a:lstStyle>
            <a:lvl1pPr marL="0" indent="0" algn="l" defTabSz="914400" rtl="0" eaLnBrk="1" latinLnBrk="0" hangingPunct="1">
              <a:lnSpc>
                <a:spcPct val="85000"/>
              </a:lnSpc>
              <a:spcBef>
                <a:spcPct val="0"/>
              </a:spcBef>
              <a:buNone/>
              <a:defRPr lang="en-US" sz="2800" kern="2000" spc="-50" baseline="0" dirty="0">
                <a:solidFill>
                  <a:schemeClr val="tx1"/>
                </a:solidFill>
                <a:latin typeface="+mj-lt"/>
                <a:ea typeface="+mj-ea"/>
                <a:cs typeface="+mj-cs"/>
              </a:defRPr>
            </a:lvl1pPr>
          </a:lstStyle>
          <a:p>
            <a:pPr lvl="0"/>
            <a:r>
              <a:rPr lang="en-US"/>
              <a:t>50/50 Title + Content</a:t>
            </a:r>
            <a:br>
              <a:rPr lang="en-US"/>
            </a:br>
            <a:r>
              <a:rPr lang="en-US"/>
              <a:t>Title 2 lines maximum</a:t>
            </a:r>
          </a:p>
        </p:txBody>
      </p:sp>
      <p:sp>
        <p:nvSpPr>
          <p:cNvPr id="17" name="Text Placeholder 3">
            <a:extLst>
              <a:ext uri="{FF2B5EF4-FFF2-40B4-BE49-F238E27FC236}">
                <a16:creationId xmlns:a16="http://schemas.microsoft.com/office/drawing/2014/main" id="{FF4B56A6-904F-8642-543E-EAFA3FD79532}"/>
              </a:ext>
            </a:extLst>
          </p:cNvPr>
          <p:cNvSpPr>
            <a:spLocks noGrp="1"/>
          </p:cNvSpPr>
          <p:nvPr>
            <p:ph idx="13" hasCustomPrompt="1"/>
          </p:nvPr>
        </p:nvSpPr>
        <p:spPr>
          <a:xfrm>
            <a:off x="6611937" y="1820860"/>
            <a:ext cx="5065200" cy="4344989"/>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18" name="Text Placeholder 4">
            <a:extLst>
              <a:ext uri="{FF2B5EF4-FFF2-40B4-BE49-F238E27FC236}">
                <a16:creationId xmlns:a16="http://schemas.microsoft.com/office/drawing/2014/main" id="{2579E407-0D27-083D-EA02-25085D9B7802}"/>
              </a:ext>
            </a:extLst>
          </p:cNvPr>
          <p:cNvSpPr>
            <a:spLocks noGrp="1"/>
          </p:cNvSpPr>
          <p:nvPr>
            <p:ph type="body" sz="quarter" idx="14" hasCustomPrompt="1"/>
          </p:nvPr>
        </p:nvSpPr>
        <p:spPr>
          <a:xfrm>
            <a:off x="6611937" y="1387475"/>
            <a:ext cx="5065200" cy="233910"/>
          </a:xfrm>
        </p:spPr>
        <p:txBody>
          <a:bodyPr wrap="square">
            <a:spAutoFit/>
          </a:bodyPr>
          <a:lstStyle>
            <a:lvl1pPr marL="0" indent="0">
              <a:buNone/>
              <a:defRPr lang="en-US" sz="1600" kern="1200" dirty="0">
                <a:solidFill>
                  <a:schemeClr val="tx1"/>
                </a:solidFill>
                <a:latin typeface="+mn-lt"/>
                <a:ea typeface="+mn-ea"/>
                <a:cs typeface="+mn-cs"/>
              </a:defRPr>
            </a:lvl1pPr>
          </a:lstStyle>
          <a:p>
            <a:pPr lvl="0"/>
            <a:r>
              <a:rPr lang="en-US" err="1"/>
              <a:t>Subheader</a:t>
            </a:r>
            <a:endParaRPr lang="en-US"/>
          </a:p>
        </p:txBody>
      </p:sp>
    </p:spTree>
    <p:extLst>
      <p:ext uri="{BB962C8B-B14F-4D97-AF65-F5344CB8AC3E}">
        <p14:creationId xmlns:p14="http://schemas.microsoft.com/office/powerpoint/2010/main" val="307447326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guide id="2" pos="4165">
          <p15:clr>
            <a:srgbClr val="FBAE40"/>
          </p15:clr>
        </p15:guide>
        <p15:guide id="3" pos="3516">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2/1 Title+Content_Black">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CC7DB58-AE4B-237F-9A89-82A8C6785EA1}"/>
              </a:ext>
            </a:extLst>
          </p:cNvPr>
          <p:cNvSpPr/>
          <p:nvPr userDrawn="1"/>
        </p:nvSpPr>
        <p:spPr>
          <a:xfrm>
            <a:off x="8127602" y="0"/>
            <a:ext cx="406439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err="1">
              <a:solidFill>
                <a:schemeClr val="tx1"/>
              </a:solidFill>
              <a:latin typeface="Microsoft Sans Serif"/>
              <a:cs typeface="Microsoft Sans Serif" panose="020B0604020202020204" pitchFamily="34" charset="0"/>
            </a:endParaRPr>
          </a:p>
        </p:txBody>
      </p:sp>
      <p:sp>
        <p:nvSpPr>
          <p:cNvPr id="3" name="Title 2">
            <a:extLst>
              <a:ext uri="{FF2B5EF4-FFF2-40B4-BE49-F238E27FC236}">
                <a16:creationId xmlns:a16="http://schemas.microsoft.com/office/drawing/2014/main" id="{C22F3776-3D2C-A222-540D-0903BB38AA94}"/>
              </a:ext>
            </a:extLst>
          </p:cNvPr>
          <p:cNvSpPr>
            <a:spLocks noGrp="1"/>
          </p:cNvSpPr>
          <p:nvPr>
            <p:ph type="title" hasCustomPrompt="1"/>
          </p:nvPr>
        </p:nvSpPr>
        <p:spPr>
          <a:xfrm>
            <a:off x="515938" y="628016"/>
            <a:ext cx="7097314" cy="647700"/>
          </a:xfrm>
        </p:spPr>
        <p:txBody>
          <a:bodyPr/>
          <a:lstStyle>
            <a:lvl1pPr>
              <a:lnSpc>
                <a:spcPct val="85000"/>
              </a:lnSpc>
              <a:defRPr>
                <a:solidFill>
                  <a:schemeClr val="tx1"/>
                </a:solidFill>
              </a:defRPr>
            </a:lvl1pPr>
          </a:lstStyle>
          <a:p>
            <a:r>
              <a:rPr lang="en-US"/>
              <a:t>2/1 Title + Content</a:t>
            </a:r>
            <a:br>
              <a:rPr lang="en-US"/>
            </a:br>
            <a:r>
              <a:rPr lang="en-US"/>
              <a:t>2 lines maximum</a:t>
            </a:r>
          </a:p>
        </p:txBody>
      </p:sp>
      <p:sp>
        <p:nvSpPr>
          <p:cNvPr id="2" name="Footer Placeholder 1">
            <a:extLst>
              <a:ext uri="{FF2B5EF4-FFF2-40B4-BE49-F238E27FC236}">
                <a16:creationId xmlns:a16="http://schemas.microsoft.com/office/drawing/2014/main" id="{C1603945-6AF6-41EC-96CD-6345DBC93FB5}"/>
              </a:ext>
            </a:extLst>
          </p:cNvPr>
          <p:cNvSpPr>
            <a:spLocks noGrp="1"/>
          </p:cNvSpPr>
          <p:nvPr>
            <p:ph type="ftr" sz="quarter" idx="10"/>
          </p:nvPr>
        </p:nvSpPr>
        <p:spPr>
          <a:xfrm>
            <a:off x="515938" y="6396925"/>
            <a:ext cx="7097313" cy="118174"/>
          </a:xfrm>
        </p:spPr>
        <p:txBody>
          <a:bodyPr/>
          <a:lstStyle>
            <a:lvl1pPr marL="0" algn="l" defTabSz="685800" rtl="0" eaLnBrk="1" latinLnBrk="0" hangingPunct="1">
              <a:lnSpc>
                <a:spcPct val="96000"/>
              </a:lnSpc>
              <a:spcBef>
                <a:spcPts val="0"/>
              </a:spcBef>
              <a:spcAft>
                <a:spcPts val="225"/>
              </a:spcAft>
              <a:buClr>
                <a:srgbClr val="3253DC"/>
              </a:buClr>
              <a:buFont typeface="Arial" panose="020B0604020202020204" pitchFamily="34" charset="0"/>
              <a:buNone/>
              <a:defRPr lang="en-CA" sz="800" kern="1200" baseline="0" dirty="0" smtClean="0">
                <a:solidFill>
                  <a:schemeClr val="accent6">
                    <a:lumMod val="90000"/>
                  </a:schemeClr>
                </a:solidFill>
                <a:latin typeface="+mn-lt"/>
                <a:ea typeface="+mn-ea"/>
                <a:cs typeface="+mn-cs"/>
              </a:defRPr>
            </a:lvl1pPr>
          </a:lstStyle>
          <a:p>
            <a:endParaRPr lang="en-CA"/>
          </a:p>
        </p:txBody>
      </p:sp>
      <p:sp>
        <p:nvSpPr>
          <p:cNvPr id="4" name="Text Placeholder 3">
            <a:extLst>
              <a:ext uri="{FF2B5EF4-FFF2-40B4-BE49-F238E27FC236}">
                <a16:creationId xmlns:a16="http://schemas.microsoft.com/office/drawing/2014/main" id="{8C4674D7-0943-3D3A-3399-801B35B01C98}"/>
              </a:ext>
            </a:extLst>
          </p:cNvPr>
          <p:cNvSpPr>
            <a:spLocks noGrp="1"/>
          </p:cNvSpPr>
          <p:nvPr>
            <p:ph idx="1" hasCustomPrompt="1"/>
          </p:nvPr>
        </p:nvSpPr>
        <p:spPr>
          <a:xfrm>
            <a:off x="515937" y="1820860"/>
            <a:ext cx="7097314" cy="4344989"/>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5" name="Text Placeholder 4">
            <a:extLst>
              <a:ext uri="{FF2B5EF4-FFF2-40B4-BE49-F238E27FC236}">
                <a16:creationId xmlns:a16="http://schemas.microsoft.com/office/drawing/2014/main" id="{7E0D4A21-1870-2B85-04F6-859526FE4179}"/>
              </a:ext>
            </a:extLst>
          </p:cNvPr>
          <p:cNvSpPr>
            <a:spLocks noGrp="1"/>
          </p:cNvSpPr>
          <p:nvPr>
            <p:ph type="body" sz="quarter" idx="11" hasCustomPrompt="1"/>
          </p:nvPr>
        </p:nvSpPr>
        <p:spPr>
          <a:xfrm>
            <a:off x="515937" y="1387475"/>
            <a:ext cx="7097314" cy="233910"/>
          </a:xfrm>
        </p:spPr>
        <p:txBody>
          <a:bodyPr wrap="square">
            <a:spAutoFit/>
          </a:bodyPr>
          <a:lstStyle>
            <a:lvl1pPr marL="0" indent="0">
              <a:buNone/>
              <a:defRPr lang="en-US" sz="1600" kern="1200" dirty="0">
                <a:solidFill>
                  <a:schemeClr val="tx1"/>
                </a:solidFill>
                <a:latin typeface="+mn-lt"/>
                <a:ea typeface="+mn-ea"/>
                <a:cs typeface="+mn-cs"/>
              </a:defRPr>
            </a:lvl1pPr>
          </a:lstStyle>
          <a:p>
            <a:pPr lvl="0"/>
            <a:r>
              <a:rPr lang="en-US" err="1"/>
              <a:t>Subheader</a:t>
            </a:r>
            <a:endParaRPr lang="en-US"/>
          </a:p>
        </p:txBody>
      </p:sp>
      <p:sp>
        <p:nvSpPr>
          <p:cNvPr id="6" name="TextBox 5">
            <a:extLst>
              <a:ext uri="{FF2B5EF4-FFF2-40B4-BE49-F238E27FC236}">
                <a16:creationId xmlns:a16="http://schemas.microsoft.com/office/drawing/2014/main" id="{453F3C8D-5FC0-8926-D525-14F58F1CD347}"/>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tx1"/>
                </a:solidFill>
                <a:latin typeface="+mn-lt"/>
                <a:ea typeface="+mn-ea"/>
                <a:cs typeface="+mn-cs"/>
              </a:rPr>
              <a:pPr marL="0" lvl="0" algn="l" defTabSz="914400" rtl="0" eaLnBrk="1" latinLnBrk="0" hangingPunct="1">
                <a:lnSpc>
                  <a:spcPct val="125000"/>
                </a:lnSpc>
              </a:pPr>
              <a:t>‹#›</a:t>
            </a:fld>
            <a:endParaRPr lang="en-US" sz="800" kern="1200">
              <a:solidFill>
                <a:schemeClr val="tx1"/>
              </a:solidFill>
              <a:latin typeface="+mn-lt"/>
              <a:ea typeface="+mn-ea"/>
              <a:cs typeface="+mn-cs"/>
            </a:endParaRPr>
          </a:p>
        </p:txBody>
      </p:sp>
      <p:sp>
        <p:nvSpPr>
          <p:cNvPr id="7" name="TextBox 6">
            <a:extLst>
              <a:ext uri="{FF2B5EF4-FFF2-40B4-BE49-F238E27FC236}">
                <a16:creationId xmlns:a16="http://schemas.microsoft.com/office/drawing/2014/main" id="{B8D9ACE2-2765-F3B0-D6F0-6EEB06E3BF04}"/>
              </a:ext>
            </a:extLst>
          </p:cNvPr>
          <p:cNvSpPr txBox="1"/>
          <p:nvPr userDrawn="1"/>
        </p:nvSpPr>
        <p:spPr>
          <a:xfrm>
            <a:off x="8640762" y="6279571"/>
            <a:ext cx="2897862" cy="233910"/>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800" kern="1200" baseline="0">
                <a:solidFill>
                  <a:schemeClr val="tx1"/>
                </a:solidFill>
                <a:latin typeface="+mn-lt"/>
                <a:ea typeface="+mn-ea"/>
                <a:cs typeface="+mn-cs"/>
              </a:rPr>
              <a:t>Confidential – Qualcomm Technologies, Inc. and/or its affiliated companies – May Contain Trade Secrets</a:t>
            </a:r>
          </a:p>
        </p:txBody>
      </p:sp>
      <p:sp>
        <p:nvSpPr>
          <p:cNvPr id="12" name="Content Placeholder 5">
            <a:extLst>
              <a:ext uri="{FF2B5EF4-FFF2-40B4-BE49-F238E27FC236}">
                <a16:creationId xmlns:a16="http://schemas.microsoft.com/office/drawing/2014/main" id="{6ED21770-A267-5772-4EFF-0944DDD34920}"/>
              </a:ext>
            </a:extLst>
          </p:cNvPr>
          <p:cNvSpPr txBox="1">
            <a:spLocks/>
          </p:cNvSpPr>
          <p:nvPr userDrawn="1"/>
        </p:nvSpPr>
        <p:spPr>
          <a:xfrm>
            <a:off x="6611938" y="1820860"/>
            <a:ext cx="5065712" cy="4344989"/>
          </a:xfrm>
          <a:prstGeom prst="rect">
            <a:avLst/>
          </a:prstGeom>
        </p:spPr>
        <p:txBody>
          <a:bodyPr vert="horz" lIns="0" tIns="0" rIns="0" bIns="0" rtlCol="0">
            <a:noAutofit/>
          </a:bodyPr>
          <a:lstStyle>
            <a:lvl1pPr marL="171450" indent="-171450" algn="l" defTabSz="914400" rtl="0" eaLnBrk="1" latinLnBrk="0" hangingPunct="1">
              <a:lnSpc>
                <a:spcPct val="95000"/>
              </a:lnSpc>
              <a:spcBef>
                <a:spcPts val="900"/>
              </a:spcBef>
              <a:spcAft>
                <a:spcPts val="300"/>
              </a:spcAft>
              <a:buClrTx/>
              <a:buFont typeface="Arial" panose="020B0604020202020204" pitchFamily="34" charset="0"/>
              <a:buChar char="•"/>
              <a:defRPr sz="2200" kern="1200" baseline="0">
                <a:solidFill>
                  <a:schemeClr val="tx2"/>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endParaRPr lang="en-US">
              <a:solidFill>
                <a:schemeClr val="tx1"/>
              </a:solidFill>
            </a:endParaRPr>
          </a:p>
        </p:txBody>
      </p:sp>
      <p:sp>
        <p:nvSpPr>
          <p:cNvPr id="13" name="Text Placeholder 6">
            <a:extLst>
              <a:ext uri="{FF2B5EF4-FFF2-40B4-BE49-F238E27FC236}">
                <a16:creationId xmlns:a16="http://schemas.microsoft.com/office/drawing/2014/main" id="{76E4617A-E4E0-90D8-EBDE-4EE5196FA4F2}"/>
              </a:ext>
            </a:extLst>
          </p:cNvPr>
          <p:cNvSpPr txBox="1">
            <a:spLocks/>
          </p:cNvSpPr>
          <p:nvPr userDrawn="1"/>
        </p:nvSpPr>
        <p:spPr>
          <a:xfrm>
            <a:off x="6611939" y="1387475"/>
            <a:ext cx="5065712" cy="233910"/>
          </a:xfrm>
          <a:prstGeom prst="rect">
            <a:avLst/>
          </a:prstGeom>
        </p:spPr>
        <p:txBody>
          <a:bodyPr vert="horz" lIns="0" tIns="0" rIns="0" bIns="0" rtlCol="0">
            <a:sp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1600" kern="1200" baseline="0" dirty="0">
                <a:solidFill>
                  <a:schemeClr val="dk1"/>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endParaRPr lang="en-CA">
              <a:solidFill>
                <a:schemeClr val="tx1"/>
              </a:solidFill>
            </a:endParaRPr>
          </a:p>
        </p:txBody>
      </p:sp>
      <p:sp>
        <p:nvSpPr>
          <p:cNvPr id="16" name="Text Placeholder 15">
            <a:extLst>
              <a:ext uri="{FF2B5EF4-FFF2-40B4-BE49-F238E27FC236}">
                <a16:creationId xmlns:a16="http://schemas.microsoft.com/office/drawing/2014/main" id="{29ED1B69-998A-60D1-325D-1412D1F5E143}"/>
              </a:ext>
            </a:extLst>
          </p:cNvPr>
          <p:cNvSpPr>
            <a:spLocks noGrp="1"/>
          </p:cNvSpPr>
          <p:nvPr>
            <p:ph type="body" sz="quarter" idx="12" hasCustomPrompt="1"/>
          </p:nvPr>
        </p:nvSpPr>
        <p:spPr>
          <a:xfrm>
            <a:off x="8640762" y="628017"/>
            <a:ext cx="3036373" cy="647699"/>
          </a:xfrm>
        </p:spPr>
        <p:txBody>
          <a:bodyPr>
            <a:noAutofit/>
          </a:bodyPr>
          <a:lstStyle>
            <a:lvl1pPr marL="0" indent="0" algn="l" defTabSz="914400" rtl="0" eaLnBrk="1" latinLnBrk="0" hangingPunct="1">
              <a:lnSpc>
                <a:spcPct val="85000"/>
              </a:lnSpc>
              <a:spcBef>
                <a:spcPct val="0"/>
              </a:spcBef>
              <a:buNone/>
              <a:defRPr lang="en-US" sz="2800" kern="2000" spc="-50" baseline="0" dirty="0">
                <a:solidFill>
                  <a:schemeClr val="tx1"/>
                </a:solidFill>
                <a:latin typeface="+mj-lt"/>
                <a:ea typeface="+mj-ea"/>
                <a:cs typeface="+mj-cs"/>
              </a:defRPr>
            </a:lvl1pPr>
          </a:lstStyle>
          <a:p>
            <a:pPr lvl="0"/>
            <a:r>
              <a:rPr lang="en-US"/>
              <a:t>2/1 Title + Content 2 lines maximum</a:t>
            </a:r>
          </a:p>
        </p:txBody>
      </p:sp>
      <p:sp>
        <p:nvSpPr>
          <p:cNvPr id="17" name="Text Placeholder 3">
            <a:extLst>
              <a:ext uri="{FF2B5EF4-FFF2-40B4-BE49-F238E27FC236}">
                <a16:creationId xmlns:a16="http://schemas.microsoft.com/office/drawing/2014/main" id="{FF4B56A6-904F-8642-543E-EAFA3FD79532}"/>
              </a:ext>
            </a:extLst>
          </p:cNvPr>
          <p:cNvSpPr>
            <a:spLocks noGrp="1"/>
          </p:cNvSpPr>
          <p:nvPr>
            <p:ph idx="13" hasCustomPrompt="1"/>
          </p:nvPr>
        </p:nvSpPr>
        <p:spPr>
          <a:xfrm>
            <a:off x="8640763" y="1820860"/>
            <a:ext cx="3036373" cy="4344989"/>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18" name="Text Placeholder 4">
            <a:extLst>
              <a:ext uri="{FF2B5EF4-FFF2-40B4-BE49-F238E27FC236}">
                <a16:creationId xmlns:a16="http://schemas.microsoft.com/office/drawing/2014/main" id="{2579E407-0D27-083D-EA02-25085D9B7802}"/>
              </a:ext>
            </a:extLst>
          </p:cNvPr>
          <p:cNvSpPr>
            <a:spLocks noGrp="1"/>
          </p:cNvSpPr>
          <p:nvPr>
            <p:ph type="body" sz="quarter" idx="14" hasCustomPrompt="1"/>
          </p:nvPr>
        </p:nvSpPr>
        <p:spPr>
          <a:xfrm>
            <a:off x="8640763" y="1387475"/>
            <a:ext cx="3036373" cy="233910"/>
          </a:xfrm>
        </p:spPr>
        <p:txBody>
          <a:bodyPr wrap="square">
            <a:spAutoFit/>
          </a:bodyPr>
          <a:lstStyle>
            <a:lvl1pPr marL="0" indent="0">
              <a:buNone/>
              <a:defRPr lang="en-US" sz="1600" kern="1200" dirty="0">
                <a:solidFill>
                  <a:schemeClr val="tx1"/>
                </a:solidFill>
                <a:latin typeface="+mn-lt"/>
                <a:ea typeface="+mn-ea"/>
                <a:cs typeface="+mn-cs"/>
              </a:defRPr>
            </a:lvl1pPr>
          </a:lstStyle>
          <a:p>
            <a:pPr lvl="0"/>
            <a:r>
              <a:rPr lang="en-US" err="1"/>
              <a:t>Subheader</a:t>
            </a:r>
            <a:endParaRPr lang="en-US"/>
          </a:p>
        </p:txBody>
      </p:sp>
    </p:spTree>
    <p:extLst>
      <p:ext uri="{BB962C8B-B14F-4D97-AF65-F5344CB8AC3E}">
        <p14:creationId xmlns:p14="http://schemas.microsoft.com/office/powerpoint/2010/main" val="413358029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800">
          <p15:clr>
            <a:srgbClr val="FBAE40"/>
          </p15:clr>
        </p15:guide>
        <p15:guide id="2" pos="5443">
          <p15:clr>
            <a:srgbClr val="FBAE40"/>
          </p15:clr>
        </p15:guide>
        <p15:guide id="3" pos="5122">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lank_Blac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2FF81AE-215B-5FF1-AB1E-62DF1D393541}"/>
              </a:ext>
            </a:extLst>
          </p:cNvPr>
          <p:cNvSpPr>
            <a:spLocks noGrp="1"/>
          </p:cNvSpPr>
          <p:nvPr>
            <p:ph type="ftr" sz="quarter" idx="10"/>
          </p:nvPr>
        </p:nvSpPr>
        <p:spPr/>
        <p:txBody>
          <a:bodyPr/>
          <a:lstStyle>
            <a:lvl1pPr>
              <a:defRPr>
                <a:solidFill>
                  <a:schemeClr val="accent6">
                    <a:lumMod val="90000"/>
                  </a:schemeClr>
                </a:solidFill>
              </a:defRPr>
            </a:lvl1pPr>
          </a:lstStyle>
          <a:p>
            <a:endParaRPr lang="en-CA"/>
          </a:p>
        </p:txBody>
      </p:sp>
    </p:spTree>
    <p:extLst>
      <p:ext uri="{BB962C8B-B14F-4D97-AF65-F5344CB8AC3E}">
        <p14:creationId xmlns:p14="http://schemas.microsoft.com/office/powerpoint/2010/main" val="4048370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Photo+Content_Grey">
    <p:bg>
      <p:bgPr>
        <a:solidFill>
          <a:srgbClr val="EFF1F5"/>
        </a:solidFill>
        <a:effectLst/>
      </p:bgPr>
    </p:bg>
    <p:spTree>
      <p:nvGrpSpPr>
        <p:cNvPr id="1" name=""/>
        <p:cNvGrpSpPr/>
        <p:nvPr/>
      </p:nvGrpSpPr>
      <p:grpSpPr>
        <a:xfrm>
          <a:off x="0" y="0"/>
          <a:ext cx="0" cy="0"/>
          <a:chOff x="0" y="0"/>
          <a:chExt cx="0" cy="0"/>
        </a:xfrm>
      </p:grpSpPr>
      <p:sp>
        <p:nvSpPr>
          <p:cNvPr id="7" name="Text Placeholder 9">
            <a:extLst>
              <a:ext uri="{FF2B5EF4-FFF2-40B4-BE49-F238E27FC236}">
                <a16:creationId xmlns:a16="http://schemas.microsoft.com/office/drawing/2014/main" id="{1EF4F402-80EC-EAD4-D6B0-92C2479FFEFA}"/>
              </a:ext>
            </a:extLst>
          </p:cNvPr>
          <p:cNvSpPr>
            <a:spLocks noGrp="1"/>
          </p:cNvSpPr>
          <p:nvPr>
            <p:ph type="body" sz="quarter" idx="14" hasCustomPrompt="1"/>
          </p:nvPr>
        </p:nvSpPr>
        <p:spPr>
          <a:xfrm>
            <a:off x="515937" y="1196975"/>
            <a:ext cx="5327651" cy="1198115"/>
          </a:xfrm>
        </p:spPr>
        <p:txBody>
          <a:bodyPr wrap="square" anchor="b">
            <a:noAutofit/>
          </a:bodyPr>
          <a:lstStyle>
            <a:lvl1pPr marL="0" indent="0">
              <a:buNone/>
              <a:defRPr sz="1300" cap="all" spc="150" baseline="0">
                <a:solidFill>
                  <a:schemeClr val="tx1"/>
                </a:solidFill>
              </a:defRPr>
            </a:lvl1pPr>
          </a:lstStyle>
          <a:p>
            <a:pPr lvl="0"/>
            <a:r>
              <a:rPr lang="en-US"/>
              <a:t>EYEBROW HEADER</a:t>
            </a:r>
          </a:p>
        </p:txBody>
      </p:sp>
      <p:sp>
        <p:nvSpPr>
          <p:cNvPr id="8" name="Title 13">
            <a:extLst>
              <a:ext uri="{FF2B5EF4-FFF2-40B4-BE49-F238E27FC236}">
                <a16:creationId xmlns:a16="http://schemas.microsoft.com/office/drawing/2014/main" id="{916C630D-BED9-DA86-9AE9-767BC6DB8DF6}"/>
              </a:ext>
            </a:extLst>
          </p:cNvPr>
          <p:cNvSpPr>
            <a:spLocks noGrp="1"/>
          </p:cNvSpPr>
          <p:nvPr>
            <p:ph type="title" hasCustomPrompt="1"/>
          </p:nvPr>
        </p:nvSpPr>
        <p:spPr>
          <a:xfrm>
            <a:off x="515937" y="2711631"/>
            <a:ext cx="5327651" cy="730069"/>
          </a:xfrm>
        </p:spPr>
        <p:txBody>
          <a:bodyPr anchor="t"/>
          <a:lstStyle>
            <a:lvl1pPr algn="l" defTabSz="914400" rtl="0" eaLnBrk="1" latinLnBrk="0" hangingPunct="1">
              <a:lnSpc>
                <a:spcPct val="85000"/>
              </a:lnSpc>
              <a:spcBef>
                <a:spcPct val="0"/>
              </a:spcBef>
              <a:buNone/>
              <a:defRPr lang="en-US" sz="2800" kern="2000" spc="-50" baseline="0" dirty="0">
                <a:solidFill>
                  <a:schemeClr val="accent1"/>
                </a:solidFill>
                <a:latin typeface="+mj-lt"/>
                <a:ea typeface="+mj-ea"/>
                <a:cs typeface="+mj-cs"/>
              </a:defRPr>
            </a:lvl1pPr>
          </a:lstStyle>
          <a:p>
            <a:r>
              <a:rPr lang="en-US"/>
              <a:t>2:1 Content &amp; Photo layout </a:t>
            </a:r>
            <a:br>
              <a:rPr lang="en-US"/>
            </a:br>
            <a:r>
              <a:rPr lang="en-US"/>
              <a:t>Title 2 lines maximum</a:t>
            </a:r>
          </a:p>
        </p:txBody>
      </p:sp>
      <p:sp>
        <p:nvSpPr>
          <p:cNvPr id="6" name="Picture Placeholder 5">
            <a:extLst>
              <a:ext uri="{FF2B5EF4-FFF2-40B4-BE49-F238E27FC236}">
                <a16:creationId xmlns:a16="http://schemas.microsoft.com/office/drawing/2014/main" id="{DA15A8F4-EB1B-C6FB-9726-07ED95F48A6D}"/>
              </a:ext>
            </a:extLst>
          </p:cNvPr>
          <p:cNvSpPr>
            <a:spLocks noGrp="1" noChangeAspect="1"/>
          </p:cNvSpPr>
          <p:nvPr>
            <p:ph type="pic" sz="quarter" idx="12" hasCustomPrompt="1"/>
          </p:nvPr>
        </p:nvSpPr>
        <p:spPr>
          <a:xfrm>
            <a:off x="7150937" y="0"/>
            <a:ext cx="5041063" cy="6858000"/>
          </a:xfrm>
          <a:custGeom>
            <a:avLst/>
            <a:gdLst>
              <a:gd name="connsiteX0" fmla="*/ 1341684 w 5041063"/>
              <a:gd name="connsiteY0" fmla="*/ 0 h 6858000"/>
              <a:gd name="connsiteX1" fmla="*/ 5041063 w 5041063"/>
              <a:gd name="connsiteY1" fmla="*/ 0 h 6858000"/>
              <a:gd name="connsiteX2" fmla="*/ 5041063 w 5041063"/>
              <a:gd name="connsiteY2" fmla="*/ 6858000 h 6858000"/>
              <a:gd name="connsiteX3" fmla="*/ 1681589 w 5041063"/>
              <a:gd name="connsiteY3" fmla="*/ 6858000 h 6858000"/>
              <a:gd name="connsiteX4" fmla="*/ 1527585 w 5041063"/>
              <a:gd name="connsiteY4" fmla="*/ 6724571 h 6858000"/>
              <a:gd name="connsiteX5" fmla="*/ 0 w 5041063"/>
              <a:gd name="connsiteY5" fmla="*/ 3272503 h 6858000"/>
              <a:gd name="connsiteX6" fmla="*/ 1211269 w 5041063"/>
              <a:gd name="connsiteY6" fmla="*/ 1368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41063" h="6858000">
                <a:moveTo>
                  <a:pt x="1341684" y="0"/>
                </a:moveTo>
                <a:lnTo>
                  <a:pt x="5041063" y="0"/>
                </a:lnTo>
                <a:lnTo>
                  <a:pt x="5041063" y="6858000"/>
                </a:lnTo>
                <a:lnTo>
                  <a:pt x="1681589" y="6858000"/>
                </a:lnTo>
                <a:lnTo>
                  <a:pt x="1527585" y="6724571"/>
                </a:lnTo>
                <a:cubicBezTo>
                  <a:pt x="589158" y="5871472"/>
                  <a:pt x="0" y="4640804"/>
                  <a:pt x="0" y="3272503"/>
                </a:cubicBezTo>
                <a:cubicBezTo>
                  <a:pt x="0" y="2065179"/>
                  <a:pt x="458687" y="965008"/>
                  <a:pt x="1211269" y="136816"/>
                </a:cubicBezTo>
                <a:close/>
              </a:path>
            </a:pathLst>
          </a:custGeom>
          <a:noFill/>
        </p:spPr>
        <p:txBody>
          <a:bodyPr wrap="square" lIns="540000" rIns="0" anchor="ctr">
            <a:noAutofit/>
          </a:bodyPr>
          <a:lstStyle>
            <a:lvl1pPr marL="0" indent="0">
              <a:buNone/>
              <a:defRPr sz="3000">
                <a:solidFill>
                  <a:schemeClr val="accent1"/>
                </a:solidFill>
              </a:defRPr>
            </a:lvl1pPr>
          </a:lstStyle>
          <a:p>
            <a:r>
              <a:rPr lang="en-US"/>
              <a:t>Click the icon to insert photo</a:t>
            </a:r>
          </a:p>
        </p:txBody>
      </p:sp>
      <p:grpSp>
        <p:nvGrpSpPr>
          <p:cNvPr id="61" name="Group 60">
            <a:extLst>
              <a:ext uri="{FF2B5EF4-FFF2-40B4-BE49-F238E27FC236}">
                <a16:creationId xmlns:a16="http://schemas.microsoft.com/office/drawing/2014/main" id="{A59941B7-9A25-7010-6F36-00C29BC4C7FB}"/>
              </a:ext>
            </a:extLst>
          </p:cNvPr>
          <p:cNvGrpSpPr/>
          <p:nvPr userDrawn="1"/>
        </p:nvGrpSpPr>
        <p:grpSpPr>
          <a:xfrm>
            <a:off x="12290489" y="-1"/>
            <a:ext cx="2910882" cy="6858001"/>
            <a:chOff x="12290489" y="-1"/>
            <a:chExt cx="2910882" cy="6858001"/>
          </a:xfrm>
        </p:grpSpPr>
        <p:sp>
          <p:nvSpPr>
            <p:cNvPr id="62" name="Rectangle 61">
              <a:extLst>
                <a:ext uri="{FF2B5EF4-FFF2-40B4-BE49-F238E27FC236}">
                  <a16:creationId xmlns:a16="http://schemas.microsoft.com/office/drawing/2014/main" id="{A6DF8A14-6328-8070-21E3-899DC89E1486}"/>
                </a:ext>
              </a:extLst>
            </p:cNvPr>
            <p:cNvSpPr/>
            <p:nvPr userDrawn="1"/>
          </p:nvSpPr>
          <p:spPr>
            <a:xfrm>
              <a:off x="12290489" y="-1"/>
              <a:ext cx="2735151" cy="6858001"/>
            </a:xfrm>
            <a:prstGeom prst="rect">
              <a:avLst/>
            </a:prstGeom>
            <a:solidFill>
              <a:srgbClr val="EFF1F5"/>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63" name="TextBox 62">
              <a:extLst>
                <a:ext uri="{FF2B5EF4-FFF2-40B4-BE49-F238E27FC236}">
                  <a16:creationId xmlns:a16="http://schemas.microsoft.com/office/drawing/2014/main" id="{8E7B8941-4100-72EE-4072-7ECAE54DE16B}"/>
                </a:ext>
              </a:extLst>
            </p:cNvPr>
            <p:cNvSpPr txBox="1"/>
            <p:nvPr userDrawn="1"/>
          </p:nvSpPr>
          <p:spPr>
            <a:xfrm>
              <a:off x="12449814" y="173148"/>
              <a:ext cx="1534074"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HOW TO ADD AN IMAGE</a:t>
              </a:r>
            </a:p>
          </p:txBody>
        </p:sp>
        <p:cxnSp>
          <p:nvCxnSpPr>
            <p:cNvPr id="64" name="Straight Connector 63">
              <a:extLst>
                <a:ext uri="{FF2B5EF4-FFF2-40B4-BE49-F238E27FC236}">
                  <a16:creationId xmlns:a16="http://schemas.microsoft.com/office/drawing/2014/main" id="{14B5E4A1-C159-60E1-C73F-985F6C4B55D0}"/>
                </a:ext>
              </a:extLst>
            </p:cNvPr>
            <p:cNvCxnSpPr>
              <a:cxnSpLocks/>
            </p:cNvCxnSpPr>
            <p:nvPr userDrawn="1"/>
          </p:nvCxnSpPr>
          <p:spPr>
            <a:xfrm>
              <a:off x="12449814" y="423012"/>
              <a:ext cx="270000" cy="0"/>
            </a:xfrm>
            <a:prstGeom prst="line">
              <a:avLst/>
            </a:prstGeom>
            <a:noFill/>
            <a:ln w="19050" cap="flat" cmpd="sng" algn="ctr">
              <a:solidFill>
                <a:srgbClr val="2A2AEA"/>
              </a:solidFill>
              <a:prstDash val="solid"/>
            </a:ln>
            <a:effectLst/>
          </p:spPr>
        </p:cxnSp>
        <p:sp>
          <p:nvSpPr>
            <p:cNvPr id="65" name="TextBox 64">
              <a:extLst>
                <a:ext uri="{FF2B5EF4-FFF2-40B4-BE49-F238E27FC236}">
                  <a16:creationId xmlns:a16="http://schemas.microsoft.com/office/drawing/2014/main" id="{A2A14F74-9426-084C-D598-93A32AA4A42E}"/>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1: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from file browser</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Drag the image onto the slide.</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70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kumimoji="0" lang="en-US" sz="100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endParaRPr>
            </a:p>
          </p:txBody>
        </p:sp>
        <p:sp>
          <p:nvSpPr>
            <p:cNvPr id="66" name="TextBox 65">
              <a:extLst>
                <a:ext uri="{FF2B5EF4-FFF2-40B4-BE49-F238E27FC236}">
                  <a16:creationId xmlns:a16="http://schemas.microsoft.com/office/drawing/2014/main" id="{7774B1FD-3A42-89B4-CE15-FEF60FD715E2}"/>
                </a:ext>
              </a:extLst>
            </p:cNvPr>
            <p:cNvSpPr txBox="1">
              <a:spLocks noChangeAspect="1"/>
            </p:cNvSpPr>
            <p:nvPr/>
          </p:nvSpPr>
          <p:spPr>
            <a:xfrm>
              <a:off x="12449814" y="566082"/>
              <a:ext cx="114706" cy="114706"/>
            </a:xfrm>
            <a:prstGeom prst="ellipse">
              <a:avLst/>
            </a:prstGeom>
            <a:solidFill>
              <a:srgbClr val="2A2AEA"/>
            </a:solidFill>
          </p:spPr>
          <p:txBody>
            <a:bodyPr vert="horz"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500" b="0" i="0" u="none" strike="noStrike" kern="0" cap="none" spc="0" normalizeH="0" baseline="0" noProof="0">
                  <a:ln>
                    <a:noFill/>
                  </a:ln>
                  <a:solidFill>
                    <a:srgbClr val="FFFFFF"/>
                  </a:solidFill>
                  <a:effectLst/>
                  <a:uLnTx/>
                  <a:uFillTx/>
                  <a:ea typeface="Arial" charset="0"/>
                  <a:cs typeface="Aparajita" panose="02020603050405020304" pitchFamily="18" charset="0"/>
                </a:rPr>
                <a:t>1</a:t>
              </a:r>
            </a:p>
          </p:txBody>
        </p:sp>
        <p:sp>
          <p:nvSpPr>
            <p:cNvPr id="67" name="TextBox 66">
              <a:extLst>
                <a:ext uri="{FF2B5EF4-FFF2-40B4-BE49-F238E27FC236}">
                  <a16:creationId xmlns:a16="http://schemas.microsoft.com/office/drawing/2014/main" id="{66E06FEF-76B6-96BB-EFF3-5A58DB545384}"/>
                </a:ext>
              </a:extLst>
            </p:cNvPr>
            <p:cNvSpPr txBox="1">
              <a:spLocks noChangeAspect="1"/>
            </p:cNvSpPr>
            <p:nvPr/>
          </p:nvSpPr>
          <p:spPr>
            <a:xfrm>
              <a:off x="12449814" y="1018081"/>
              <a:ext cx="114706" cy="114706"/>
            </a:xfrm>
            <a:prstGeom prst="ellipse">
              <a:avLst/>
            </a:prstGeom>
            <a:solidFill>
              <a:srgbClr val="2A2AEA"/>
            </a:solidFill>
          </p:spPr>
          <p:txBody>
            <a:bodyPr vert="horz"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500" b="0" i="0" u="none" strike="noStrike" kern="0" cap="none" spc="0" normalizeH="0" baseline="0" noProof="0">
                  <a:ln>
                    <a:noFill/>
                  </a:ln>
                  <a:solidFill>
                    <a:srgbClr val="FFFFFF"/>
                  </a:solidFill>
                  <a:effectLst/>
                  <a:uLnTx/>
                  <a:uFillTx/>
                  <a:ea typeface="Arial" charset="0"/>
                  <a:cs typeface="Aparajita" panose="02020603050405020304" pitchFamily="18" charset="0"/>
                </a:rPr>
                <a:t>2</a:t>
              </a:r>
            </a:p>
          </p:txBody>
        </p:sp>
        <p:sp>
          <p:nvSpPr>
            <p:cNvPr id="68" name="TextBox 67">
              <a:extLst>
                <a:ext uri="{FF2B5EF4-FFF2-40B4-BE49-F238E27FC236}">
                  <a16:creationId xmlns:a16="http://schemas.microsoft.com/office/drawing/2014/main" id="{665E6D2D-A823-E8EA-76CE-20F2854A9DDE}"/>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70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Source images from the </a:t>
              </a:r>
              <a:r>
                <a:rPr kumimoji="0" lang="en-US" sz="1050" b="0" i="0" u="none" strike="noStrike" kern="0" cap="none" spc="0" normalizeH="0" baseline="0" noProof="0">
                  <a:ln>
                    <a:noFill/>
                  </a:ln>
                  <a:solidFill>
                    <a:srgbClr val="2A2AEA"/>
                  </a:solidFill>
                  <a:effectLst/>
                  <a:uLnTx/>
                  <a:uFillTx/>
                  <a:latin typeface="Aptos" panose="020B0004020202020204" pitchFamily="34" charset="0"/>
                  <a:cs typeface="Aparajita" panose="02020603050405020304" pitchFamily="18" charset="0"/>
                </a:rPr>
                <a:t>Qualcomm Brand Portal</a:t>
              </a:r>
            </a:p>
            <a:p>
              <a:pPr marL="0" marR="0" lvl="0" indent="0" defTabSz="914400" eaLnBrk="1" fontAlgn="auto" latinLnBrk="0" hangingPunct="1">
                <a:lnSpc>
                  <a:spcPct val="100000"/>
                </a:lnSpc>
                <a:spcBef>
                  <a:spcPts val="70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Add the image to the placeholder.</a:t>
              </a:r>
            </a:p>
          </p:txBody>
        </p:sp>
        <p:sp>
          <p:nvSpPr>
            <p:cNvPr id="69" name="TextBox 68">
              <a:extLst>
                <a:ext uri="{FF2B5EF4-FFF2-40B4-BE49-F238E27FC236}">
                  <a16:creationId xmlns:a16="http://schemas.microsoft.com/office/drawing/2014/main" id="{A7378AF1-B2C0-2306-0CDD-E3EFD845B69F}"/>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2: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Paste from clipboard</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Select the image placeholder.</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Right-click or use keyboard shortcuts to paste the image.</a:t>
              </a:r>
            </a:p>
          </p:txBody>
        </p:sp>
        <p:sp>
          <p:nvSpPr>
            <p:cNvPr id="70" name="TextBox 69">
              <a:extLst>
                <a:ext uri="{FF2B5EF4-FFF2-40B4-BE49-F238E27FC236}">
                  <a16:creationId xmlns:a16="http://schemas.microsoft.com/office/drawing/2014/main" id="{18618AE4-6077-F70C-8FA8-828AC67E11D8}"/>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3: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Placeholder icon</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Click the image icon inside the placeholder to browse for an image.</a:t>
              </a:r>
            </a:p>
          </p:txBody>
        </p:sp>
        <p:grpSp>
          <p:nvGrpSpPr>
            <p:cNvPr id="71" name="Group 70">
              <a:extLst>
                <a:ext uri="{FF2B5EF4-FFF2-40B4-BE49-F238E27FC236}">
                  <a16:creationId xmlns:a16="http://schemas.microsoft.com/office/drawing/2014/main" id="{4573C732-F749-0118-BF2C-4792F4D490B7}"/>
                </a:ext>
              </a:extLst>
            </p:cNvPr>
            <p:cNvGrpSpPr/>
            <p:nvPr userDrawn="1"/>
          </p:nvGrpSpPr>
          <p:grpSpPr>
            <a:xfrm>
              <a:off x="12429548" y="3236396"/>
              <a:ext cx="2735151" cy="1280928"/>
              <a:chOff x="9286315" y="6976989"/>
              <a:chExt cx="2735151" cy="1280928"/>
            </a:xfrm>
          </p:grpSpPr>
          <p:sp>
            <p:nvSpPr>
              <p:cNvPr id="82" name="Rectangle 81">
                <a:extLst>
                  <a:ext uri="{FF2B5EF4-FFF2-40B4-BE49-F238E27FC236}">
                    <a16:creationId xmlns:a16="http://schemas.microsoft.com/office/drawing/2014/main" id="{992F07AB-0591-D65B-CE2B-9211787E1E62}"/>
                  </a:ext>
                </a:extLst>
              </p:cNvPr>
              <p:cNvSpPr/>
              <p:nvPr userDrawn="1"/>
            </p:nvSpPr>
            <p:spPr>
              <a:xfrm>
                <a:off x="9286315" y="6976989"/>
                <a:ext cx="2735151" cy="1280928"/>
              </a:xfrm>
              <a:prstGeom prst="rect">
                <a:avLst/>
              </a:prstGeom>
              <a:solidFill>
                <a:srgbClr val="000000"/>
              </a:solidFill>
              <a:ln w="25400" cap="flat" cmpd="sng" algn="ctr">
                <a:solidFill>
                  <a:srgbClr val="EFF1F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83" name="TextBox 82">
                <a:extLst>
                  <a:ext uri="{FF2B5EF4-FFF2-40B4-BE49-F238E27FC236}">
                    <a16:creationId xmlns:a16="http://schemas.microsoft.com/office/drawing/2014/main" id="{8055E4CF-B7B4-80D8-847D-6A509AC2D067}"/>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FFFFFF"/>
                    </a:solidFill>
                    <a:effectLst/>
                    <a:uLnTx/>
                    <a:uFillTx/>
                    <a:ea typeface="Arial" charset="0"/>
                    <a:cs typeface="Aparajita" panose="02020603050405020304" pitchFamily="18" charset="0"/>
                  </a:rPr>
                  <a:t>Cropping Images</a:t>
                </a:r>
              </a:p>
            </p:txBody>
          </p:sp>
          <p:pic>
            <p:nvPicPr>
              <p:cNvPr id="84" name="Graphic 83">
                <a:extLst>
                  <a:ext uri="{FF2B5EF4-FFF2-40B4-BE49-F238E27FC236}">
                    <a16:creationId xmlns:a16="http://schemas.microsoft.com/office/drawing/2014/main" id="{6427B8A4-CF3E-8BC4-A2A6-817F3CBE5E9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85" name="TextBox 84">
                <a:extLst>
                  <a:ext uri="{FF2B5EF4-FFF2-40B4-BE49-F238E27FC236}">
                    <a16:creationId xmlns:a16="http://schemas.microsoft.com/office/drawing/2014/main" id="{CFEB389D-E9B3-E556-5B68-8B9D612F06F1}"/>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Right-click on the image.</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Choose “Crop” from the menu. (           )</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Adjust the size and position of the image.</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Press Esc or click outside the image area to exit the cropping mode.</a:t>
                </a:r>
              </a:p>
            </p:txBody>
          </p:sp>
          <p:pic>
            <p:nvPicPr>
              <p:cNvPr id="86" name="Picture 85">
                <a:extLst>
                  <a:ext uri="{FF2B5EF4-FFF2-40B4-BE49-F238E27FC236}">
                    <a16:creationId xmlns:a16="http://schemas.microsoft.com/office/drawing/2014/main" id="{383931E4-AC30-2E7B-EE7B-CCE1ACE2C840}"/>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87" name="TextBox 86">
                <a:extLst>
                  <a:ext uri="{FF2B5EF4-FFF2-40B4-BE49-F238E27FC236}">
                    <a16:creationId xmlns:a16="http://schemas.microsoft.com/office/drawing/2014/main" id="{B60EE4F6-BFA1-F0E4-C8F9-7A11C0BFC778}"/>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all" spc="150" normalizeH="0" baseline="0" noProof="0">
                    <a:ln>
                      <a:noFill/>
                    </a:ln>
                    <a:solidFill>
                      <a:srgbClr val="FFFFFF"/>
                    </a:solidFill>
                    <a:effectLst/>
                    <a:uLnTx/>
                    <a:uFillTx/>
                  </a:rPr>
                  <a:t>TIP</a:t>
                </a:r>
              </a:p>
            </p:txBody>
          </p:sp>
        </p:grpSp>
        <p:grpSp>
          <p:nvGrpSpPr>
            <p:cNvPr id="72" name="Group 71">
              <a:extLst>
                <a:ext uri="{FF2B5EF4-FFF2-40B4-BE49-F238E27FC236}">
                  <a16:creationId xmlns:a16="http://schemas.microsoft.com/office/drawing/2014/main" id="{8973E7F2-096B-F584-0C2B-38E125F82AE0}"/>
                </a:ext>
              </a:extLst>
            </p:cNvPr>
            <p:cNvGrpSpPr/>
            <p:nvPr userDrawn="1"/>
          </p:nvGrpSpPr>
          <p:grpSpPr>
            <a:xfrm>
              <a:off x="12429548" y="4543123"/>
              <a:ext cx="2735151" cy="2200108"/>
              <a:chOff x="9538241" y="5155416"/>
              <a:chExt cx="2735151" cy="2200108"/>
            </a:xfrm>
          </p:grpSpPr>
          <p:sp>
            <p:nvSpPr>
              <p:cNvPr id="73" name="Rectangle 72">
                <a:extLst>
                  <a:ext uri="{FF2B5EF4-FFF2-40B4-BE49-F238E27FC236}">
                    <a16:creationId xmlns:a16="http://schemas.microsoft.com/office/drawing/2014/main" id="{483492A6-085B-D585-9B00-4A82F8A154A7}"/>
                  </a:ext>
                </a:extLst>
              </p:cNvPr>
              <p:cNvSpPr/>
              <p:nvPr userDrawn="1"/>
            </p:nvSpPr>
            <p:spPr>
              <a:xfrm>
                <a:off x="9538241" y="5155416"/>
                <a:ext cx="2735151" cy="2200108"/>
              </a:xfrm>
              <a:prstGeom prst="rect">
                <a:avLst/>
              </a:prstGeom>
              <a:solidFill>
                <a:srgbClr val="000000"/>
              </a:solidFill>
              <a:ln w="25400" cap="flat" cmpd="sng" algn="ctr">
                <a:solidFill>
                  <a:srgbClr val="EFF1F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74" name="TextBox 73">
                <a:extLst>
                  <a:ext uri="{FF2B5EF4-FFF2-40B4-BE49-F238E27FC236}">
                    <a16:creationId xmlns:a16="http://schemas.microsoft.com/office/drawing/2014/main" id="{87EA4D68-04CD-A0BD-2A43-1BAC1699E386}"/>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FFFFFF"/>
                    </a:solidFill>
                    <a:effectLst/>
                    <a:uLnTx/>
                    <a:uFillTx/>
                    <a:ea typeface="Arial" charset="0"/>
                    <a:cs typeface="Aparajita" panose="02020603050405020304" pitchFamily="18" charset="0"/>
                  </a:rPr>
                  <a:t>Changing Images</a:t>
                </a:r>
              </a:p>
            </p:txBody>
          </p:sp>
          <p:pic>
            <p:nvPicPr>
              <p:cNvPr id="75" name="Graphic 74">
                <a:extLst>
                  <a:ext uri="{FF2B5EF4-FFF2-40B4-BE49-F238E27FC236}">
                    <a16:creationId xmlns:a16="http://schemas.microsoft.com/office/drawing/2014/main" id="{3D97F3FA-9588-81CC-17B0-E238C6AE806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76" name="TextBox 75">
                <a:extLst>
                  <a:ext uri="{FF2B5EF4-FFF2-40B4-BE49-F238E27FC236}">
                    <a16:creationId xmlns:a16="http://schemas.microsoft.com/office/drawing/2014/main" id="{71DB119D-04B9-4B60-0E90-348E5F3256CB}"/>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0" cap="all" spc="20" normalizeH="0" baseline="0" noProof="0">
                    <a:ln>
                      <a:noFill/>
                    </a:ln>
                    <a:solidFill>
                      <a:srgbClr val="FFFFFF"/>
                    </a:solidFill>
                    <a:effectLst/>
                    <a:uLnTx/>
                    <a:uFillTx/>
                    <a:cs typeface="Aparajita" panose="02020603050405020304" pitchFamily="18" charset="0"/>
                  </a:rPr>
                  <a:t>Method 1: </a:t>
                </a:r>
                <a:r>
                  <a:rPr kumimoji="0" lang="en-US" sz="600" b="0" i="0" u="none" strike="noStrike" kern="0" cap="all" spc="20" normalizeH="0" baseline="0" noProof="0">
                    <a:ln>
                      <a:noFill/>
                    </a:ln>
                    <a:solidFill>
                      <a:srgbClr val="FFFFFF"/>
                    </a:solidFill>
                    <a:effectLst/>
                    <a:uLnTx/>
                    <a:uFillTx/>
                    <a:cs typeface="Aparajita" panose="02020603050405020304" pitchFamily="18" charset="0"/>
                  </a:rPr>
                  <a:t>RIGHT CLICK</a:t>
                </a:r>
              </a:p>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Right-click on image and select “Change Picture”</a:t>
                </a:r>
              </a:p>
            </p:txBody>
          </p:sp>
          <p:sp>
            <p:nvSpPr>
              <p:cNvPr id="77" name="TextBox 76">
                <a:extLst>
                  <a:ext uri="{FF2B5EF4-FFF2-40B4-BE49-F238E27FC236}">
                    <a16:creationId xmlns:a16="http://schemas.microsoft.com/office/drawing/2014/main" id="{F049DA30-CE07-E88B-4902-ACEF95E70383}"/>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78" name="TextBox 77">
                <a:extLst>
                  <a:ext uri="{FF2B5EF4-FFF2-40B4-BE49-F238E27FC236}">
                    <a16:creationId xmlns:a16="http://schemas.microsoft.com/office/drawing/2014/main" id="{DA0460A0-BAD5-F300-9F6D-CFCD4FD946BD}"/>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0" cap="all" spc="20" normalizeH="0" baseline="0" noProof="0">
                    <a:ln>
                      <a:noFill/>
                    </a:ln>
                    <a:solidFill>
                      <a:srgbClr val="FFFFFF"/>
                    </a:solidFill>
                    <a:effectLst/>
                    <a:uLnTx/>
                    <a:uFillTx/>
                    <a:cs typeface="Aparajita" panose="02020603050405020304" pitchFamily="18" charset="0"/>
                  </a:rPr>
                  <a:t>Method 2: </a:t>
                </a:r>
                <a:r>
                  <a:rPr kumimoji="0" lang="en-US" sz="600" b="0" i="0" u="none" strike="noStrike" kern="0" cap="all" spc="20" normalizeH="0" baseline="0" noProof="0">
                    <a:ln>
                      <a:noFill/>
                    </a:ln>
                    <a:solidFill>
                      <a:srgbClr val="FFFFFF"/>
                    </a:solidFill>
                    <a:effectLst/>
                    <a:uLnTx/>
                    <a:uFillTx/>
                    <a:cs typeface="Aparajita" panose="02020603050405020304" pitchFamily="18" charset="0"/>
                  </a:rPr>
                  <a:t>RESET PLACEHOLDER</a:t>
                </a:r>
              </a:p>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First, delete the existing image to reset the photo placeholder functionality.</a:t>
                </a:r>
              </a:p>
            </p:txBody>
          </p:sp>
          <p:sp>
            <p:nvSpPr>
              <p:cNvPr id="79" name="TextBox 78">
                <a:extLst>
                  <a:ext uri="{FF2B5EF4-FFF2-40B4-BE49-F238E27FC236}">
                    <a16:creationId xmlns:a16="http://schemas.microsoft.com/office/drawing/2014/main" id="{9A9650E1-F476-16DA-8544-3F473A4A4725}"/>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You can now add a new image as normal.</a:t>
                </a:r>
              </a:p>
            </p:txBody>
          </p:sp>
          <p:cxnSp>
            <p:nvCxnSpPr>
              <p:cNvPr id="80" name="Straight Connector 79">
                <a:extLst>
                  <a:ext uri="{FF2B5EF4-FFF2-40B4-BE49-F238E27FC236}">
                    <a16:creationId xmlns:a16="http://schemas.microsoft.com/office/drawing/2014/main" id="{E7E5573C-C940-F0AF-C4F6-471BF0BE7D89}"/>
                  </a:ext>
                </a:extLst>
              </p:cNvPr>
              <p:cNvCxnSpPr>
                <a:cxnSpLocks/>
              </p:cNvCxnSpPr>
              <p:nvPr userDrawn="1"/>
            </p:nvCxnSpPr>
            <p:spPr>
              <a:xfrm>
                <a:off x="9713479" y="5957047"/>
                <a:ext cx="270000" cy="0"/>
              </a:xfrm>
              <a:prstGeom prst="line">
                <a:avLst/>
              </a:prstGeom>
              <a:noFill/>
              <a:ln w="9525" cap="flat" cmpd="sng" algn="ctr">
                <a:solidFill>
                  <a:srgbClr val="833AFF"/>
                </a:solidFill>
                <a:prstDash val="solid"/>
              </a:ln>
              <a:effectLst/>
            </p:spPr>
          </p:cxnSp>
          <p:sp>
            <p:nvSpPr>
              <p:cNvPr id="81" name="TextBox 80">
                <a:extLst>
                  <a:ext uri="{FF2B5EF4-FFF2-40B4-BE49-F238E27FC236}">
                    <a16:creationId xmlns:a16="http://schemas.microsoft.com/office/drawing/2014/main" id="{D6C36603-978F-A15B-2F24-ABFAAED7D7B6}"/>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all" spc="150" normalizeH="0" baseline="0" noProof="0">
                    <a:ln>
                      <a:noFill/>
                    </a:ln>
                    <a:solidFill>
                      <a:srgbClr val="FFFFFF"/>
                    </a:solidFill>
                    <a:effectLst/>
                    <a:uLnTx/>
                    <a:uFillTx/>
                  </a:rPr>
                  <a:t>TIP</a:t>
                </a:r>
              </a:p>
            </p:txBody>
          </p:sp>
        </p:grpSp>
      </p:grpSp>
      <p:sp>
        <p:nvSpPr>
          <p:cNvPr id="3" name="Footer Placeholder 129">
            <a:extLst>
              <a:ext uri="{FF2B5EF4-FFF2-40B4-BE49-F238E27FC236}">
                <a16:creationId xmlns:a16="http://schemas.microsoft.com/office/drawing/2014/main" id="{32F39D03-559B-5939-909B-FF65EEA162BF}"/>
              </a:ext>
            </a:extLst>
          </p:cNvPr>
          <p:cNvSpPr>
            <a:spLocks noGrp="1"/>
          </p:cNvSpPr>
          <p:nvPr>
            <p:ph type="ftr" sz="quarter" idx="22"/>
          </p:nvPr>
        </p:nvSpPr>
        <p:spPr>
          <a:xfrm>
            <a:off x="515938" y="6173304"/>
            <a:ext cx="6480175" cy="118174"/>
          </a:xfrm>
        </p:spPr>
        <p:txBody>
          <a:bodyPr/>
          <a:lstStyle>
            <a:lvl1pPr>
              <a:defRPr>
                <a:solidFill>
                  <a:schemeClr val="accent6">
                    <a:lumMod val="50000"/>
                  </a:schemeClr>
                </a:solidFill>
              </a:defRPr>
            </a:lvl1pPr>
          </a:lstStyle>
          <a:p>
            <a:endParaRPr lang="en-CA"/>
          </a:p>
        </p:txBody>
      </p:sp>
      <p:sp>
        <p:nvSpPr>
          <p:cNvPr id="4" name="TextBox 3">
            <a:extLst>
              <a:ext uri="{FF2B5EF4-FFF2-40B4-BE49-F238E27FC236}">
                <a16:creationId xmlns:a16="http://schemas.microsoft.com/office/drawing/2014/main" id="{78E6E1DA-8D2E-B11D-8AED-2EB2021311AE}"/>
              </a:ext>
            </a:extLst>
          </p:cNvPr>
          <p:cNvSpPr txBox="1"/>
          <p:nvPr userDrawn="1"/>
        </p:nvSpPr>
        <p:spPr>
          <a:xfrm>
            <a:off x="515938"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a:solidFill>
                  <a:schemeClr val="accent6">
                    <a:lumMod val="50000"/>
                  </a:schemeClr>
                </a:solidFill>
              </a:rPr>
              <a:t>Confidential – Qualcomm Technologies, Inc. and/or its affiliated companies – May Contain Trade Secrets</a:t>
            </a:r>
          </a:p>
        </p:txBody>
      </p:sp>
      <p:sp>
        <p:nvSpPr>
          <p:cNvPr id="10" name="Text Placeholder 16">
            <a:extLst>
              <a:ext uri="{FF2B5EF4-FFF2-40B4-BE49-F238E27FC236}">
                <a16:creationId xmlns:a16="http://schemas.microsoft.com/office/drawing/2014/main" id="{1ECC5A24-E1C0-4F84-B8A6-C64730DC9F39}"/>
              </a:ext>
            </a:extLst>
          </p:cNvPr>
          <p:cNvSpPr>
            <a:spLocks noGrp="1"/>
          </p:cNvSpPr>
          <p:nvPr>
            <p:ph type="body" sz="quarter" idx="15" hasCustomPrompt="1"/>
          </p:nvPr>
        </p:nvSpPr>
        <p:spPr>
          <a:xfrm>
            <a:off x="515938" y="3581401"/>
            <a:ext cx="5327650" cy="2435086"/>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Tree>
    <p:extLst>
      <p:ext uri="{BB962C8B-B14F-4D97-AF65-F5344CB8AC3E}">
        <p14:creationId xmlns:p14="http://schemas.microsoft.com/office/powerpoint/2010/main" val="71981356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orient="horz" pos="2319" userDrawn="1">
          <p15:clr>
            <a:srgbClr val="FBAE40"/>
          </p15:clr>
        </p15:guide>
        <p15:guide id="6" orient="horz" pos="1502" userDrawn="1">
          <p15:clr>
            <a:srgbClr val="FBAE40"/>
          </p15:clr>
        </p15:guide>
        <p15:guide id="7" orient="horz" pos="2432" userDrawn="1">
          <p15:clr>
            <a:srgbClr val="FBAE40"/>
          </p15:clr>
        </p15:guide>
        <p15:guide id="10" pos="3681"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itle+4Contents_Third Grey">
    <p:bg>
      <p:bgPr>
        <a:solidFill>
          <a:srgbClr val="EFF1F5"/>
        </a:solidFill>
        <a:effectLst/>
      </p:bgPr>
    </p:bg>
    <p:spTree>
      <p:nvGrpSpPr>
        <p:cNvPr id="1" name=""/>
        <p:cNvGrpSpPr/>
        <p:nvPr/>
      </p:nvGrpSpPr>
      <p:grpSpPr>
        <a:xfrm>
          <a:off x="0" y="0"/>
          <a:ext cx="0" cy="0"/>
          <a:chOff x="0" y="0"/>
          <a:chExt cx="0" cy="0"/>
        </a:xfrm>
      </p:grpSpPr>
      <p:sp>
        <p:nvSpPr>
          <p:cNvPr id="9" name="Title 120">
            <a:extLst>
              <a:ext uri="{FF2B5EF4-FFF2-40B4-BE49-F238E27FC236}">
                <a16:creationId xmlns:a16="http://schemas.microsoft.com/office/drawing/2014/main" id="{7A1F75E5-8E3D-DF45-926F-E6E5FD4D70FC}"/>
              </a:ext>
            </a:extLst>
          </p:cNvPr>
          <p:cNvSpPr>
            <a:spLocks noGrp="1"/>
          </p:cNvSpPr>
          <p:nvPr>
            <p:ph type="title" hasCustomPrompt="1"/>
          </p:nvPr>
        </p:nvSpPr>
        <p:spPr>
          <a:xfrm>
            <a:off x="515937" y="2795081"/>
            <a:ext cx="3556800" cy="1294408"/>
          </a:xfrm>
        </p:spPr>
        <p:txBody>
          <a:bodyPr anchor="ctr"/>
          <a:lstStyle>
            <a:lvl1pPr algn="l" defTabSz="914400" rtl="0" eaLnBrk="1" latinLnBrk="0" hangingPunct="1">
              <a:lnSpc>
                <a:spcPct val="85000"/>
              </a:lnSpc>
              <a:spcBef>
                <a:spcPct val="0"/>
              </a:spcBef>
              <a:buNone/>
              <a:defRPr lang="en-US" sz="2800" kern="2000" spc="-50" baseline="0" dirty="0">
                <a:solidFill>
                  <a:schemeClr val="accent1"/>
                </a:solidFill>
                <a:latin typeface="+mj-lt"/>
                <a:ea typeface="+mj-ea"/>
                <a:cs typeface="+mj-cs"/>
              </a:defRPr>
            </a:lvl1pPr>
          </a:lstStyle>
          <a:p>
            <a:r>
              <a:rPr lang="en-US"/>
              <a:t>Title+4 Contents layout </a:t>
            </a:r>
            <a:br>
              <a:rPr lang="en-US"/>
            </a:br>
            <a:r>
              <a:rPr lang="en-US"/>
              <a:t>Title up to </a:t>
            </a:r>
            <a:br>
              <a:rPr lang="en-US"/>
            </a:br>
            <a:r>
              <a:rPr lang="en-US"/>
              <a:t>3 lines maximum</a:t>
            </a:r>
          </a:p>
        </p:txBody>
      </p:sp>
      <p:sp>
        <p:nvSpPr>
          <p:cNvPr id="16" name="Picture Placeholder 2">
            <a:extLst>
              <a:ext uri="{FF2B5EF4-FFF2-40B4-BE49-F238E27FC236}">
                <a16:creationId xmlns:a16="http://schemas.microsoft.com/office/drawing/2014/main" id="{803614D6-B3A1-6731-7DA2-2F082C0110CD}"/>
              </a:ext>
            </a:extLst>
          </p:cNvPr>
          <p:cNvSpPr>
            <a:spLocks noGrp="1" noChangeAspect="1"/>
          </p:cNvSpPr>
          <p:nvPr>
            <p:ph type="pic" sz="quarter" idx="24" hasCustomPrompt="1"/>
          </p:nvPr>
        </p:nvSpPr>
        <p:spPr>
          <a:xfrm>
            <a:off x="4629921" y="677141"/>
            <a:ext cx="759113" cy="759113"/>
          </a:xfrm>
        </p:spPr>
        <p:txBody>
          <a:bodyPr lIns="144000"/>
          <a:lstStyle>
            <a:lvl1pPr marL="0" indent="0">
              <a:buNone/>
              <a:defRPr sz="1400"/>
            </a:lvl1pPr>
          </a:lstStyle>
          <a:p>
            <a:r>
              <a:rPr lang="en-US"/>
              <a:t>Icon</a:t>
            </a:r>
          </a:p>
        </p:txBody>
      </p:sp>
      <p:sp>
        <p:nvSpPr>
          <p:cNvPr id="122" name="Text Placeholder 22">
            <a:extLst>
              <a:ext uri="{FF2B5EF4-FFF2-40B4-BE49-F238E27FC236}">
                <a16:creationId xmlns:a16="http://schemas.microsoft.com/office/drawing/2014/main" id="{693B5A4C-7FB3-2918-A773-0EE6FED3D209}"/>
              </a:ext>
            </a:extLst>
          </p:cNvPr>
          <p:cNvSpPr>
            <a:spLocks noGrp="1"/>
          </p:cNvSpPr>
          <p:nvPr>
            <p:ph type="body" sz="quarter" idx="13" hasCustomPrompt="1"/>
          </p:nvPr>
        </p:nvSpPr>
        <p:spPr>
          <a:xfrm>
            <a:off x="5704822" y="699924"/>
            <a:ext cx="5360054" cy="263149"/>
          </a:xfrm>
        </p:spPr>
        <p:txBody>
          <a:bodyPr wrap="square" anchor="b">
            <a:noAutofit/>
          </a:bodyPr>
          <a:lstStyle>
            <a:lvl1pPr marL="0" indent="0">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5" name="Text Placeholder 16">
            <a:extLst>
              <a:ext uri="{FF2B5EF4-FFF2-40B4-BE49-F238E27FC236}">
                <a16:creationId xmlns:a16="http://schemas.microsoft.com/office/drawing/2014/main" id="{C38DCFD6-5A0E-E9F5-0958-4B8735F209AC}"/>
              </a:ext>
            </a:extLst>
          </p:cNvPr>
          <p:cNvSpPr>
            <a:spLocks noGrp="1"/>
          </p:cNvSpPr>
          <p:nvPr>
            <p:ph type="body" sz="quarter" idx="15" hasCustomPrompt="1"/>
          </p:nvPr>
        </p:nvSpPr>
        <p:spPr>
          <a:xfrm>
            <a:off x="5704821" y="1019175"/>
            <a:ext cx="5360055" cy="600164"/>
          </a:xfrm>
        </p:spPr>
        <p:txBody>
          <a:bodyPr wrap="square">
            <a:noAutofit/>
          </a:bodyPr>
          <a:lstStyle>
            <a:lvl1pPr marL="0" indent="0">
              <a:lnSpc>
                <a:spcPct val="100000"/>
              </a:lnSpc>
              <a:spcBef>
                <a:spcPts val="0"/>
              </a:spcBef>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7" name="Picture Placeholder 2">
            <a:extLst>
              <a:ext uri="{FF2B5EF4-FFF2-40B4-BE49-F238E27FC236}">
                <a16:creationId xmlns:a16="http://schemas.microsoft.com/office/drawing/2014/main" id="{158234DD-C86A-C0A3-F309-C819BEF18C2A}"/>
              </a:ext>
            </a:extLst>
          </p:cNvPr>
          <p:cNvSpPr>
            <a:spLocks noGrp="1" noChangeAspect="1"/>
          </p:cNvSpPr>
          <p:nvPr>
            <p:ph type="pic" sz="quarter" idx="25" hasCustomPrompt="1"/>
          </p:nvPr>
        </p:nvSpPr>
        <p:spPr>
          <a:xfrm>
            <a:off x="4629921" y="2124716"/>
            <a:ext cx="759113" cy="759113"/>
          </a:xfrm>
        </p:spPr>
        <p:txBody>
          <a:bodyPr lIns="144000"/>
          <a:lstStyle>
            <a:lvl1pPr marL="0" indent="0">
              <a:buNone/>
              <a:defRPr sz="1400"/>
            </a:lvl1pPr>
          </a:lstStyle>
          <a:p>
            <a:r>
              <a:rPr lang="en-US"/>
              <a:t>Icon</a:t>
            </a:r>
          </a:p>
        </p:txBody>
      </p:sp>
      <p:sp>
        <p:nvSpPr>
          <p:cNvPr id="124" name="Text Placeholder 22">
            <a:extLst>
              <a:ext uri="{FF2B5EF4-FFF2-40B4-BE49-F238E27FC236}">
                <a16:creationId xmlns:a16="http://schemas.microsoft.com/office/drawing/2014/main" id="{A14F4D35-AD24-5E3E-8E8D-CD803A85CDBB}"/>
              </a:ext>
            </a:extLst>
          </p:cNvPr>
          <p:cNvSpPr>
            <a:spLocks noGrp="1"/>
          </p:cNvSpPr>
          <p:nvPr>
            <p:ph type="body" sz="quarter" idx="16" hasCustomPrompt="1"/>
          </p:nvPr>
        </p:nvSpPr>
        <p:spPr>
          <a:xfrm>
            <a:off x="5704822" y="2143614"/>
            <a:ext cx="5360054" cy="263149"/>
          </a:xfrm>
        </p:spPr>
        <p:txBody>
          <a:bodyPr wrap="square" anchor="b">
            <a:noAutofit/>
          </a:bodyPr>
          <a:lstStyle>
            <a:lvl1pPr marL="0" indent="0">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6" name="Text Placeholder 16">
            <a:extLst>
              <a:ext uri="{FF2B5EF4-FFF2-40B4-BE49-F238E27FC236}">
                <a16:creationId xmlns:a16="http://schemas.microsoft.com/office/drawing/2014/main" id="{752D1B24-3191-2FDC-5F67-93401195900D}"/>
              </a:ext>
            </a:extLst>
          </p:cNvPr>
          <p:cNvSpPr>
            <a:spLocks noGrp="1"/>
          </p:cNvSpPr>
          <p:nvPr>
            <p:ph type="body" sz="quarter" idx="17" hasCustomPrompt="1"/>
          </p:nvPr>
        </p:nvSpPr>
        <p:spPr>
          <a:xfrm>
            <a:off x="5704821" y="2462865"/>
            <a:ext cx="5360055" cy="600164"/>
          </a:xfrm>
        </p:spPr>
        <p:txBody>
          <a:bodyPr wrap="square">
            <a:noAutofit/>
          </a:bodyPr>
          <a:lstStyle>
            <a:lvl1pPr marL="0" indent="0">
              <a:lnSpc>
                <a:spcPct val="100000"/>
              </a:lnSpc>
              <a:spcBef>
                <a:spcPts val="0"/>
              </a:spcBef>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8" name="Picture Placeholder 2">
            <a:extLst>
              <a:ext uri="{FF2B5EF4-FFF2-40B4-BE49-F238E27FC236}">
                <a16:creationId xmlns:a16="http://schemas.microsoft.com/office/drawing/2014/main" id="{F5047FAA-2D67-8C54-D972-5689E483F426}"/>
              </a:ext>
            </a:extLst>
          </p:cNvPr>
          <p:cNvSpPr>
            <a:spLocks noGrp="1" noChangeAspect="1"/>
          </p:cNvSpPr>
          <p:nvPr>
            <p:ph type="pic" sz="quarter" idx="26" hasCustomPrompt="1"/>
          </p:nvPr>
        </p:nvSpPr>
        <p:spPr>
          <a:xfrm>
            <a:off x="4629921" y="3572291"/>
            <a:ext cx="759113" cy="759113"/>
          </a:xfrm>
        </p:spPr>
        <p:txBody>
          <a:bodyPr lIns="144000"/>
          <a:lstStyle>
            <a:lvl1pPr marL="0" indent="0">
              <a:buNone/>
              <a:defRPr sz="1400"/>
            </a:lvl1pPr>
          </a:lstStyle>
          <a:p>
            <a:r>
              <a:rPr lang="en-US"/>
              <a:t>Icon</a:t>
            </a:r>
          </a:p>
        </p:txBody>
      </p:sp>
      <p:sp>
        <p:nvSpPr>
          <p:cNvPr id="126" name="Text Placeholder 22">
            <a:extLst>
              <a:ext uri="{FF2B5EF4-FFF2-40B4-BE49-F238E27FC236}">
                <a16:creationId xmlns:a16="http://schemas.microsoft.com/office/drawing/2014/main" id="{FCEBECB8-7041-9BA8-933B-3C0F5FF02831}"/>
              </a:ext>
            </a:extLst>
          </p:cNvPr>
          <p:cNvSpPr>
            <a:spLocks noGrp="1"/>
          </p:cNvSpPr>
          <p:nvPr>
            <p:ph type="body" sz="quarter" idx="18" hasCustomPrompt="1"/>
          </p:nvPr>
        </p:nvSpPr>
        <p:spPr>
          <a:xfrm>
            <a:off x="5704822" y="3587071"/>
            <a:ext cx="5360054" cy="263149"/>
          </a:xfrm>
        </p:spPr>
        <p:txBody>
          <a:bodyPr wrap="square" anchor="b">
            <a:noAutofit/>
          </a:bodyPr>
          <a:lstStyle>
            <a:lvl1pPr marL="0" indent="0">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7" name="Text Placeholder 16">
            <a:extLst>
              <a:ext uri="{FF2B5EF4-FFF2-40B4-BE49-F238E27FC236}">
                <a16:creationId xmlns:a16="http://schemas.microsoft.com/office/drawing/2014/main" id="{DBD55430-B9A6-6E76-5A88-93B8CBAFCF32}"/>
              </a:ext>
            </a:extLst>
          </p:cNvPr>
          <p:cNvSpPr>
            <a:spLocks noGrp="1"/>
          </p:cNvSpPr>
          <p:nvPr>
            <p:ph type="body" sz="quarter" idx="19" hasCustomPrompt="1"/>
          </p:nvPr>
        </p:nvSpPr>
        <p:spPr>
          <a:xfrm>
            <a:off x="5704821" y="3906322"/>
            <a:ext cx="5360055" cy="600164"/>
          </a:xfrm>
        </p:spPr>
        <p:txBody>
          <a:bodyPr wrap="square">
            <a:noAutofit/>
          </a:bodyPr>
          <a:lstStyle>
            <a:lvl1pPr marL="0" indent="0">
              <a:lnSpc>
                <a:spcPct val="100000"/>
              </a:lnSpc>
              <a:spcBef>
                <a:spcPts val="0"/>
              </a:spcBef>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9" name="Picture Placeholder 2">
            <a:extLst>
              <a:ext uri="{FF2B5EF4-FFF2-40B4-BE49-F238E27FC236}">
                <a16:creationId xmlns:a16="http://schemas.microsoft.com/office/drawing/2014/main" id="{155B8295-23B1-4FAB-6989-040F56EEACDD}"/>
              </a:ext>
            </a:extLst>
          </p:cNvPr>
          <p:cNvSpPr>
            <a:spLocks noGrp="1" noChangeAspect="1"/>
          </p:cNvSpPr>
          <p:nvPr>
            <p:ph type="pic" sz="quarter" idx="27" hasCustomPrompt="1"/>
          </p:nvPr>
        </p:nvSpPr>
        <p:spPr>
          <a:xfrm>
            <a:off x="4629921" y="5019866"/>
            <a:ext cx="759113" cy="759113"/>
          </a:xfrm>
        </p:spPr>
        <p:txBody>
          <a:bodyPr lIns="144000"/>
          <a:lstStyle>
            <a:lvl1pPr marL="0" indent="0">
              <a:buNone/>
              <a:defRPr sz="1400"/>
            </a:lvl1pPr>
          </a:lstStyle>
          <a:p>
            <a:r>
              <a:rPr lang="en-US"/>
              <a:t>Icon</a:t>
            </a:r>
          </a:p>
        </p:txBody>
      </p:sp>
      <p:sp>
        <p:nvSpPr>
          <p:cNvPr id="128" name="Text Placeholder 22">
            <a:extLst>
              <a:ext uri="{FF2B5EF4-FFF2-40B4-BE49-F238E27FC236}">
                <a16:creationId xmlns:a16="http://schemas.microsoft.com/office/drawing/2014/main" id="{928EC958-013B-F8B1-324A-396A688B6278}"/>
              </a:ext>
            </a:extLst>
          </p:cNvPr>
          <p:cNvSpPr>
            <a:spLocks noGrp="1"/>
          </p:cNvSpPr>
          <p:nvPr>
            <p:ph type="body" sz="quarter" idx="20" hasCustomPrompt="1"/>
          </p:nvPr>
        </p:nvSpPr>
        <p:spPr>
          <a:xfrm>
            <a:off x="5704822" y="5021236"/>
            <a:ext cx="5360054" cy="263149"/>
          </a:xfrm>
        </p:spPr>
        <p:txBody>
          <a:bodyPr wrap="square" anchor="b">
            <a:noAutofit/>
          </a:bodyPr>
          <a:lstStyle>
            <a:lvl1pPr marL="0" indent="0">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8" name="Text Placeholder 16">
            <a:extLst>
              <a:ext uri="{FF2B5EF4-FFF2-40B4-BE49-F238E27FC236}">
                <a16:creationId xmlns:a16="http://schemas.microsoft.com/office/drawing/2014/main" id="{A305BFC7-1DCB-DA0D-B9D5-073230BAC218}"/>
              </a:ext>
            </a:extLst>
          </p:cNvPr>
          <p:cNvSpPr>
            <a:spLocks noGrp="1"/>
          </p:cNvSpPr>
          <p:nvPr>
            <p:ph type="body" sz="quarter" idx="21" hasCustomPrompt="1"/>
          </p:nvPr>
        </p:nvSpPr>
        <p:spPr>
          <a:xfrm>
            <a:off x="5704821" y="5340487"/>
            <a:ext cx="5360055" cy="600164"/>
          </a:xfrm>
        </p:spPr>
        <p:txBody>
          <a:bodyPr wrap="square">
            <a:noAutofit/>
          </a:bodyPr>
          <a:lstStyle>
            <a:lvl1pPr marL="0" indent="0">
              <a:lnSpc>
                <a:spcPct val="100000"/>
              </a:lnSpc>
              <a:spcBef>
                <a:spcPts val="0"/>
              </a:spcBef>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5" name="TextBox 14">
            <a:extLst>
              <a:ext uri="{FF2B5EF4-FFF2-40B4-BE49-F238E27FC236}">
                <a16:creationId xmlns:a16="http://schemas.microsoft.com/office/drawing/2014/main" id="{DA40CD1A-60BD-05D8-7970-B07C826C1D80}"/>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5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50000"/>
                </a:schemeClr>
              </a:solidFill>
              <a:latin typeface="+mn-lt"/>
              <a:ea typeface="+mn-ea"/>
              <a:cs typeface="+mn-cs"/>
            </a:endParaRPr>
          </a:p>
        </p:txBody>
      </p:sp>
      <p:grpSp>
        <p:nvGrpSpPr>
          <p:cNvPr id="40" name="Group 39">
            <a:extLst>
              <a:ext uri="{FF2B5EF4-FFF2-40B4-BE49-F238E27FC236}">
                <a16:creationId xmlns:a16="http://schemas.microsoft.com/office/drawing/2014/main" id="{3DE87ABF-25CF-8431-62CF-3FFD80738F9B}"/>
              </a:ext>
            </a:extLst>
          </p:cNvPr>
          <p:cNvGrpSpPr/>
          <p:nvPr userDrawn="1"/>
        </p:nvGrpSpPr>
        <p:grpSpPr>
          <a:xfrm>
            <a:off x="12290489" y="-1"/>
            <a:ext cx="2910882" cy="6858001"/>
            <a:chOff x="12290489" y="-1"/>
            <a:chExt cx="2910882" cy="6858001"/>
          </a:xfrm>
        </p:grpSpPr>
        <p:sp>
          <p:nvSpPr>
            <p:cNvPr id="41" name="Rectangle 40">
              <a:extLst>
                <a:ext uri="{FF2B5EF4-FFF2-40B4-BE49-F238E27FC236}">
                  <a16:creationId xmlns:a16="http://schemas.microsoft.com/office/drawing/2014/main" id="{6D2679DD-C2E3-4902-3325-4B47DFAAF085}"/>
                </a:ext>
              </a:extLst>
            </p:cNvPr>
            <p:cNvSpPr/>
            <p:nvPr userDrawn="1"/>
          </p:nvSpPr>
          <p:spPr>
            <a:xfrm>
              <a:off x="12290489" y="-1"/>
              <a:ext cx="2735151" cy="6858001"/>
            </a:xfrm>
            <a:prstGeom prst="rect">
              <a:avLst/>
            </a:prstGeom>
            <a:solidFill>
              <a:srgbClr val="EFF1F5"/>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42" name="TextBox 41">
              <a:extLst>
                <a:ext uri="{FF2B5EF4-FFF2-40B4-BE49-F238E27FC236}">
                  <a16:creationId xmlns:a16="http://schemas.microsoft.com/office/drawing/2014/main" id="{F36F0F7A-971F-2372-FAA5-B802FC235920}"/>
                </a:ext>
              </a:extLst>
            </p:cNvPr>
            <p:cNvSpPr txBox="1"/>
            <p:nvPr userDrawn="1"/>
          </p:nvSpPr>
          <p:spPr>
            <a:xfrm>
              <a:off x="12449814" y="173148"/>
              <a:ext cx="1455527"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HOW TO ADD AN ICON</a:t>
              </a:r>
            </a:p>
          </p:txBody>
        </p:sp>
        <p:cxnSp>
          <p:nvCxnSpPr>
            <p:cNvPr id="43" name="Straight Connector 42">
              <a:extLst>
                <a:ext uri="{FF2B5EF4-FFF2-40B4-BE49-F238E27FC236}">
                  <a16:creationId xmlns:a16="http://schemas.microsoft.com/office/drawing/2014/main" id="{6B46E843-5A05-34E4-E5DB-E1342EB82EB3}"/>
                </a:ext>
              </a:extLst>
            </p:cNvPr>
            <p:cNvCxnSpPr>
              <a:cxnSpLocks/>
            </p:cNvCxnSpPr>
            <p:nvPr userDrawn="1"/>
          </p:nvCxnSpPr>
          <p:spPr>
            <a:xfrm>
              <a:off x="12449814" y="423012"/>
              <a:ext cx="270000" cy="0"/>
            </a:xfrm>
            <a:prstGeom prst="line">
              <a:avLst/>
            </a:prstGeom>
            <a:noFill/>
            <a:ln w="19050" cap="flat" cmpd="sng" algn="ctr">
              <a:solidFill>
                <a:srgbClr val="2A2AEA"/>
              </a:solidFill>
              <a:prstDash val="solid"/>
            </a:ln>
            <a:effectLst/>
          </p:spPr>
        </p:cxnSp>
        <p:sp>
          <p:nvSpPr>
            <p:cNvPr id="44" name="TextBox 43">
              <a:extLst>
                <a:ext uri="{FF2B5EF4-FFF2-40B4-BE49-F238E27FC236}">
                  <a16:creationId xmlns:a16="http://schemas.microsoft.com/office/drawing/2014/main" id="{3945920A-9738-E290-8B7A-82079F6DCE71}"/>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1: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from file browser</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Drag the icon onto the slide.</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70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kumimoji="0" lang="en-US" sz="100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endParaRPr>
            </a:p>
          </p:txBody>
        </p:sp>
        <p:sp>
          <p:nvSpPr>
            <p:cNvPr id="45" name="TextBox 44">
              <a:extLst>
                <a:ext uri="{FF2B5EF4-FFF2-40B4-BE49-F238E27FC236}">
                  <a16:creationId xmlns:a16="http://schemas.microsoft.com/office/drawing/2014/main" id="{DC2F4233-2F00-409D-78D8-295A21F3D6E5}"/>
                </a:ext>
              </a:extLst>
            </p:cNvPr>
            <p:cNvSpPr txBox="1">
              <a:spLocks noChangeAspect="1"/>
            </p:cNvSpPr>
            <p:nvPr/>
          </p:nvSpPr>
          <p:spPr>
            <a:xfrm>
              <a:off x="12449814" y="566082"/>
              <a:ext cx="114706" cy="114706"/>
            </a:xfrm>
            <a:prstGeom prst="ellipse">
              <a:avLst/>
            </a:prstGeom>
            <a:solidFill>
              <a:srgbClr val="2A2AEA"/>
            </a:solidFill>
          </p:spPr>
          <p:txBody>
            <a:bodyPr vert="horz"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500" b="0" i="0" u="none" strike="noStrike" kern="0" cap="none" spc="0" normalizeH="0" baseline="0" noProof="0">
                  <a:ln>
                    <a:noFill/>
                  </a:ln>
                  <a:solidFill>
                    <a:srgbClr val="FFFFFF"/>
                  </a:solidFill>
                  <a:effectLst/>
                  <a:uLnTx/>
                  <a:uFillTx/>
                  <a:ea typeface="Arial" charset="0"/>
                  <a:cs typeface="Aparajita" panose="02020603050405020304" pitchFamily="18" charset="0"/>
                </a:rPr>
                <a:t>1</a:t>
              </a:r>
            </a:p>
          </p:txBody>
        </p:sp>
        <p:sp>
          <p:nvSpPr>
            <p:cNvPr id="46" name="TextBox 45">
              <a:extLst>
                <a:ext uri="{FF2B5EF4-FFF2-40B4-BE49-F238E27FC236}">
                  <a16:creationId xmlns:a16="http://schemas.microsoft.com/office/drawing/2014/main" id="{14D91F72-F9E2-CBF4-A93F-84553C1D0F34}"/>
                </a:ext>
              </a:extLst>
            </p:cNvPr>
            <p:cNvSpPr txBox="1">
              <a:spLocks noChangeAspect="1"/>
            </p:cNvSpPr>
            <p:nvPr/>
          </p:nvSpPr>
          <p:spPr>
            <a:xfrm>
              <a:off x="12449814" y="1018081"/>
              <a:ext cx="114706" cy="114706"/>
            </a:xfrm>
            <a:prstGeom prst="ellipse">
              <a:avLst/>
            </a:prstGeom>
            <a:solidFill>
              <a:srgbClr val="2A2AEA"/>
            </a:solidFill>
          </p:spPr>
          <p:txBody>
            <a:bodyPr vert="horz"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500" b="0" i="0" u="none" strike="noStrike" kern="0" cap="none" spc="0" normalizeH="0" baseline="0" noProof="0">
                  <a:ln>
                    <a:noFill/>
                  </a:ln>
                  <a:solidFill>
                    <a:srgbClr val="FFFFFF"/>
                  </a:solidFill>
                  <a:effectLst/>
                  <a:uLnTx/>
                  <a:uFillTx/>
                  <a:ea typeface="Arial" charset="0"/>
                  <a:cs typeface="Aparajita" panose="02020603050405020304" pitchFamily="18" charset="0"/>
                </a:rPr>
                <a:t>2</a:t>
              </a:r>
            </a:p>
          </p:txBody>
        </p:sp>
        <p:sp>
          <p:nvSpPr>
            <p:cNvPr id="47" name="TextBox 46">
              <a:extLst>
                <a:ext uri="{FF2B5EF4-FFF2-40B4-BE49-F238E27FC236}">
                  <a16:creationId xmlns:a16="http://schemas.microsoft.com/office/drawing/2014/main" id="{C659C999-5D52-B5F6-4D40-F6352267822F}"/>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70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Source icon from the </a:t>
              </a:r>
              <a:b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br>
              <a:r>
                <a:rPr kumimoji="0" lang="en-US" sz="1050" b="0" i="0" u="none" strike="noStrike" kern="0" cap="none" spc="0" normalizeH="0" baseline="0" noProof="0">
                  <a:ln>
                    <a:noFill/>
                  </a:ln>
                  <a:solidFill>
                    <a:srgbClr val="2A2AEA"/>
                  </a:solidFill>
                  <a:effectLst/>
                  <a:uLnTx/>
                  <a:uFillTx/>
                  <a:latin typeface="Aptos" panose="020B0004020202020204" pitchFamily="34" charset="0"/>
                  <a:cs typeface="Aparajita" panose="02020603050405020304" pitchFamily="18" charset="0"/>
                </a:rPr>
                <a:t>Qualcomm Icon Library</a:t>
              </a:r>
            </a:p>
            <a:p>
              <a:pPr marL="0" marR="0" lvl="0" indent="0" defTabSz="914400" eaLnBrk="1" fontAlgn="auto" latinLnBrk="0" hangingPunct="1">
                <a:lnSpc>
                  <a:spcPct val="100000"/>
                </a:lnSpc>
                <a:spcBef>
                  <a:spcPts val="70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Add the icon to the placeholder.</a:t>
              </a:r>
            </a:p>
          </p:txBody>
        </p:sp>
        <p:sp>
          <p:nvSpPr>
            <p:cNvPr id="48" name="TextBox 47">
              <a:extLst>
                <a:ext uri="{FF2B5EF4-FFF2-40B4-BE49-F238E27FC236}">
                  <a16:creationId xmlns:a16="http://schemas.microsoft.com/office/drawing/2014/main" id="{B3A82870-1DAE-4B2C-E64F-98E28687F223}"/>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2: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Paste from clipboard</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Select the icon placeholder.</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Right-click or use keyboard shortcuts to paste the icon.</a:t>
              </a:r>
            </a:p>
          </p:txBody>
        </p:sp>
        <p:sp>
          <p:nvSpPr>
            <p:cNvPr id="49" name="TextBox 48">
              <a:extLst>
                <a:ext uri="{FF2B5EF4-FFF2-40B4-BE49-F238E27FC236}">
                  <a16:creationId xmlns:a16="http://schemas.microsoft.com/office/drawing/2014/main" id="{F364D98D-C602-1607-7BDC-166242F34C21}"/>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3: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Placeholder icon</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Click the image icon inside the placeholder to browse for an icon.</a:t>
              </a:r>
            </a:p>
          </p:txBody>
        </p:sp>
        <p:grpSp>
          <p:nvGrpSpPr>
            <p:cNvPr id="50" name="Group 49">
              <a:extLst>
                <a:ext uri="{FF2B5EF4-FFF2-40B4-BE49-F238E27FC236}">
                  <a16:creationId xmlns:a16="http://schemas.microsoft.com/office/drawing/2014/main" id="{D7F72C51-C576-6C65-A902-5856DA80F937}"/>
                </a:ext>
              </a:extLst>
            </p:cNvPr>
            <p:cNvGrpSpPr/>
            <p:nvPr userDrawn="1"/>
          </p:nvGrpSpPr>
          <p:grpSpPr>
            <a:xfrm>
              <a:off x="12429548" y="3236396"/>
              <a:ext cx="2735151" cy="1280928"/>
              <a:chOff x="9286315" y="6976989"/>
              <a:chExt cx="2735151" cy="1280928"/>
            </a:xfrm>
          </p:grpSpPr>
          <p:sp>
            <p:nvSpPr>
              <p:cNvPr id="61" name="Rectangle 60">
                <a:extLst>
                  <a:ext uri="{FF2B5EF4-FFF2-40B4-BE49-F238E27FC236}">
                    <a16:creationId xmlns:a16="http://schemas.microsoft.com/office/drawing/2014/main" id="{61E56FEF-DBB6-7894-ACC0-CB6658CB12BB}"/>
                  </a:ext>
                </a:extLst>
              </p:cNvPr>
              <p:cNvSpPr/>
              <p:nvPr userDrawn="1"/>
            </p:nvSpPr>
            <p:spPr>
              <a:xfrm>
                <a:off x="9286315" y="6976989"/>
                <a:ext cx="2735151" cy="1280928"/>
              </a:xfrm>
              <a:prstGeom prst="rect">
                <a:avLst/>
              </a:prstGeom>
              <a:solidFill>
                <a:srgbClr val="000000"/>
              </a:solidFill>
              <a:ln w="25400" cap="flat" cmpd="sng" algn="ctr">
                <a:solidFill>
                  <a:srgbClr val="EFF1F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62" name="TextBox 61">
                <a:extLst>
                  <a:ext uri="{FF2B5EF4-FFF2-40B4-BE49-F238E27FC236}">
                    <a16:creationId xmlns:a16="http://schemas.microsoft.com/office/drawing/2014/main" id="{38DCE2FA-DCB4-E58F-F5A9-424EE64D7FCD}"/>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FFFFFF"/>
                    </a:solidFill>
                    <a:effectLst/>
                    <a:uLnTx/>
                    <a:uFillTx/>
                    <a:ea typeface="Arial" charset="0"/>
                    <a:cs typeface="Aparajita" panose="02020603050405020304" pitchFamily="18" charset="0"/>
                  </a:rPr>
                  <a:t>Cropping Graphics</a:t>
                </a:r>
              </a:p>
            </p:txBody>
          </p:sp>
          <p:pic>
            <p:nvPicPr>
              <p:cNvPr id="63" name="Graphic 62">
                <a:extLst>
                  <a:ext uri="{FF2B5EF4-FFF2-40B4-BE49-F238E27FC236}">
                    <a16:creationId xmlns:a16="http://schemas.microsoft.com/office/drawing/2014/main" id="{DB290D33-CE6C-0057-E0D7-FB551ECBA99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64" name="TextBox 63">
                <a:extLst>
                  <a:ext uri="{FF2B5EF4-FFF2-40B4-BE49-F238E27FC236}">
                    <a16:creationId xmlns:a16="http://schemas.microsoft.com/office/drawing/2014/main" id="{D59EAFAF-83E5-63D0-F9F3-E1AA89450684}"/>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Right-click on the icon.</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Choose “Crop” from the menu. (           )</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Adjust the size and position of the image.</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Press Esc or click outside the image area to exit the cropping mode.</a:t>
                </a:r>
              </a:p>
            </p:txBody>
          </p:sp>
          <p:pic>
            <p:nvPicPr>
              <p:cNvPr id="65" name="Picture 64">
                <a:extLst>
                  <a:ext uri="{FF2B5EF4-FFF2-40B4-BE49-F238E27FC236}">
                    <a16:creationId xmlns:a16="http://schemas.microsoft.com/office/drawing/2014/main" id="{B37ACE1F-225F-2DD2-F040-BD75337547FB}"/>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66" name="TextBox 65">
                <a:extLst>
                  <a:ext uri="{FF2B5EF4-FFF2-40B4-BE49-F238E27FC236}">
                    <a16:creationId xmlns:a16="http://schemas.microsoft.com/office/drawing/2014/main" id="{E5C938B5-65D9-F34A-1EAC-85A88105AC40}"/>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all" spc="150" normalizeH="0" baseline="0" noProof="0">
                    <a:ln>
                      <a:noFill/>
                    </a:ln>
                    <a:solidFill>
                      <a:srgbClr val="FFFFFF"/>
                    </a:solidFill>
                    <a:effectLst/>
                    <a:uLnTx/>
                    <a:uFillTx/>
                  </a:rPr>
                  <a:t>TIP</a:t>
                </a:r>
              </a:p>
            </p:txBody>
          </p:sp>
        </p:grpSp>
        <p:grpSp>
          <p:nvGrpSpPr>
            <p:cNvPr id="51" name="Group 50">
              <a:extLst>
                <a:ext uri="{FF2B5EF4-FFF2-40B4-BE49-F238E27FC236}">
                  <a16:creationId xmlns:a16="http://schemas.microsoft.com/office/drawing/2014/main" id="{7AE06101-B043-1556-A91B-932DD9FAB5A3}"/>
                </a:ext>
              </a:extLst>
            </p:cNvPr>
            <p:cNvGrpSpPr/>
            <p:nvPr userDrawn="1"/>
          </p:nvGrpSpPr>
          <p:grpSpPr>
            <a:xfrm>
              <a:off x="12429548" y="4543123"/>
              <a:ext cx="2735151" cy="2200108"/>
              <a:chOff x="9538241" y="5155416"/>
              <a:chExt cx="2735151" cy="2200108"/>
            </a:xfrm>
          </p:grpSpPr>
          <p:sp>
            <p:nvSpPr>
              <p:cNvPr id="52" name="Rectangle 51">
                <a:extLst>
                  <a:ext uri="{FF2B5EF4-FFF2-40B4-BE49-F238E27FC236}">
                    <a16:creationId xmlns:a16="http://schemas.microsoft.com/office/drawing/2014/main" id="{94EF8454-9F8C-3428-B289-5265B770D4D6}"/>
                  </a:ext>
                </a:extLst>
              </p:cNvPr>
              <p:cNvSpPr/>
              <p:nvPr userDrawn="1"/>
            </p:nvSpPr>
            <p:spPr>
              <a:xfrm>
                <a:off x="9538241" y="5155416"/>
                <a:ext cx="2735151" cy="2200108"/>
              </a:xfrm>
              <a:prstGeom prst="rect">
                <a:avLst/>
              </a:prstGeom>
              <a:solidFill>
                <a:srgbClr val="000000"/>
              </a:solidFill>
              <a:ln w="25400" cap="flat" cmpd="sng" algn="ctr">
                <a:solidFill>
                  <a:srgbClr val="EFF1F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53" name="TextBox 52">
                <a:extLst>
                  <a:ext uri="{FF2B5EF4-FFF2-40B4-BE49-F238E27FC236}">
                    <a16:creationId xmlns:a16="http://schemas.microsoft.com/office/drawing/2014/main" id="{D2D732FA-5812-3627-41F5-13EC7BE238A4}"/>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FFFFFF"/>
                    </a:solidFill>
                    <a:effectLst/>
                    <a:uLnTx/>
                    <a:uFillTx/>
                    <a:ea typeface="Arial" charset="0"/>
                    <a:cs typeface="Aparajita" panose="02020603050405020304" pitchFamily="18" charset="0"/>
                  </a:rPr>
                  <a:t>Changing Icons</a:t>
                </a:r>
              </a:p>
            </p:txBody>
          </p:sp>
          <p:pic>
            <p:nvPicPr>
              <p:cNvPr id="54" name="Graphic 53">
                <a:extLst>
                  <a:ext uri="{FF2B5EF4-FFF2-40B4-BE49-F238E27FC236}">
                    <a16:creationId xmlns:a16="http://schemas.microsoft.com/office/drawing/2014/main" id="{C48FD4DE-82F7-241F-D7E4-DA147EC73D0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55" name="TextBox 54">
                <a:extLst>
                  <a:ext uri="{FF2B5EF4-FFF2-40B4-BE49-F238E27FC236}">
                    <a16:creationId xmlns:a16="http://schemas.microsoft.com/office/drawing/2014/main" id="{493C554B-F2AE-D182-0BD9-5202CCFD883C}"/>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0" cap="all" spc="20" normalizeH="0" baseline="0" noProof="0">
                    <a:ln>
                      <a:noFill/>
                    </a:ln>
                    <a:solidFill>
                      <a:srgbClr val="FFFFFF"/>
                    </a:solidFill>
                    <a:effectLst/>
                    <a:uLnTx/>
                    <a:uFillTx/>
                    <a:cs typeface="Aparajita" panose="02020603050405020304" pitchFamily="18" charset="0"/>
                  </a:rPr>
                  <a:t>Method 1: </a:t>
                </a:r>
                <a:r>
                  <a:rPr kumimoji="0" lang="en-US" sz="600" b="0" i="0" u="none" strike="noStrike" kern="0" cap="all" spc="20" normalizeH="0" baseline="0" noProof="0">
                    <a:ln>
                      <a:noFill/>
                    </a:ln>
                    <a:solidFill>
                      <a:srgbClr val="FFFFFF"/>
                    </a:solidFill>
                    <a:effectLst/>
                    <a:uLnTx/>
                    <a:uFillTx/>
                    <a:cs typeface="Aparajita" panose="02020603050405020304" pitchFamily="18" charset="0"/>
                  </a:rPr>
                  <a:t>RIGHT CLICK</a:t>
                </a:r>
              </a:p>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Right-click on icon and select “Change Picture”</a:t>
                </a:r>
              </a:p>
            </p:txBody>
          </p:sp>
          <p:sp>
            <p:nvSpPr>
              <p:cNvPr id="56" name="TextBox 55">
                <a:extLst>
                  <a:ext uri="{FF2B5EF4-FFF2-40B4-BE49-F238E27FC236}">
                    <a16:creationId xmlns:a16="http://schemas.microsoft.com/office/drawing/2014/main" id="{4FB370AD-8DC4-4D79-00B8-8F1C501EA957}"/>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57" name="TextBox 56">
                <a:extLst>
                  <a:ext uri="{FF2B5EF4-FFF2-40B4-BE49-F238E27FC236}">
                    <a16:creationId xmlns:a16="http://schemas.microsoft.com/office/drawing/2014/main" id="{627DAD30-D990-7235-92F0-AE0B7B3A9719}"/>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0" cap="all" spc="20" normalizeH="0" baseline="0" noProof="0">
                    <a:ln>
                      <a:noFill/>
                    </a:ln>
                    <a:solidFill>
                      <a:srgbClr val="FFFFFF"/>
                    </a:solidFill>
                    <a:effectLst/>
                    <a:uLnTx/>
                    <a:uFillTx/>
                    <a:cs typeface="Aparajita" panose="02020603050405020304" pitchFamily="18" charset="0"/>
                  </a:rPr>
                  <a:t>Method 2: </a:t>
                </a:r>
                <a:r>
                  <a:rPr kumimoji="0" lang="en-US" sz="600" b="0" i="0" u="none" strike="noStrike" kern="0" cap="all" spc="20" normalizeH="0" baseline="0" noProof="0">
                    <a:ln>
                      <a:noFill/>
                    </a:ln>
                    <a:solidFill>
                      <a:srgbClr val="FFFFFF"/>
                    </a:solidFill>
                    <a:effectLst/>
                    <a:uLnTx/>
                    <a:uFillTx/>
                    <a:cs typeface="Aparajita" panose="02020603050405020304" pitchFamily="18" charset="0"/>
                  </a:rPr>
                  <a:t>RESET PLACEHOLDER</a:t>
                </a:r>
              </a:p>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First, delete the existing icon to reset the photo placeholder functionality.</a:t>
                </a:r>
              </a:p>
            </p:txBody>
          </p:sp>
          <p:sp>
            <p:nvSpPr>
              <p:cNvPr id="58" name="TextBox 57">
                <a:extLst>
                  <a:ext uri="{FF2B5EF4-FFF2-40B4-BE49-F238E27FC236}">
                    <a16:creationId xmlns:a16="http://schemas.microsoft.com/office/drawing/2014/main" id="{D5454D59-F452-70F9-9FDB-29E108C417A4}"/>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You can now add a new icon as normal.</a:t>
                </a:r>
              </a:p>
            </p:txBody>
          </p:sp>
          <p:cxnSp>
            <p:nvCxnSpPr>
              <p:cNvPr id="59" name="Straight Connector 58">
                <a:extLst>
                  <a:ext uri="{FF2B5EF4-FFF2-40B4-BE49-F238E27FC236}">
                    <a16:creationId xmlns:a16="http://schemas.microsoft.com/office/drawing/2014/main" id="{89D4B714-1611-59E8-1759-044BCAC63592}"/>
                  </a:ext>
                </a:extLst>
              </p:cNvPr>
              <p:cNvCxnSpPr>
                <a:cxnSpLocks/>
              </p:cNvCxnSpPr>
              <p:nvPr userDrawn="1"/>
            </p:nvCxnSpPr>
            <p:spPr>
              <a:xfrm>
                <a:off x="9713479" y="5957047"/>
                <a:ext cx="270000" cy="0"/>
              </a:xfrm>
              <a:prstGeom prst="line">
                <a:avLst/>
              </a:prstGeom>
              <a:noFill/>
              <a:ln w="9525" cap="flat" cmpd="sng" algn="ctr">
                <a:solidFill>
                  <a:srgbClr val="833AFF"/>
                </a:solidFill>
                <a:prstDash val="solid"/>
              </a:ln>
              <a:effectLst/>
            </p:spPr>
          </p:cxnSp>
          <p:sp>
            <p:nvSpPr>
              <p:cNvPr id="60" name="TextBox 59">
                <a:extLst>
                  <a:ext uri="{FF2B5EF4-FFF2-40B4-BE49-F238E27FC236}">
                    <a16:creationId xmlns:a16="http://schemas.microsoft.com/office/drawing/2014/main" id="{B50850A9-4ADE-3CB9-AE35-370AB547571D}"/>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all" spc="150" normalizeH="0" baseline="0" noProof="0">
                    <a:ln>
                      <a:noFill/>
                    </a:ln>
                    <a:solidFill>
                      <a:srgbClr val="FFFFFF"/>
                    </a:solidFill>
                    <a:effectLst/>
                    <a:uLnTx/>
                    <a:uFillTx/>
                  </a:rPr>
                  <a:t>TIP</a:t>
                </a:r>
              </a:p>
            </p:txBody>
          </p:sp>
        </p:grpSp>
      </p:grpSp>
      <p:sp>
        <p:nvSpPr>
          <p:cNvPr id="4" name="Footer Placeholder 3">
            <a:extLst>
              <a:ext uri="{FF2B5EF4-FFF2-40B4-BE49-F238E27FC236}">
                <a16:creationId xmlns:a16="http://schemas.microsoft.com/office/drawing/2014/main" id="{0C61BEB9-0856-A8B3-E6F6-CC8CF273C00B}"/>
              </a:ext>
            </a:extLst>
          </p:cNvPr>
          <p:cNvSpPr>
            <a:spLocks noGrp="1"/>
          </p:cNvSpPr>
          <p:nvPr>
            <p:ph type="ftr" sz="quarter" idx="28"/>
          </p:nvPr>
        </p:nvSpPr>
        <p:spPr/>
        <p:txBody>
          <a:bodyPr/>
          <a:lstStyle>
            <a:lvl1pPr>
              <a:defRPr>
                <a:solidFill>
                  <a:schemeClr val="accent6">
                    <a:lumMod val="50000"/>
                  </a:schemeClr>
                </a:solidFill>
              </a:defRPr>
            </a:lvl1pPr>
          </a:lstStyle>
          <a:p>
            <a:endParaRPr lang="en-CA"/>
          </a:p>
        </p:txBody>
      </p:sp>
      <p:sp>
        <p:nvSpPr>
          <p:cNvPr id="2" name="TextBox 1">
            <a:extLst>
              <a:ext uri="{FF2B5EF4-FFF2-40B4-BE49-F238E27FC236}">
                <a16:creationId xmlns:a16="http://schemas.microsoft.com/office/drawing/2014/main" id="{9E4EAC14-4640-7AFF-B3CB-D5C2E97E6642}"/>
              </a:ext>
            </a:extLst>
          </p:cNvPr>
          <p:cNvSpPr txBox="1"/>
          <p:nvPr userDrawn="1"/>
        </p:nvSpPr>
        <p:spPr>
          <a:xfrm>
            <a:off x="6773075"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800" kern="1200" baseline="0">
                <a:solidFill>
                  <a:schemeClr val="accent6">
                    <a:lumMod val="50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215348885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4" pos="2320" userDrawn="1">
          <p15:clr>
            <a:srgbClr val="FBAE40"/>
          </p15:clr>
        </p15:guide>
        <p15:guide id="15" pos="2094"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wo Column_Light Grey">
    <p:bg>
      <p:bgPr>
        <a:solidFill>
          <a:srgbClr val="EFF1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DF7D16-FB5B-A236-3D0F-5BF142E7C0B8}"/>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accent1"/>
                </a:solidFill>
                <a:latin typeface="+mj-lt"/>
                <a:ea typeface="+mj-ea"/>
                <a:cs typeface="+mj-cs"/>
              </a:defRPr>
            </a:lvl1pPr>
          </a:lstStyle>
          <a:p>
            <a:r>
              <a:rPr lang="en-US"/>
              <a:t>Two column layout</a:t>
            </a:r>
            <a:br>
              <a:rPr lang="en-US"/>
            </a:br>
            <a:r>
              <a:rPr lang="en-US"/>
              <a:t>Title 2 lines maximum</a:t>
            </a:r>
            <a:endParaRPr lang="en-CA"/>
          </a:p>
        </p:txBody>
      </p:sp>
      <p:sp>
        <p:nvSpPr>
          <p:cNvPr id="8" name="Picture Placeholder 2">
            <a:extLst>
              <a:ext uri="{FF2B5EF4-FFF2-40B4-BE49-F238E27FC236}">
                <a16:creationId xmlns:a16="http://schemas.microsoft.com/office/drawing/2014/main" id="{BDA827D7-28EB-4441-6CCA-2B0C03B56D27}"/>
              </a:ext>
            </a:extLst>
          </p:cNvPr>
          <p:cNvSpPr>
            <a:spLocks noGrp="1" noChangeAspect="1"/>
          </p:cNvSpPr>
          <p:nvPr>
            <p:ph type="pic" sz="quarter" idx="25" hasCustomPrompt="1"/>
          </p:nvPr>
        </p:nvSpPr>
        <p:spPr>
          <a:xfrm>
            <a:off x="531812" y="1601038"/>
            <a:ext cx="835024" cy="835024"/>
          </a:xfrm>
        </p:spPr>
        <p:txBody>
          <a:bodyPr lIns="144000"/>
          <a:lstStyle>
            <a:lvl1pPr marL="0" indent="0">
              <a:buNone/>
              <a:defRPr sz="1400"/>
            </a:lvl1pPr>
          </a:lstStyle>
          <a:p>
            <a:r>
              <a:rPr lang="en-US"/>
              <a:t>Icon</a:t>
            </a:r>
          </a:p>
        </p:txBody>
      </p:sp>
      <p:sp>
        <p:nvSpPr>
          <p:cNvPr id="11" name="Text Placeholder 22">
            <a:extLst>
              <a:ext uri="{FF2B5EF4-FFF2-40B4-BE49-F238E27FC236}">
                <a16:creationId xmlns:a16="http://schemas.microsoft.com/office/drawing/2014/main" id="{702446A2-99D5-4B8F-3663-6D6D7C0900E3}"/>
              </a:ext>
            </a:extLst>
          </p:cNvPr>
          <p:cNvSpPr>
            <a:spLocks noGrp="1"/>
          </p:cNvSpPr>
          <p:nvPr>
            <p:ph type="body" sz="quarter" idx="27" hasCustomPrompt="1"/>
          </p:nvPr>
        </p:nvSpPr>
        <p:spPr>
          <a:xfrm>
            <a:off x="531810" y="2489200"/>
            <a:ext cx="5419727" cy="905188"/>
          </a:xfrm>
          <a:prstGeom prst="callout1">
            <a:avLst>
              <a:gd name="adj1" fmla="val 93708"/>
              <a:gd name="adj2" fmla="val -69"/>
              <a:gd name="adj3" fmla="val 93686"/>
              <a:gd name="adj4" fmla="val 11746"/>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7" name="Text Placeholder 16">
            <a:extLst>
              <a:ext uri="{FF2B5EF4-FFF2-40B4-BE49-F238E27FC236}">
                <a16:creationId xmlns:a16="http://schemas.microsoft.com/office/drawing/2014/main" id="{3A1602AA-A8D3-DBB9-03DE-82B0711162CD}"/>
              </a:ext>
            </a:extLst>
          </p:cNvPr>
          <p:cNvSpPr>
            <a:spLocks noGrp="1"/>
          </p:cNvSpPr>
          <p:nvPr>
            <p:ph type="body" sz="quarter" idx="15" hasCustomPrompt="1"/>
          </p:nvPr>
        </p:nvSpPr>
        <p:spPr>
          <a:xfrm>
            <a:off x="531812" y="3651121"/>
            <a:ext cx="5429386" cy="2508379"/>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Nunc </a:t>
            </a:r>
            <a:r>
              <a:rPr lang="en-US" err="1"/>
              <a:t>viverra</a:t>
            </a:r>
            <a:r>
              <a:rPr lang="en-US"/>
              <a:t> </a:t>
            </a:r>
            <a:r>
              <a:rPr lang="en-US" err="1"/>
              <a:t>imperdiet</a:t>
            </a:r>
            <a:r>
              <a:rPr lang="en-US"/>
              <a:t> </a:t>
            </a:r>
            <a:r>
              <a:rPr lang="en-US" err="1"/>
              <a:t>enim</a:t>
            </a:r>
            <a:r>
              <a:rPr lang="en-US"/>
              <a:t>. </a:t>
            </a:r>
            <a:r>
              <a:rPr lang="en-US" err="1"/>
              <a:t>Fusce</a:t>
            </a:r>
            <a:r>
              <a:rPr lang="en-US"/>
              <a:t> est. </a:t>
            </a:r>
            <a:r>
              <a:rPr lang="en-US" err="1"/>
              <a:t>Vivamus</a:t>
            </a:r>
            <a:r>
              <a:rPr lang="en-US"/>
              <a:t> a </a:t>
            </a:r>
            <a:r>
              <a:rPr lang="en-US" err="1"/>
              <a:t>tellus</a:t>
            </a:r>
            <a:endParaRPr lang="en-US"/>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fames ac </a:t>
            </a:r>
            <a:r>
              <a:rPr lang="en-US" err="1"/>
              <a:t>turpis</a:t>
            </a:r>
            <a:r>
              <a:rPr lang="en-US"/>
              <a:t> </a:t>
            </a:r>
            <a:r>
              <a:rPr lang="en-US" err="1"/>
              <a:t>egestas</a:t>
            </a:r>
            <a:r>
              <a:rPr lang="en-US"/>
              <a:t>. Proin pharetra </a:t>
            </a:r>
            <a:r>
              <a:rPr lang="en-US" err="1"/>
              <a:t>nonummy</a:t>
            </a:r>
            <a:r>
              <a:rPr lang="en-US"/>
              <a:t> </a:t>
            </a:r>
            <a:r>
              <a:rPr lang="en-US" err="1"/>
              <a:t>pede</a:t>
            </a:r>
            <a:r>
              <a:rPr lang="en-US"/>
              <a:t>. </a:t>
            </a:r>
            <a:r>
              <a:rPr lang="en-US" err="1"/>
              <a:t>Mauris</a:t>
            </a:r>
            <a:r>
              <a:rPr lang="en-US"/>
              <a:t> et </a:t>
            </a:r>
            <a:r>
              <a:rPr lang="en-US" err="1"/>
              <a:t>orci</a:t>
            </a:r>
            <a:r>
              <a:rPr lang="en-US"/>
              <a:t>.</a:t>
            </a:r>
          </a:p>
        </p:txBody>
      </p:sp>
      <p:sp>
        <p:nvSpPr>
          <p:cNvPr id="2" name="Footer Placeholder 1">
            <a:extLst>
              <a:ext uri="{FF2B5EF4-FFF2-40B4-BE49-F238E27FC236}">
                <a16:creationId xmlns:a16="http://schemas.microsoft.com/office/drawing/2014/main" id="{A85A980C-84E3-2D1C-3C83-37EF671921AD}"/>
              </a:ext>
            </a:extLst>
          </p:cNvPr>
          <p:cNvSpPr>
            <a:spLocks noGrp="1"/>
          </p:cNvSpPr>
          <p:nvPr>
            <p:ph type="ftr" sz="quarter" idx="32"/>
          </p:nvPr>
        </p:nvSpPr>
        <p:spPr/>
        <p:txBody>
          <a:bodyPr/>
          <a:lstStyle>
            <a:lvl1pPr>
              <a:defRPr>
                <a:solidFill>
                  <a:schemeClr val="accent6">
                    <a:lumMod val="50000"/>
                  </a:schemeClr>
                </a:solidFill>
              </a:defRPr>
            </a:lvl1pPr>
          </a:lstStyle>
          <a:p>
            <a:endParaRPr lang="en-CA"/>
          </a:p>
        </p:txBody>
      </p:sp>
      <p:sp>
        <p:nvSpPr>
          <p:cNvPr id="9" name="Picture Placeholder 2">
            <a:extLst>
              <a:ext uri="{FF2B5EF4-FFF2-40B4-BE49-F238E27FC236}">
                <a16:creationId xmlns:a16="http://schemas.microsoft.com/office/drawing/2014/main" id="{549703AA-9655-8130-40CE-159745CE956D}"/>
              </a:ext>
            </a:extLst>
          </p:cNvPr>
          <p:cNvSpPr>
            <a:spLocks noGrp="1" noChangeAspect="1"/>
          </p:cNvSpPr>
          <p:nvPr>
            <p:ph type="pic" sz="quarter" idx="33" hasCustomPrompt="1"/>
          </p:nvPr>
        </p:nvSpPr>
        <p:spPr>
          <a:xfrm>
            <a:off x="6240018" y="1601038"/>
            <a:ext cx="835024" cy="835024"/>
          </a:xfrm>
        </p:spPr>
        <p:txBody>
          <a:bodyPr lIns="144000"/>
          <a:lstStyle>
            <a:lvl1pPr marL="0" indent="0">
              <a:buNone/>
              <a:defRPr sz="1400"/>
            </a:lvl1pPr>
          </a:lstStyle>
          <a:p>
            <a:r>
              <a:rPr lang="en-US"/>
              <a:t>Icon</a:t>
            </a:r>
          </a:p>
        </p:txBody>
      </p:sp>
      <p:sp>
        <p:nvSpPr>
          <p:cNvPr id="10" name="Text Placeholder 22">
            <a:extLst>
              <a:ext uri="{FF2B5EF4-FFF2-40B4-BE49-F238E27FC236}">
                <a16:creationId xmlns:a16="http://schemas.microsoft.com/office/drawing/2014/main" id="{5DE8ED68-428F-47DF-6FEA-AE7FB9D8D15D}"/>
              </a:ext>
            </a:extLst>
          </p:cNvPr>
          <p:cNvSpPr>
            <a:spLocks noGrp="1"/>
          </p:cNvSpPr>
          <p:nvPr>
            <p:ph type="body" sz="quarter" idx="34" hasCustomPrompt="1"/>
          </p:nvPr>
        </p:nvSpPr>
        <p:spPr>
          <a:xfrm>
            <a:off x="6240018" y="2489200"/>
            <a:ext cx="5419727" cy="905188"/>
          </a:xfrm>
          <a:prstGeom prst="callout1">
            <a:avLst>
              <a:gd name="adj1" fmla="val 93708"/>
              <a:gd name="adj2" fmla="val -69"/>
              <a:gd name="adj3" fmla="val 93686"/>
              <a:gd name="adj4" fmla="val 11746"/>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2" name="Text Placeholder 16">
            <a:extLst>
              <a:ext uri="{FF2B5EF4-FFF2-40B4-BE49-F238E27FC236}">
                <a16:creationId xmlns:a16="http://schemas.microsoft.com/office/drawing/2014/main" id="{324B9E31-F60C-0248-1D39-D3565D40F967}"/>
              </a:ext>
            </a:extLst>
          </p:cNvPr>
          <p:cNvSpPr>
            <a:spLocks noGrp="1"/>
          </p:cNvSpPr>
          <p:nvPr>
            <p:ph type="body" sz="quarter" idx="35" hasCustomPrompt="1"/>
          </p:nvPr>
        </p:nvSpPr>
        <p:spPr>
          <a:xfrm>
            <a:off x="6240018" y="3651121"/>
            <a:ext cx="5429386" cy="2508379"/>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Nunc </a:t>
            </a:r>
            <a:r>
              <a:rPr lang="en-US" err="1"/>
              <a:t>viverra</a:t>
            </a:r>
            <a:r>
              <a:rPr lang="en-US"/>
              <a:t> </a:t>
            </a:r>
            <a:r>
              <a:rPr lang="en-US" err="1"/>
              <a:t>imperdiet</a:t>
            </a:r>
            <a:r>
              <a:rPr lang="en-US"/>
              <a:t> </a:t>
            </a:r>
            <a:r>
              <a:rPr lang="en-US" err="1"/>
              <a:t>enim</a:t>
            </a:r>
            <a:r>
              <a:rPr lang="en-US"/>
              <a:t>. </a:t>
            </a:r>
            <a:r>
              <a:rPr lang="en-US" err="1"/>
              <a:t>Fusce</a:t>
            </a:r>
            <a:r>
              <a:rPr lang="en-US"/>
              <a:t> est. </a:t>
            </a:r>
            <a:r>
              <a:rPr lang="en-US" err="1"/>
              <a:t>Vivamus</a:t>
            </a:r>
            <a:r>
              <a:rPr lang="en-US"/>
              <a:t> a </a:t>
            </a:r>
            <a:r>
              <a:rPr lang="en-US" err="1"/>
              <a:t>tellus</a:t>
            </a:r>
            <a:endParaRPr lang="en-US"/>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fames ac </a:t>
            </a:r>
            <a:r>
              <a:rPr lang="en-US" err="1"/>
              <a:t>turpis</a:t>
            </a:r>
            <a:r>
              <a:rPr lang="en-US"/>
              <a:t> </a:t>
            </a:r>
            <a:r>
              <a:rPr lang="en-US" err="1"/>
              <a:t>egestas</a:t>
            </a:r>
            <a:r>
              <a:rPr lang="en-US"/>
              <a:t>. Proin pharetra </a:t>
            </a:r>
            <a:r>
              <a:rPr lang="en-US" err="1"/>
              <a:t>nonummy</a:t>
            </a:r>
            <a:r>
              <a:rPr lang="en-US"/>
              <a:t> </a:t>
            </a:r>
            <a:r>
              <a:rPr lang="en-US" err="1"/>
              <a:t>pede</a:t>
            </a:r>
            <a:r>
              <a:rPr lang="en-US"/>
              <a:t>. </a:t>
            </a:r>
            <a:r>
              <a:rPr lang="en-US" err="1"/>
              <a:t>Mauris</a:t>
            </a:r>
            <a:r>
              <a:rPr lang="en-US"/>
              <a:t> et </a:t>
            </a:r>
            <a:r>
              <a:rPr lang="en-US" err="1"/>
              <a:t>orci</a:t>
            </a:r>
            <a:r>
              <a:rPr lang="en-US"/>
              <a:t>.</a:t>
            </a:r>
          </a:p>
        </p:txBody>
      </p:sp>
      <p:grpSp>
        <p:nvGrpSpPr>
          <p:cNvPr id="4" name="Group 3">
            <a:extLst>
              <a:ext uri="{FF2B5EF4-FFF2-40B4-BE49-F238E27FC236}">
                <a16:creationId xmlns:a16="http://schemas.microsoft.com/office/drawing/2014/main" id="{E73B40A2-055E-A2B0-BFF2-3F99C06D5A4B}"/>
              </a:ext>
            </a:extLst>
          </p:cNvPr>
          <p:cNvGrpSpPr/>
          <p:nvPr userDrawn="1"/>
        </p:nvGrpSpPr>
        <p:grpSpPr>
          <a:xfrm>
            <a:off x="12290489" y="-1"/>
            <a:ext cx="2910882" cy="6858001"/>
            <a:chOff x="12290489" y="-1"/>
            <a:chExt cx="2910882" cy="6858001"/>
          </a:xfrm>
        </p:grpSpPr>
        <p:sp>
          <p:nvSpPr>
            <p:cNvPr id="5" name="Rectangle 4">
              <a:extLst>
                <a:ext uri="{FF2B5EF4-FFF2-40B4-BE49-F238E27FC236}">
                  <a16:creationId xmlns:a16="http://schemas.microsoft.com/office/drawing/2014/main" id="{EDEE752C-E1A4-F697-78F4-D3A984FA9AFE}"/>
                </a:ext>
              </a:extLst>
            </p:cNvPr>
            <p:cNvSpPr/>
            <p:nvPr userDrawn="1"/>
          </p:nvSpPr>
          <p:spPr>
            <a:xfrm>
              <a:off x="12290489" y="-1"/>
              <a:ext cx="2735151" cy="6858001"/>
            </a:xfrm>
            <a:prstGeom prst="rect">
              <a:avLst/>
            </a:prstGeom>
            <a:solidFill>
              <a:srgbClr val="EFF1F5"/>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13" name="TextBox 12">
              <a:extLst>
                <a:ext uri="{FF2B5EF4-FFF2-40B4-BE49-F238E27FC236}">
                  <a16:creationId xmlns:a16="http://schemas.microsoft.com/office/drawing/2014/main" id="{D6F854B4-791D-298D-82F6-F1E540D94D45}"/>
                </a:ext>
              </a:extLst>
            </p:cNvPr>
            <p:cNvSpPr txBox="1"/>
            <p:nvPr userDrawn="1"/>
          </p:nvSpPr>
          <p:spPr>
            <a:xfrm>
              <a:off x="12449814" y="173148"/>
              <a:ext cx="1455527"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HOW TO ADD AN ICON</a:t>
              </a:r>
            </a:p>
          </p:txBody>
        </p:sp>
        <p:cxnSp>
          <p:nvCxnSpPr>
            <p:cNvPr id="14" name="Straight Connector 13">
              <a:extLst>
                <a:ext uri="{FF2B5EF4-FFF2-40B4-BE49-F238E27FC236}">
                  <a16:creationId xmlns:a16="http://schemas.microsoft.com/office/drawing/2014/main" id="{267F22F2-E4EE-CEDC-B460-36FA6E7CD5C5}"/>
                </a:ext>
              </a:extLst>
            </p:cNvPr>
            <p:cNvCxnSpPr>
              <a:cxnSpLocks/>
            </p:cNvCxnSpPr>
            <p:nvPr userDrawn="1"/>
          </p:nvCxnSpPr>
          <p:spPr>
            <a:xfrm>
              <a:off x="12449814" y="423012"/>
              <a:ext cx="270000" cy="0"/>
            </a:xfrm>
            <a:prstGeom prst="line">
              <a:avLst/>
            </a:prstGeom>
            <a:noFill/>
            <a:ln w="19050" cap="flat" cmpd="sng" algn="ctr">
              <a:solidFill>
                <a:srgbClr val="2A2AEA"/>
              </a:solidFill>
              <a:prstDash val="solid"/>
            </a:ln>
            <a:effectLst/>
          </p:spPr>
        </p:cxnSp>
        <p:sp>
          <p:nvSpPr>
            <p:cNvPr id="15" name="TextBox 14">
              <a:extLst>
                <a:ext uri="{FF2B5EF4-FFF2-40B4-BE49-F238E27FC236}">
                  <a16:creationId xmlns:a16="http://schemas.microsoft.com/office/drawing/2014/main" id="{85789A14-1EA0-EF0D-54AF-B13D8339D387}"/>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1: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from file browser</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Drag the icon onto the slide.</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70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kumimoji="0" lang="en-US" sz="100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endParaRPr>
            </a:p>
          </p:txBody>
        </p:sp>
        <p:sp>
          <p:nvSpPr>
            <p:cNvPr id="16" name="TextBox 15">
              <a:extLst>
                <a:ext uri="{FF2B5EF4-FFF2-40B4-BE49-F238E27FC236}">
                  <a16:creationId xmlns:a16="http://schemas.microsoft.com/office/drawing/2014/main" id="{755E332A-EF30-A112-697B-F58A11E2ACD9}"/>
                </a:ext>
              </a:extLst>
            </p:cNvPr>
            <p:cNvSpPr txBox="1">
              <a:spLocks noChangeAspect="1"/>
            </p:cNvSpPr>
            <p:nvPr/>
          </p:nvSpPr>
          <p:spPr>
            <a:xfrm>
              <a:off x="12449814" y="566082"/>
              <a:ext cx="114706" cy="114706"/>
            </a:xfrm>
            <a:prstGeom prst="ellipse">
              <a:avLst/>
            </a:prstGeom>
            <a:solidFill>
              <a:srgbClr val="2A2AEA"/>
            </a:solidFill>
          </p:spPr>
          <p:txBody>
            <a:bodyPr vert="horz"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500" b="0" i="0" u="none" strike="noStrike" kern="0" cap="none" spc="0" normalizeH="0" baseline="0" noProof="0">
                  <a:ln>
                    <a:noFill/>
                  </a:ln>
                  <a:solidFill>
                    <a:srgbClr val="FFFFFF"/>
                  </a:solidFill>
                  <a:effectLst/>
                  <a:uLnTx/>
                  <a:uFillTx/>
                  <a:ea typeface="Arial" charset="0"/>
                  <a:cs typeface="Aparajita" panose="02020603050405020304" pitchFamily="18" charset="0"/>
                </a:rPr>
                <a:t>1</a:t>
              </a:r>
            </a:p>
          </p:txBody>
        </p:sp>
        <p:sp>
          <p:nvSpPr>
            <p:cNvPr id="17" name="TextBox 16">
              <a:extLst>
                <a:ext uri="{FF2B5EF4-FFF2-40B4-BE49-F238E27FC236}">
                  <a16:creationId xmlns:a16="http://schemas.microsoft.com/office/drawing/2014/main" id="{06428AB7-9A66-D178-754C-96C736142CCB}"/>
                </a:ext>
              </a:extLst>
            </p:cNvPr>
            <p:cNvSpPr txBox="1">
              <a:spLocks noChangeAspect="1"/>
            </p:cNvSpPr>
            <p:nvPr/>
          </p:nvSpPr>
          <p:spPr>
            <a:xfrm>
              <a:off x="12449814" y="1018081"/>
              <a:ext cx="114706" cy="114706"/>
            </a:xfrm>
            <a:prstGeom prst="ellipse">
              <a:avLst/>
            </a:prstGeom>
            <a:solidFill>
              <a:srgbClr val="2A2AEA"/>
            </a:solidFill>
          </p:spPr>
          <p:txBody>
            <a:bodyPr vert="horz"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500" b="0" i="0" u="none" strike="noStrike" kern="0" cap="none" spc="0" normalizeH="0" baseline="0" noProof="0">
                  <a:ln>
                    <a:noFill/>
                  </a:ln>
                  <a:solidFill>
                    <a:srgbClr val="FFFFFF"/>
                  </a:solidFill>
                  <a:effectLst/>
                  <a:uLnTx/>
                  <a:uFillTx/>
                  <a:ea typeface="Arial" charset="0"/>
                  <a:cs typeface="Aparajita" panose="02020603050405020304" pitchFamily="18" charset="0"/>
                </a:rPr>
                <a:t>2</a:t>
              </a:r>
            </a:p>
          </p:txBody>
        </p:sp>
        <p:sp>
          <p:nvSpPr>
            <p:cNvPr id="18" name="TextBox 17">
              <a:extLst>
                <a:ext uri="{FF2B5EF4-FFF2-40B4-BE49-F238E27FC236}">
                  <a16:creationId xmlns:a16="http://schemas.microsoft.com/office/drawing/2014/main" id="{50B98DCC-649C-7F0A-8855-3B2ABC32E6D5}"/>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70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Source icon from the </a:t>
              </a:r>
              <a:b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br>
              <a:r>
                <a:rPr kumimoji="0" lang="en-US" sz="1050" b="0" i="0" u="none" strike="noStrike" kern="0" cap="none" spc="0" normalizeH="0" baseline="0" noProof="0">
                  <a:ln>
                    <a:noFill/>
                  </a:ln>
                  <a:solidFill>
                    <a:srgbClr val="2A2AEA"/>
                  </a:solidFill>
                  <a:effectLst/>
                  <a:uLnTx/>
                  <a:uFillTx/>
                  <a:latin typeface="Aptos" panose="020B0004020202020204" pitchFamily="34" charset="0"/>
                  <a:cs typeface="Aparajita" panose="02020603050405020304" pitchFamily="18" charset="0"/>
                </a:rPr>
                <a:t>Qualcomm Icon Library</a:t>
              </a:r>
            </a:p>
            <a:p>
              <a:pPr marL="0" marR="0" lvl="0" indent="0" defTabSz="914400" eaLnBrk="1" fontAlgn="auto" latinLnBrk="0" hangingPunct="1">
                <a:lnSpc>
                  <a:spcPct val="100000"/>
                </a:lnSpc>
                <a:spcBef>
                  <a:spcPts val="70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Add the icon to the placeholder.</a:t>
              </a:r>
            </a:p>
          </p:txBody>
        </p:sp>
        <p:sp>
          <p:nvSpPr>
            <p:cNvPr id="19" name="TextBox 18">
              <a:extLst>
                <a:ext uri="{FF2B5EF4-FFF2-40B4-BE49-F238E27FC236}">
                  <a16:creationId xmlns:a16="http://schemas.microsoft.com/office/drawing/2014/main" id="{6DE41E0E-8A18-AA10-9731-51FAC49D5895}"/>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2: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Paste from clipboard</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Select the icon placeholder.</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Right-click or use keyboard shortcuts to paste the icon.</a:t>
              </a:r>
            </a:p>
          </p:txBody>
        </p:sp>
        <p:sp>
          <p:nvSpPr>
            <p:cNvPr id="20" name="TextBox 19">
              <a:extLst>
                <a:ext uri="{FF2B5EF4-FFF2-40B4-BE49-F238E27FC236}">
                  <a16:creationId xmlns:a16="http://schemas.microsoft.com/office/drawing/2014/main" id="{CF48917A-AD97-415A-90D7-5893029BFEED}"/>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3: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Placeholder icon</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Click the image icon inside the placeholder to browse for an icon.</a:t>
              </a:r>
            </a:p>
          </p:txBody>
        </p:sp>
        <p:grpSp>
          <p:nvGrpSpPr>
            <p:cNvPr id="21" name="Group 20">
              <a:extLst>
                <a:ext uri="{FF2B5EF4-FFF2-40B4-BE49-F238E27FC236}">
                  <a16:creationId xmlns:a16="http://schemas.microsoft.com/office/drawing/2014/main" id="{484A08CC-B4A7-E637-B3B8-9C7BEC8972CF}"/>
                </a:ext>
              </a:extLst>
            </p:cNvPr>
            <p:cNvGrpSpPr/>
            <p:nvPr userDrawn="1"/>
          </p:nvGrpSpPr>
          <p:grpSpPr>
            <a:xfrm>
              <a:off x="12429548" y="3236396"/>
              <a:ext cx="2735151" cy="1280928"/>
              <a:chOff x="9286315" y="6976989"/>
              <a:chExt cx="2735151" cy="1280928"/>
            </a:xfrm>
          </p:grpSpPr>
          <p:sp>
            <p:nvSpPr>
              <p:cNvPr id="32" name="Rectangle 31">
                <a:extLst>
                  <a:ext uri="{FF2B5EF4-FFF2-40B4-BE49-F238E27FC236}">
                    <a16:creationId xmlns:a16="http://schemas.microsoft.com/office/drawing/2014/main" id="{28618616-B797-3EE5-4427-875C50F617CA}"/>
                  </a:ext>
                </a:extLst>
              </p:cNvPr>
              <p:cNvSpPr/>
              <p:nvPr userDrawn="1"/>
            </p:nvSpPr>
            <p:spPr>
              <a:xfrm>
                <a:off x="9286315" y="6976989"/>
                <a:ext cx="2735151" cy="1280928"/>
              </a:xfrm>
              <a:prstGeom prst="rect">
                <a:avLst/>
              </a:prstGeom>
              <a:solidFill>
                <a:srgbClr val="000000"/>
              </a:solidFill>
              <a:ln w="25400" cap="flat" cmpd="sng" algn="ctr">
                <a:solidFill>
                  <a:srgbClr val="EFF1F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33" name="TextBox 32">
                <a:extLst>
                  <a:ext uri="{FF2B5EF4-FFF2-40B4-BE49-F238E27FC236}">
                    <a16:creationId xmlns:a16="http://schemas.microsoft.com/office/drawing/2014/main" id="{DD9DFDBF-EA94-773D-3E7F-123BBBCBEDC3}"/>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FFFFFF"/>
                    </a:solidFill>
                    <a:effectLst/>
                    <a:uLnTx/>
                    <a:uFillTx/>
                    <a:ea typeface="Arial" charset="0"/>
                    <a:cs typeface="Aparajita" panose="02020603050405020304" pitchFamily="18" charset="0"/>
                  </a:rPr>
                  <a:t>Cropping Graphics</a:t>
                </a:r>
              </a:p>
            </p:txBody>
          </p:sp>
          <p:pic>
            <p:nvPicPr>
              <p:cNvPr id="34" name="Graphic 33">
                <a:extLst>
                  <a:ext uri="{FF2B5EF4-FFF2-40B4-BE49-F238E27FC236}">
                    <a16:creationId xmlns:a16="http://schemas.microsoft.com/office/drawing/2014/main" id="{A222012F-1DEC-198D-C75A-DF86517B513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35" name="TextBox 34">
                <a:extLst>
                  <a:ext uri="{FF2B5EF4-FFF2-40B4-BE49-F238E27FC236}">
                    <a16:creationId xmlns:a16="http://schemas.microsoft.com/office/drawing/2014/main" id="{2D4DDD9F-0948-892E-48F0-9F7CF6859444}"/>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Right-click on the icon.</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Choose “Crop” from the menu. (           )</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Adjust the size and position of the image.</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Press Esc or click outside the image area to exit the cropping mode.</a:t>
                </a:r>
              </a:p>
            </p:txBody>
          </p:sp>
          <p:pic>
            <p:nvPicPr>
              <p:cNvPr id="36" name="Picture 35">
                <a:extLst>
                  <a:ext uri="{FF2B5EF4-FFF2-40B4-BE49-F238E27FC236}">
                    <a16:creationId xmlns:a16="http://schemas.microsoft.com/office/drawing/2014/main" id="{575D8087-DA52-537B-654B-7335D1A8933D}"/>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64" name="TextBox 63">
                <a:extLst>
                  <a:ext uri="{FF2B5EF4-FFF2-40B4-BE49-F238E27FC236}">
                    <a16:creationId xmlns:a16="http://schemas.microsoft.com/office/drawing/2014/main" id="{9A78683B-4C0B-8A46-28EE-2CCB4517F58A}"/>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all" spc="150" normalizeH="0" baseline="0" noProof="0">
                    <a:ln>
                      <a:noFill/>
                    </a:ln>
                    <a:solidFill>
                      <a:srgbClr val="FFFFFF"/>
                    </a:solidFill>
                    <a:effectLst/>
                    <a:uLnTx/>
                    <a:uFillTx/>
                  </a:rPr>
                  <a:t>TIP</a:t>
                </a:r>
              </a:p>
            </p:txBody>
          </p:sp>
        </p:grpSp>
        <p:grpSp>
          <p:nvGrpSpPr>
            <p:cNvPr id="22" name="Group 21">
              <a:extLst>
                <a:ext uri="{FF2B5EF4-FFF2-40B4-BE49-F238E27FC236}">
                  <a16:creationId xmlns:a16="http://schemas.microsoft.com/office/drawing/2014/main" id="{2B779AA1-E5B3-C52E-0804-1909427F8692}"/>
                </a:ext>
              </a:extLst>
            </p:cNvPr>
            <p:cNvGrpSpPr/>
            <p:nvPr userDrawn="1"/>
          </p:nvGrpSpPr>
          <p:grpSpPr>
            <a:xfrm>
              <a:off x="12429548" y="4543123"/>
              <a:ext cx="2735151" cy="2200108"/>
              <a:chOff x="9538241" y="5155416"/>
              <a:chExt cx="2735151" cy="2200108"/>
            </a:xfrm>
          </p:grpSpPr>
          <p:sp>
            <p:nvSpPr>
              <p:cNvPr id="23" name="Rectangle 22">
                <a:extLst>
                  <a:ext uri="{FF2B5EF4-FFF2-40B4-BE49-F238E27FC236}">
                    <a16:creationId xmlns:a16="http://schemas.microsoft.com/office/drawing/2014/main" id="{4715FDF0-F4E4-791F-2F02-4CB6CBC1FCBC}"/>
                  </a:ext>
                </a:extLst>
              </p:cNvPr>
              <p:cNvSpPr/>
              <p:nvPr userDrawn="1"/>
            </p:nvSpPr>
            <p:spPr>
              <a:xfrm>
                <a:off x="9538241" y="5155416"/>
                <a:ext cx="2735151" cy="2200108"/>
              </a:xfrm>
              <a:prstGeom prst="rect">
                <a:avLst/>
              </a:prstGeom>
              <a:solidFill>
                <a:srgbClr val="000000"/>
              </a:solidFill>
              <a:ln w="25400" cap="flat" cmpd="sng" algn="ctr">
                <a:solidFill>
                  <a:srgbClr val="EFF1F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24" name="TextBox 23">
                <a:extLst>
                  <a:ext uri="{FF2B5EF4-FFF2-40B4-BE49-F238E27FC236}">
                    <a16:creationId xmlns:a16="http://schemas.microsoft.com/office/drawing/2014/main" id="{863BBF2E-92AD-D0EE-9CC1-8D77FA473234}"/>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FFFFFF"/>
                    </a:solidFill>
                    <a:effectLst/>
                    <a:uLnTx/>
                    <a:uFillTx/>
                    <a:ea typeface="Arial" charset="0"/>
                    <a:cs typeface="Aparajita" panose="02020603050405020304" pitchFamily="18" charset="0"/>
                  </a:rPr>
                  <a:t>Changing Icons</a:t>
                </a:r>
              </a:p>
            </p:txBody>
          </p:sp>
          <p:pic>
            <p:nvPicPr>
              <p:cNvPr id="25" name="Graphic 24">
                <a:extLst>
                  <a:ext uri="{FF2B5EF4-FFF2-40B4-BE49-F238E27FC236}">
                    <a16:creationId xmlns:a16="http://schemas.microsoft.com/office/drawing/2014/main" id="{B0A35D3F-F060-3B43-E155-E9A443DFE7B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26" name="TextBox 25">
                <a:extLst>
                  <a:ext uri="{FF2B5EF4-FFF2-40B4-BE49-F238E27FC236}">
                    <a16:creationId xmlns:a16="http://schemas.microsoft.com/office/drawing/2014/main" id="{FB143D18-DF39-46C9-DAE4-64C09E6C5111}"/>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0" cap="all" spc="20" normalizeH="0" baseline="0" noProof="0">
                    <a:ln>
                      <a:noFill/>
                    </a:ln>
                    <a:solidFill>
                      <a:srgbClr val="FFFFFF"/>
                    </a:solidFill>
                    <a:effectLst/>
                    <a:uLnTx/>
                    <a:uFillTx/>
                    <a:cs typeface="Aparajita" panose="02020603050405020304" pitchFamily="18" charset="0"/>
                  </a:rPr>
                  <a:t>Method 1: </a:t>
                </a:r>
                <a:r>
                  <a:rPr kumimoji="0" lang="en-US" sz="600" b="0" i="0" u="none" strike="noStrike" kern="0" cap="all" spc="20" normalizeH="0" baseline="0" noProof="0">
                    <a:ln>
                      <a:noFill/>
                    </a:ln>
                    <a:solidFill>
                      <a:srgbClr val="FFFFFF"/>
                    </a:solidFill>
                    <a:effectLst/>
                    <a:uLnTx/>
                    <a:uFillTx/>
                    <a:cs typeface="Aparajita" panose="02020603050405020304" pitchFamily="18" charset="0"/>
                  </a:rPr>
                  <a:t>RIGHT CLICK</a:t>
                </a:r>
              </a:p>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Right-click on icon and select “Change Picture”</a:t>
                </a:r>
              </a:p>
            </p:txBody>
          </p:sp>
          <p:sp>
            <p:nvSpPr>
              <p:cNvPr id="27" name="TextBox 26">
                <a:extLst>
                  <a:ext uri="{FF2B5EF4-FFF2-40B4-BE49-F238E27FC236}">
                    <a16:creationId xmlns:a16="http://schemas.microsoft.com/office/drawing/2014/main" id="{8A962D4B-B0AB-F956-4AD2-7A0D8109B74B}"/>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28" name="TextBox 27">
                <a:extLst>
                  <a:ext uri="{FF2B5EF4-FFF2-40B4-BE49-F238E27FC236}">
                    <a16:creationId xmlns:a16="http://schemas.microsoft.com/office/drawing/2014/main" id="{5C7490AF-2195-0CB4-1238-0DF1D762981D}"/>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0" cap="all" spc="20" normalizeH="0" baseline="0" noProof="0">
                    <a:ln>
                      <a:noFill/>
                    </a:ln>
                    <a:solidFill>
                      <a:srgbClr val="FFFFFF"/>
                    </a:solidFill>
                    <a:effectLst/>
                    <a:uLnTx/>
                    <a:uFillTx/>
                    <a:cs typeface="Aparajita" panose="02020603050405020304" pitchFamily="18" charset="0"/>
                  </a:rPr>
                  <a:t>Method 2: </a:t>
                </a:r>
                <a:r>
                  <a:rPr kumimoji="0" lang="en-US" sz="600" b="0" i="0" u="none" strike="noStrike" kern="0" cap="all" spc="20" normalizeH="0" baseline="0" noProof="0">
                    <a:ln>
                      <a:noFill/>
                    </a:ln>
                    <a:solidFill>
                      <a:srgbClr val="FFFFFF"/>
                    </a:solidFill>
                    <a:effectLst/>
                    <a:uLnTx/>
                    <a:uFillTx/>
                    <a:cs typeface="Aparajita" panose="02020603050405020304" pitchFamily="18" charset="0"/>
                  </a:rPr>
                  <a:t>RESET PLACEHOLDER</a:t>
                </a:r>
              </a:p>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First, delete the existing icon to reset the photo placeholder functionality.</a:t>
                </a:r>
              </a:p>
            </p:txBody>
          </p:sp>
          <p:sp>
            <p:nvSpPr>
              <p:cNvPr id="29" name="TextBox 28">
                <a:extLst>
                  <a:ext uri="{FF2B5EF4-FFF2-40B4-BE49-F238E27FC236}">
                    <a16:creationId xmlns:a16="http://schemas.microsoft.com/office/drawing/2014/main" id="{6440AADE-636F-2B92-B641-FC0392D663FB}"/>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You can now add a new icon as normal.</a:t>
                </a:r>
              </a:p>
            </p:txBody>
          </p:sp>
          <p:cxnSp>
            <p:nvCxnSpPr>
              <p:cNvPr id="30" name="Straight Connector 29">
                <a:extLst>
                  <a:ext uri="{FF2B5EF4-FFF2-40B4-BE49-F238E27FC236}">
                    <a16:creationId xmlns:a16="http://schemas.microsoft.com/office/drawing/2014/main" id="{102D8CF1-F51D-5520-CD8F-C7DB754030EB}"/>
                  </a:ext>
                </a:extLst>
              </p:cNvPr>
              <p:cNvCxnSpPr>
                <a:cxnSpLocks/>
              </p:cNvCxnSpPr>
              <p:nvPr userDrawn="1"/>
            </p:nvCxnSpPr>
            <p:spPr>
              <a:xfrm>
                <a:off x="9713479" y="5957047"/>
                <a:ext cx="270000" cy="0"/>
              </a:xfrm>
              <a:prstGeom prst="line">
                <a:avLst/>
              </a:prstGeom>
              <a:noFill/>
              <a:ln w="9525" cap="flat" cmpd="sng" algn="ctr">
                <a:solidFill>
                  <a:srgbClr val="833AFF"/>
                </a:solidFill>
                <a:prstDash val="solid"/>
              </a:ln>
              <a:effectLst/>
            </p:spPr>
          </p:cxnSp>
          <p:sp>
            <p:nvSpPr>
              <p:cNvPr id="31" name="TextBox 30">
                <a:extLst>
                  <a:ext uri="{FF2B5EF4-FFF2-40B4-BE49-F238E27FC236}">
                    <a16:creationId xmlns:a16="http://schemas.microsoft.com/office/drawing/2014/main" id="{E22151D4-22CC-F8A9-A66E-6D43C913DBA4}"/>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all" spc="150" normalizeH="0" baseline="0" noProof="0">
                    <a:ln>
                      <a:noFill/>
                    </a:ln>
                    <a:solidFill>
                      <a:srgbClr val="FFFFFF"/>
                    </a:solidFill>
                    <a:effectLst/>
                    <a:uLnTx/>
                    <a:uFillTx/>
                  </a:rPr>
                  <a:t>TIP</a:t>
                </a:r>
              </a:p>
            </p:txBody>
          </p:sp>
        </p:grpSp>
      </p:grpSp>
      <p:sp>
        <p:nvSpPr>
          <p:cNvPr id="38" name="TextBox 37">
            <a:extLst>
              <a:ext uri="{FF2B5EF4-FFF2-40B4-BE49-F238E27FC236}">
                <a16:creationId xmlns:a16="http://schemas.microsoft.com/office/drawing/2014/main" id="{F3258392-167B-4CF7-BE39-C4B01FB79396}"/>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5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50000"/>
                </a:schemeClr>
              </a:solidFill>
              <a:latin typeface="+mn-lt"/>
              <a:ea typeface="+mn-ea"/>
              <a:cs typeface="+mn-cs"/>
            </a:endParaRPr>
          </a:p>
        </p:txBody>
      </p:sp>
      <p:sp>
        <p:nvSpPr>
          <p:cNvPr id="39" name="TextBox 38">
            <a:extLst>
              <a:ext uri="{FF2B5EF4-FFF2-40B4-BE49-F238E27FC236}">
                <a16:creationId xmlns:a16="http://schemas.microsoft.com/office/drawing/2014/main" id="{0CF0E7DC-61EC-85C7-C1A6-AA709B4DC3D4}"/>
              </a:ext>
            </a:extLst>
          </p:cNvPr>
          <p:cNvSpPr txBox="1"/>
          <p:nvPr userDrawn="1"/>
        </p:nvSpPr>
        <p:spPr>
          <a:xfrm>
            <a:off x="6773075"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800" kern="1200" baseline="0">
                <a:solidFill>
                  <a:schemeClr val="accent6">
                    <a:lumMod val="50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15776167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Three Column_Light Grey">
    <p:bg>
      <p:bgPr>
        <a:solidFill>
          <a:srgbClr val="EFF1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2588C0-C7B7-463F-660E-0A4A3FD24785}"/>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accent1"/>
                </a:solidFill>
                <a:latin typeface="+mj-lt"/>
                <a:ea typeface="+mj-ea"/>
                <a:cs typeface="+mj-cs"/>
              </a:defRPr>
            </a:lvl1pPr>
          </a:lstStyle>
          <a:p>
            <a:r>
              <a:rPr lang="en-US"/>
              <a:t>Three column layout</a:t>
            </a:r>
            <a:br>
              <a:rPr lang="en-US"/>
            </a:br>
            <a:r>
              <a:rPr lang="en-US"/>
              <a:t>Title 2 lines maximum</a:t>
            </a:r>
            <a:endParaRPr lang="en-CA"/>
          </a:p>
        </p:txBody>
      </p:sp>
      <p:sp>
        <p:nvSpPr>
          <p:cNvPr id="6" name="Picture Placeholder 2">
            <a:extLst>
              <a:ext uri="{FF2B5EF4-FFF2-40B4-BE49-F238E27FC236}">
                <a16:creationId xmlns:a16="http://schemas.microsoft.com/office/drawing/2014/main" id="{029115E3-9D47-7E7E-69DC-D8DCC36D5A95}"/>
              </a:ext>
            </a:extLst>
          </p:cNvPr>
          <p:cNvSpPr>
            <a:spLocks noGrp="1" noChangeAspect="1"/>
          </p:cNvSpPr>
          <p:nvPr>
            <p:ph type="pic" sz="quarter" idx="29" hasCustomPrompt="1"/>
          </p:nvPr>
        </p:nvSpPr>
        <p:spPr>
          <a:xfrm>
            <a:off x="531811" y="1601038"/>
            <a:ext cx="835024" cy="835024"/>
          </a:xfrm>
        </p:spPr>
        <p:txBody>
          <a:bodyPr lIns="144000"/>
          <a:lstStyle>
            <a:lvl1pPr marL="0" indent="0">
              <a:buNone/>
              <a:defRPr sz="1400"/>
            </a:lvl1pPr>
          </a:lstStyle>
          <a:p>
            <a:r>
              <a:rPr lang="en-US"/>
              <a:t>Icon</a:t>
            </a:r>
          </a:p>
        </p:txBody>
      </p:sp>
      <p:sp>
        <p:nvSpPr>
          <p:cNvPr id="2" name="Footer Placeholder 1">
            <a:extLst>
              <a:ext uri="{FF2B5EF4-FFF2-40B4-BE49-F238E27FC236}">
                <a16:creationId xmlns:a16="http://schemas.microsoft.com/office/drawing/2014/main" id="{CFAF4676-0FE4-0EEA-B97D-EF0D71148385}"/>
              </a:ext>
            </a:extLst>
          </p:cNvPr>
          <p:cNvSpPr>
            <a:spLocks noGrp="1"/>
          </p:cNvSpPr>
          <p:nvPr>
            <p:ph type="ftr" sz="quarter" idx="38"/>
          </p:nvPr>
        </p:nvSpPr>
        <p:spPr/>
        <p:txBody>
          <a:bodyPr/>
          <a:lstStyle>
            <a:lvl1pPr>
              <a:defRPr>
                <a:solidFill>
                  <a:schemeClr val="accent6">
                    <a:lumMod val="50000"/>
                  </a:schemeClr>
                </a:solidFill>
              </a:defRPr>
            </a:lvl1pPr>
          </a:lstStyle>
          <a:p>
            <a:endParaRPr lang="en-CA"/>
          </a:p>
        </p:txBody>
      </p:sp>
      <p:sp>
        <p:nvSpPr>
          <p:cNvPr id="4" name="Text Placeholder 22">
            <a:extLst>
              <a:ext uri="{FF2B5EF4-FFF2-40B4-BE49-F238E27FC236}">
                <a16:creationId xmlns:a16="http://schemas.microsoft.com/office/drawing/2014/main" id="{2FEE1995-5EE6-B782-1270-FC8C30634C1A}"/>
              </a:ext>
            </a:extLst>
          </p:cNvPr>
          <p:cNvSpPr>
            <a:spLocks noGrp="1"/>
          </p:cNvSpPr>
          <p:nvPr>
            <p:ph type="body" sz="quarter" idx="27" hasCustomPrompt="1"/>
          </p:nvPr>
        </p:nvSpPr>
        <p:spPr>
          <a:xfrm>
            <a:off x="531811" y="2489200"/>
            <a:ext cx="3526452" cy="905188"/>
          </a:xfrm>
          <a:prstGeom prst="callout1">
            <a:avLst>
              <a:gd name="adj1" fmla="val 93708"/>
              <a:gd name="adj2" fmla="val -69"/>
              <a:gd name="adj3" fmla="val 93686"/>
              <a:gd name="adj4" fmla="val 18048"/>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9" name="Text Placeholder 16">
            <a:extLst>
              <a:ext uri="{FF2B5EF4-FFF2-40B4-BE49-F238E27FC236}">
                <a16:creationId xmlns:a16="http://schemas.microsoft.com/office/drawing/2014/main" id="{8BF3CDFB-3035-1906-627F-169A0AFF5852}"/>
              </a:ext>
            </a:extLst>
          </p:cNvPr>
          <p:cNvSpPr>
            <a:spLocks noGrp="1"/>
          </p:cNvSpPr>
          <p:nvPr>
            <p:ph type="body" sz="quarter" idx="15" hasCustomPrompt="1"/>
          </p:nvPr>
        </p:nvSpPr>
        <p:spPr>
          <a:xfrm>
            <a:off x="531810" y="3651121"/>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6" name="Picture Placeholder 2">
            <a:extLst>
              <a:ext uri="{FF2B5EF4-FFF2-40B4-BE49-F238E27FC236}">
                <a16:creationId xmlns:a16="http://schemas.microsoft.com/office/drawing/2014/main" id="{139D0396-5251-18D3-6D1D-FB672FB44CDE}"/>
              </a:ext>
            </a:extLst>
          </p:cNvPr>
          <p:cNvSpPr>
            <a:spLocks noGrp="1" noChangeAspect="1"/>
          </p:cNvSpPr>
          <p:nvPr>
            <p:ph type="pic" sz="quarter" idx="45" hasCustomPrompt="1"/>
          </p:nvPr>
        </p:nvSpPr>
        <p:spPr>
          <a:xfrm>
            <a:off x="4340711" y="1601038"/>
            <a:ext cx="835024" cy="835024"/>
          </a:xfrm>
        </p:spPr>
        <p:txBody>
          <a:bodyPr lIns="144000"/>
          <a:lstStyle>
            <a:lvl1pPr marL="0" indent="0">
              <a:buNone/>
              <a:defRPr sz="1400"/>
            </a:lvl1pPr>
          </a:lstStyle>
          <a:p>
            <a:r>
              <a:rPr lang="en-US"/>
              <a:t>Icon</a:t>
            </a:r>
          </a:p>
        </p:txBody>
      </p:sp>
      <p:sp>
        <p:nvSpPr>
          <p:cNvPr id="27" name="Text Placeholder 22">
            <a:extLst>
              <a:ext uri="{FF2B5EF4-FFF2-40B4-BE49-F238E27FC236}">
                <a16:creationId xmlns:a16="http://schemas.microsoft.com/office/drawing/2014/main" id="{C049CEBE-00B0-C726-8F2E-0374ECA4E1F3}"/>
              </a:ext>
            </a:extLst>
          </p:cNvPr>
          <p:cNvSpPr>
            <a:spLocks noGrp="1"/>
          </p:cNvSpPr>
          <p:nvPr>
            <p:ph type="body" sz="quarter" idx="46" hasCustomPrompt="1"/>
          </p:nvPr>
        </p:nvSpPr>
        <p:spPr>
          <a:xfrm>
            <a:off x="4340711" y="2489200"/>
            <a:ext cx="3526452" cy="905188"/>
          </a:xfrm>
          <a:prstGeom prst="callout1">
            <a:avLst>
              <a:gd name="adj1" fmla="val 93708"/>
              <a:gd name="adj2" fmla="val -69"/>
              <a:gd name="adj3" fmla="val 93686"/>
              <a:gd name="adj4" fmla="val 18048"/>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8" name="Text Placeholder 16">
            <a:extLst>
              <a:ext uri="{FF2B5EF4-FFF2-40B4-BE49-F238E27FC236}">
                <a16:creationId xmlns:a16="http://schemas.microsoft.com/office/drawing/2014/main" id="{E84FC6FD-2A43-99CF-82C5-D98E826A76B7}"/>
              </a:ext>
            </a:extLst>
          </p:cNvPr>
          <p:cNvSpPr>
            <a:spLocks noGrp="1"/>
          </p:cNvSpPr>
          <p:nvPr>
            <p:ph type="body" sz="quarter" idx="47" hasCustomPrompt="1"/>
          </p:nvPr>
        </p:nvSpPr>
        <p:spPr>
          <a:xfrm>
            <a:off x="4340711" y="3651121"/>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9" name="Picture Placeholder 2">
            <a:extLst>
              <a:ext uri="{FF2B5EF4-FFF2-40B4-BE49-F238E27FC236}">
                <a16:creationId xmlns:a16="http://schemas.microsoft.com/office/drawing/2014/main" id="{EB49F5C6-BE22-7E23-F398-419AF46EA9C3}"/>
              </a:ext>
            </a:extLst>
          </p:cNvPr>
          <p:cNvSpPr>
            <a:spLocks noGrp="1" noChangeAspect="1"/>
          </p:cNvSpPr>
          <p:nvPr>
            <p:ph type="pic" sz="quarter" idx="48" hasCustomPrompt="1"/>
          </p:nvPr>
        </p:nvSpPr>
        <p:spPr>
          <a:xfrm>
            <a:off x="8149611" y="1601038"/>
            <a:ext cx="835024" cy="835024"/>
          </a:xfrm>
        </p:spPr>
        <p:txBody>
          <a:bodyPr lIns="144000"/>
          <a:lstStyle>
            <a:lvl1pPr marL="0" indent="0">
              <a:buNone/>
              <a:defRPr sz="1400"/>
            </a:lvl1pPr>
          </a:lstStyle>
          <a:p>
            <a:r>
              <a:rPr lang="en-US"/>
              <a:t>Icon</a:t>
            </a:r>
          </a:p>
        </p:txBody>
      </p:sp>
      <p:sp>
        <p:nvSpPr>
          <p:cNvPr id="30" name="Text Placeholder 22">
            <a:extLst>
              <a:ext uri="{FF2B5EF4-FFF2-40B4-BE49-F238E27FC236}">
                <a16:creationId xmlns:a16="http://schemas.microsoft.com/office/drawing/2014/main" id="{6EC19D9F-705A-74B6-9EBB-9D9565620413}"/>
              </a:ext>
            </a:extLst>
          </p:cNvPr>
          <p:cNvSpPr>
            <a:spLocks noGrp="1"/>
          </p:cNvSpPr>
          <p:nvPr>
            <p:ph type="body" sz="quarter" idx="49" hasCustomPrompt="1"/>
          </p:nvPr>
        </p:nvSpPr>
        <p:spPr>
          <a:xfrm>
            <a:off x="8149611" y="2489200"/>
            <a:ext cx="3526452" cy="905188"/>
          </a:xfrm>
          <a:prstGeom prst="callout1">
            <a:avLst>
              <a:gd name="adj1" fmla="val 93708"/>
              <a:gd name="adj2" fmla="val -69"/>
              <a:gd name="adj3" fmla="val 93686"/>
              <a:gd name="adj4" fmla="val 18048"/>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31" name="Text Placeholder 16">
            <a:extLst>
              <a:ext uri="{FF2B5EF4-FFF2-40B4-BE49-F238E27FC236}">
                <a16:creationId xmlns:a16="http://schemas.microsoft.com/office/drawing/2014/main" id="{AA3A1BDB-11C1-E45D-35EC-D8FEC9CEDC61}"/>
              </a:ext>
            </a:extLst>
          </p:cNvPr>
          <p:cNvSpPr>
            <a:spLocks noGrp="1"/>
          </p:cNvSpPr>
          <p:nvPr>
            <p:ph type="body" sz="quarter" idx="50" hasCustomPrompt="1"/>
          </p:nvPr>
        </p:nvSpPr>
        <p:spPr>
          <a:xfrm>
            <a:off x="8149611" y="3651121"/>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grpSp>
        <p:nvGrpSpPr>
          <p:cNvPr id="5" name="Group 4">
            <a:extLst>
              <a:ext uri="{FF2B5EF4-FFF2-40B4-BE49-F238E27FC236}">
                <a16:creationId xmlns:a16="http://schemas.microsoft.com/office/drawing/2014/main" id="{65B3743D-9C24-F821-BD8E-F0F93E26B9DD}"/>
              </a:ext>
            </a:extLst>
          </p:cNvPr>
          <p:cNvGrpSpPr/>
          <p:nvPr userDrawn="1"/>
        </p:nvGrpSpPr>
        <p:grpSpPr>
          <a:xfrm>
            <a:off x="12290489" y="-1"/>
            <a:ext cx="2910882" cy="6858001"/>
            <a:chOff x="12290489" y="-1"/>
            <a:chExt cx="2910882" cy="6858001"/>
          </a:xfrm>
        </p:grpSpPr>
        <p:sp>
          <p:nvSpPr>
            <p:cNvPr id="7" name="Rectangle 6">
              <a:extLst>
                <a:ext uri="{FF2B5EF4-FFF2-40B4-BE49-F238E27FC236}">
                  <a16:creationId xmlns:a16="http://schemas.microsoft.com/office/drawing/2014/main" id="{78ED221D-8725-5420-6ADD-1A518E5DD38D}"/>
                </a:ext>
              </a:extLst>
            </p:cNvPr>
            <p:cNvSpPr/>
            <p:nvPr userDrawn="1"/>
          </p:nvSpPr>
          <p:spPr>
            <a:xfrm>
              <a:off x="12290489" y="-1"/>
              <a:ext cx="2735151" cy="6858001"/>
            </a:xfrm>
            <a:prstGeom prst="rect">
              <a:avLst/>
            </a:prstGeom>
            <a:solidFill>
              <a:srgbClr val="EFF1F5"/>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8" name="TextBox 7">
              <a:extLst>
                <a:ext uri="{FF2B5EF4-FFF2-40B4-BE49-F238E27FC236}">
                  <a16:creationId xmlns:a16="http://schemas.microsoft.com/office/drawing/2014/main" id="{FB9B9525-CEDA-1294-597D-01D341E152DE}"/>
                </a:ext>
              </a:extLst>
            </p:cNvPr>
            <p:cNvSpPr txBox="1"/>
            <p:nvPr userDrawn="1"/>
          </p:nvSpPr>
          <p:spPr>
            <a:xfrm>
              <a:off x="12449814" y="173148"/>
              <a:ext cx="1455527"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HOW TO ADD AN ICON</a:t>
              </a:r>
            </a:p>
          </p:txBody>
        </p:sp>
        <p:cxnSp>
          <p:nvCxnSpPr>
            <p:cNvPr id="10" name="Straight Connector 9">
              <a:extLst>
                <a:ext uri="{FF2B5EF4-FFF2-40B4-BE49-F238E27FC236}">
                  <a16:creationId xmlns:a16="http://schemas.microsoft.com/office/drawing/2014/main" id="{43E5A438-D8C5-4E45-098A-BEB3ABB62F06}"/>
                </a:ext>
              </a:extLst>
            </p:cNvPr>
            <p:cNvCxnSpPr>
              <a:cxnSpLocks/>
            </p:cNvCxnSpPr>
            <p:nvPr userDrawn="1"/>
          </p:nvCxnSpPr>
          <p:spPr>
            <a:xfrm>
              <a:off x="12449814" y="423012"/>
              <a:ext cx="270000" cy="0"/>
            </a:xfrm>
            <a:prstGeom prst="line">
              <a:avLst/>
            </a:prstGeom>
            <a:noFill/>
            <a:ln w="19050" cap="flat" cmpd="sng" algn="ctr">
              <a:solidFill>
                <a:srgbClr val="2A2AEA"/>
              </a:solidFill>
              <a:prstDash val="solid"/>
            </a:ln>
            <a:effectLst/>
          </p:spPr>
        </p:cxnSp>
        <p:sp>
          <p:nvSpPr>
            <p:cNvPr id="11" name="TextBox 10">
              <a:extLst>
                <a:ext uri="{FF2B5EF4-FFF2-40B4-BE49-F238E27FC236}">
                  <a16:creationId xmlns:a16="http://schemas.microsoft.com/office/drawing/2014/main" id="{C5EAF0A3-7CF3-7DF9-F0F4-3C56A2782829}"/>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1: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from file browser</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Drag the icon onto the slide.</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70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kumimoji="0" lang="en-US" sz="100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endParaRPr>
            </a:p>
          </p:txBody>
        </p:sp>
        <p:sp>
          <p:nvSpPr>
            <p:cNvPr id="12" name="TextBox 11">
              <a:extLst>
                <a:ext uri="{FF2B5EF4-FFF2-40B4-BE49-F238E27FC236}">
                  <a16:creationId xmlns:a16="http://schemas.microsoft.com/office/drawing/2014/main" id="{DE24736E-4729-087F-E4D8-819A51AED226}"/>
                </a:ext>
              </a:extLst>
            </p:cNvPr>
            <p:cNvSpPr txBox="1">
              <a:spLocks noChangeAspect="1"/>
            </p:cNvSpPr>
            <p:nvPr/>
          </p:nvSpPr>
          <p:spPr>
            <a:xfrm>
              <a:off x="12449814" y="566082"/>
              <a:ext cx="114706" cy="114706"/>
            </a:xfrm>
            <a:prstGeom prst="ellipse">
              <a:avLst/>
            </a:prstGeom>
            <a:solidFill>
              <a:srgbClr val="2A2AEA"/>
            </a:solidFill>
          </p:spPr>
          <p:txBody>
            <a:bodyPr vert="horz"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500" b="0" i="0" u="none" strike="noStrike" kern="0" cap="none" spc="0" normalizeH="0" baseline="0" noProof="0">
                  <a:ln>
                    <a:noFill/>
                  </a:ln>
                  <a:solidFill>
                    <a:srgbClr val="FFFFFF"/>
                  </a:solidFill>
                  <a:effectLst/>
                  <a:uLnTx/>
                  <a:uFillTx/>
                  <a:ea typeface="Arial" charset="0"/>
                  <a:cs typeface="Aparajita" panose="02020603050405020304" pitchFamily="18" charset="0"/>
                </a:rPr>
                <a:t>1</a:t>
              </a:r>
            </a:p>
          </p:txBody>
        </p:sp>
        <p:sp>
          <p:nvSpPr>
            <p:cNvPr id="13" name="TextBox 12">
              <a:extLst>
                <a:ext uri="{FF2B5EF4-FFF2-40B4-BE49-F238E27FC236}">
                  <a16:creationId xmlns:a16="http://schemas.microsoft.com/office/drawing/2014/main" id="{A47CAA82-566E-2866-F0C2-66CE1136CA4B}"/>
                </a:ext>
              </a:extLst>
            </p:cNvPr>
            <p:cNvSpPr txBox="1">
              <a:spLocks noChangeAspect="1"/>
            </p:cNvSpPr>
            <p:nvPr/>
          </p:nvSpPr>
          <p:spPr>
            <a:xfrm>
              <a:off x="12449814" y="1018081"/>
              <a:ext cx="114706" cy="114706"/>
            </a:xfrm>
            <a:prstGeom prst="ellipse">
              <a:avLst/>
            </a:prstGeom>
            <a:solidFill>
              <a:srgbClr val="2A2AEA"/>
            </a:solidFill>
          </p:spPr>
          <p:txBody>
            <a:bodyPr vert="horz"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500" b="0" i="0" u="none" strike="noStrike" kern="0" cap="none" spc="0" normalizeH="0" baseline="0" noProof="0">
                  <a:ln>
                    <a:noFill/>
                  </a:ln>
                  <a:solidFill>
                    <a:srgbClr val="FFFFFF"/>
                  </a:solidFill>
                  <a:effectLst/>
                  <a:uLnTx/>
                  <a:uFillTx/>
                  <a:ea typeface="Arial" charset="0"/>
                  <a:cs typeface="Aparajita" panose="02020603050405020304" pitchFamily="18" charset="0"/>
                </a:rPr>
                <a:t>2</a:t>
              </a:r>
            </a:p>
          </p:txBody>
        </p:sp>
        <p:sp>
          <p:nvSpPr>
            <p:cNvPr id="14" name="TextBox 13">
              <a:extLst>
                <a:ext uri="{FF2B5EF4-FFF2-40B4-BE49-F238E27FC236}">
                  <a16:creationId xmlns:a16="http://schemas.microsoft.com/office/drawing/2014/main" id="{92AEA30F-71D3-9C46-6D87-AB0A6841E8A7}"/>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70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Source icon from the </a:t>
              </a:r>
              <a:b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br>
              <a:r>
                <a:rPr kumimoji="0" lang="en-US" sz="1050" b="0" i="0" u="none" strike="noStrike" kern="0" cap="none" spc="0" normalizeH="0" baseline="0" noProof="0">
                  <a:ln>
                    <a:noFill/>
                  </a:ln>
                  <a:solidFill>
                    <a:srgbClr val="2A2AEA"/>
                  </a:solidFill>
                  <a:effectLst/>
                  <a:uLnTx/>
                  <a:uFillTx/>
                  <a:latin typeface="Aptos" panose="020B0004020202020204" pitchFamily="34" charset="0"/>
                  <a:cs typeface="Aparajita" panose="02020603050405020304" pitchFamily="18" charset="0"/>
                </a:rPr>
                <a:t>Qualcomm Icon Library</a:t>
              </a:r>
            </a:p>
            <a:p>
              <a:pPr marL="0" marR="0" lvl="0" indent="0" defTabSz="914400" eaLnBrk="1" fontAlgn="auto" latinLnBrk="0" hangingPunct="1">
                <a:lnSpc>
                  <a:spcPct val="100000"/>
                </a:lnSpc>
                <a:spcBef>
                  <a:spcPts val="70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Add the icon to the placeholder.</a:t>
              </a:r>
            </a:p>
          </p:txBody>
        </p:sp>
        <p:sp>
          <p:nvSpPr>
            <p:cNvPr id="15" name="TextBox 14">
              <a:extLst>
                <a:ext uri="{FF2B5EF4-FFF2-40B4-BE49-F238E27FC236}">
                  <a16:creationId xmlns:a16="http://schemas.microsoft.com/office/drawing/2014/main" id="{CB150EA6-46A5-FDAD-CEFA-9DDE9E8E9963}"/>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2: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Paste from clipboard</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Select the icon placeholder.</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Right-click or use keyboard shortcuts to paste the icon.</a:t>
              </a:r>
            </a:p>
          </p:txBody>
        </p:sp>
        <p:sp>
          <p:nvSpPr>
            <p:cNvPr id="16" name="TextBox 15">
              <a:extLst>
                <a:ext uri="{FF2B5EF4-FFF2-40B4-BE49-F238E27FC236}">
                  <a16:creationId xmlns:a16="http://schemas.microsoft.com/office/drawing/2014/main" id="{90F3F872-94D4-C722-309A-1D6691641FCB}"/>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3: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Placeholder icon</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Click the image icon inside the placeholder to browse for an icon.</a:t>
              </a:r>
            </a:p>
          </p:txBody>
        </p:sp>
        <p:grpSp>
          <p:nvGrpSpPr>
            <p:cNvPr id="17" name="Group 16">
              <a:extLst>
                <a:ext uri="{FF2B5EF4-FFF2-40B4-BE49-F238E27FC236}">
                  <a16:creationId xmlns:a16="http://schemas.microsoft.com/office/drawing/2014/main" id="{68957A1D-3164-7C9A-4797-EBE26C314C3B}"/>
                </a:ext>
              </a:extLst>
            </p:cNvPr>
            <p:cNvGrpSpPr/>
            <p:nvPr userDrawn="1"/>
          </p:nvGrpSpPr>
          <p:grpSpPr>
            <a:xfrm>
              <a:off x="12429548" y="3236396"/>
              <a:ext cx="2735151" cy="1280928"/>
              <a:chOff x="9286315" y="6976989"/>
              <a:chExt cx="2735151" cy="1280928"/>
            </a:xfrm>
          </p:grpSpPr>
          <p:sp>
            <p:nvSpPr>
              <p:cNvPr id="35" name="Rectangle 34">
                <a:extLst>
                  <a:ext uri="{FF2B5EF4-FFF2-40B4-BE49-F238E27FC236}">
                    <a16:creationId xmlns:a16="http://schemas.microsoft.com/office/drawing/2014/main" id="{749A0E7D-BB6C-DC53-5932-E92A9895F94E}"/>
                  </a:ext>
                </a:extLst>
              </p:cNvPr>
              <p:cNvSpPr/>
              <p:nvPr userDrawn="1"/>
            </p:nvSpPr>
            <p:spPr>
              <a:xfrm>
                <a:off x="9286315" y="6976989"/>
                <a:ext cx="2735151" cy="1280928"/>
              </a:xfrm>
              <a:prstGeom prst="rect">
                <a:avLst/>
              </a:prstGeom>
              <a:solidFill>
                <a:srgbClr val="000000"/>
              </a:solidFill>
              <a:ln w="25400" cap="flat" cmpd="sng" algn="ctr">
                <a:solidFill>
                  <a:srgbClr val="EFF1F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36" name="TextBox 35">
                <a:extLst>
                  <a:ext uri="{FF2B5EF4-FFF2-40B4-BE49-F238E27FC236}">
                    <a16:creationId xmlns:a16="http://schemas.microsoft.com/office/drawing/2014/main" id="{C9EE17A2-D61C-7396-51E8-7875298A2FDD}"/>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FFFFFF"/>
                    </a:solidFill>
                    <a:effectLst/>
                    <a:uLnTx/>
                    <a:uFillTx/>
                    <a:ea typeface="Arial" charset="0"/>
                    <a:cs typeface="Aparajita" panose="02020603050405020304" pitchFamily="18" charset="0"/>
                  </a:rPr>
                  <a:t>Cropping Graphics</a:t>
                </a:r>
              </a:p>
            </p:txBody>
          </p:sp>
          <p:pic>
            <p:nvPicPr>
              <p:cNvPr id="37" name="Graphic 36">
                <a:extLst>
                  <a:ext uri="{FF2B5EF4-FFF2-40B4-BE49-F238E27FC236}">
                    <a16:creationId xmlns:a16="http://schemas.microsoft.com/office/drawing/2014/main" id="{CC29DA1D-5C20-3232-7CC7-6EE236625A7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38" name="TextBox 37">
                <a:extLst>
                  <a:ext uri="{FF2B5EF4-FFF2-40B4-BE49-F238E27FC236}">
                    <a16:creationId xmlns:a16="http://schemas.microsoft.com/office/drawing/2014/main" id="{3EC6F884-A27E-5CD2-3BC6-0DC73A5EA1E8}"/>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Right-click on the icon.</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Choose “Crop” from the menu. (           )</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Adjust the size and position of the image.</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Press Esc or click outside the image area to exit the cropping mode.</a:t>
                </a:r>
              </a:p>
            </p:txBody>
          </p:sp>
          <p:pic>
            <p:nvPicPr>
              <p:cNvPr id="39" name="Picture 38">
                <a:extLst>
                  <a:ext uri="{FF2B5EF4-FFF2-40B4-BE49-F238E27FC236}">
                    <a16:creationId xmlns:a16="http://schemas.microsoft.com/office/drawing/2014/main" id="{31A8D6E6-823F-A29B-F2E8-EEED1B2573A7}"/>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130" name="TextBox 129">
                <a:extLst>
                  <a:ext uri="{FF2B5EF4-FFF2-40B4-BE49-F238E27FC236}">
                    <a16:creationId xmlns:a16="http://schemas.microsoft.com/office/drawing/2014/main" id="{D1250832-1357-7685-30D5-6F422478202E}"/>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all" spc="150" normalizeH="0" baseline="0" noProof="0">
                    <a:ln>
                      <a:noFill/>
                    </a:ln>
                    <a:solidFill>
                      <a:srgbClr val="FFFFFF"/>
                    </a:solidFill>
                    <a:effectLst/>
                    <a:uLnTx/>
                    <a:uFillTx/>
                  </a:rPr>
                  <a:t>TIP</a:t>
                </a:r>
              </a:p>
            </p:txBody>
          </p:sp>
        </p:grpSp>
        <p:grpSp>
          <p:nvGrpSpPr>
            <p:cNvPr id="18" name="Group 17">
              <a:extLst>
                <a:ext uri="{FF2B5EF4-FFF2-40B4-BE49-F238E27FC236}">
                  <a16:creationId xmlns:a16="http://schemas.microsoft.com/office/drawing/2014/main" id="{996BDF38-5D5A-7286-B3D1-D8BC245AB26E}"/>
                </a:ext>
              </a:extLst>
            </p:cNvPr>
            <p:cNvGrpSpPr/>
            <p:nvPr userDrawn="1"/>
          </p:nvGrpSpPr>
          <p:grpSpPr>
            <a:xfrm>
              <a:off x="12429548" y="4543123"/>
              <a:ext cx="2735151" cy="2200108"/>
              <a:chOff x="9538241" y="5155416"/>
              <a:chExt cx="2735151" cy="2200108"/>
            </a:xfrm>
          </p:grpSpPr>
          <p:sp>
            <p:nvSpPr>
              <p:cNvPr id="19" name="Rectangle 18">
                <a:extLst>
                  <a:ext uri="{FF2B5EF4-FFF2-40B4-BE49-F238E27FC236}">
                    <a16:creationId xmlns:a16="http://schemas.microsoft.com/office/drawing/2014/main" id="{52F890FD-3E71-1E19-8156-2B8E77BA5212}"/>
                  </a:ext>
                </a:extLst>
              </p:cNvPr>
              <p:cNvSpPr/>
              <p:nvPr userDrawn="1"/>
            </p:nvSpPr>
            <p:spPr>
              <a:xfrm>
                <a:off x="9538241" y="5155416"/>
                <a:ext cx="2735151" cy="2200108"/>
              </a:xfrm>
              <a:prstGeom prst="rect">
                <a:avLst/>
              </a:prstGeom>
              <a:solidFill>
                <a:srgbClr val="000000"/>
              </a:solidFill>
              <a:ln w="25400" cap="flat" cmpd="sng" algn="ctr">
                <a:solidFill>
                  <a:srgbClr val="EFF1F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20" name="TextBox 19">
                <a:extLst>
                  <a:ext uri="{FF2B5EF4-FFF2-40B4-BE49-F238E27FC236}">
                    <a16:creationId xmlns:a16="http://schemas.microsoft.com/office/drawing/2014/main" id="{C7C11C8F-7495-936C-44F5-DD49D8356E8A}"/>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FFFFFF"/>
                    </a:solidFill>
                    <a:effectLst/>
                    <a:uLnTx/>
                    <a:uFillTx/>
                    <a:ea typeface="Arial" charset="0"/>
                    <a:cs typeface="Aparajita" panose="02020603050405020304" pitchFamily="18" charset="0"/>
                  </a:rPr>
                  <a:t>Changing Icons</a:t>
                </a:r>
              </a:p>
            </p:txBody>
          </p:sp>
          <p:pic>
            <p:nvPicPr>
              <p:cNvPr id="21" name="Graphic 20">
                <a:extLst>
                  <a:ext uri="{FF2B5EF4-FFF2-40B4-BE49-F238E27FC236}">
                    <a16:creationId xmlns:a16="http://schemas.microsoft.com/office/drawing/2014/main" id="{1DF552A5-0CEA-5C09-A872-E89B8542BD8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22" name="TextBox 21">
                <a:extLst>
                  <a:ext uri="{FF2B5EF4-FFF2-40B4-BE49-F238E27FC236}">
                    <a16:creationId xmlns:a16="http://schemas.microsoft.com/office/drawing/2014/main" id="{FE5E19C4-D573-8B8F-CCD4-0E22D31EE626}"/>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0" cap="all" spc="20" normalizeH="0" baseline="0" noProof="0">
                    <a:ln>
                      <a:noFill/>
                    </a:ln>
                    <a:solidFill>
                      <a:srgbClr val="FFFFFF"/>
                    </a:solidFill>
                    <a:effectLst/>
                    <a:uLnTx/>
                    <a:uFillTx/>
                    <a:cs typeface="Aparajita" panose="02020603050405020304" pitchFamily="18" charset="0"/>
                  </a:rPr>
                  <a:t>Method 1: </a:t>
                </a:r>
                <a:r>
                  <a:rPr kumimoji="0" lang="en-US" sz="600" b="0" i="0" u="none" strike="noStrike" kern="0" cap="all" spc="20" normalizeH="0" baseline="0" noProof="0">
                    <a:ln>
                      <a:noFill/>
                    </a:ln>
                    <a:solidFill>
                      <a:srgbClr val="FFFFFF"/>
                    </a:solidFill>
                    <a:effectLst/>
                    <a:uLnTx/>
                    <a:uFillTx/>
                    <a:cs typeface="Aparajita" panose="02020603050405020304" pitchFamily="18" charset="0"/>
                  </a:rPr>
                  <a:t>RIGHT CLICK</a:t>
                </a:r>
              </a:p>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Right-click on icon and select “Change Picture”</a:t>
                </a:r>
              </a:p>
            </p:txBody>
          </p:sp>
          <p:sp>
            <p:nvSpPr>
              <p:cNvPr id="24" name="TextBox 23">
                <a:extLst>
                  <a:ext uri="{FF2B5EF4-FFF2-40B4-BE49-F238E27FC236}">
                    <a16:creationId xmlns:a16="http://schemas.microsoft.com/office/drawing/2014/main" id="{74D58CE0-ED6F-40C6-B10A-55AD6C041AC3}"/>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25" name="TextBox 24">
                <a:extLst>
                  <a:ext uri="{FF2B5EF4-FFF2-40B4-BE49-F238E27FC236}">
                    <a16:creationId xmlns:a16="http://schemas.microsoft.com/office/drawing/2014/main" id="{4C402F46-AF91-7BB6-4204-80F290DEA47F}"/>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0" cap="all" spc="20" normalizeH="0" baseline="0" noProof="0">
                    <a:ln>
                      <a:noFill/>
                    </a:ln>
                    <a:solidFill>
                      <a:srgbClr val="FFFFFF"/>
                    </a:solidFill>
                    <a:effectLst/>
                    <a:uLnTx/>
                    <a:uFillTx/>
                    <a:cs typeface="Aparajita" panose="02020603050405020304" pitchFamily="18" charset="0"/>
                  </a:rPr>
                  <a:t>Method 2: </a:t>
                </a:r>
                <a:r>
                  <a:rPr kumimoji="0" lang="en-US" sz="600" b="0" i="0" u="none" strike="noStrike" kern="0" cap="all" spc="20" normalizeH="0" baseline="0" noProof="0">
                    <a:ln>
                      <a:noFill/>
                    </a:ln>
                    <a:solidFill>
                      <a:srgbClr val="FFFFFF"/>
                    </a:solidFill>
                    <a:effectLst/>
                    <a:uLnTx/>
                    <a:uFillTx/>
                    <a:cs typeface="Aparajita" panose="02020603050405020304" pitchFamily="18" charset="0"/>
                  </a:rPr>
                  <a:t>RESET PLACEHOLDER</a:t>
                </a:r>
              </a:p>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First, delete the existing icon to reset the photo placeholder functionality.</a:t>
                </a:r>
              </a:p>
            </p:txBody>
          </p:sp>
          <p:sp>
            <p:nvSpPr>
              <p:cNvPr id="32" name="TextBox 31">
                <a:extLst>
                  <a:ext uri="{FF2B5EF4-FFF2-40B4-BE49-F238E27FC236}">
                    <a16:creationId xmlns:a16="http://schemas.microsoft.com/office/drawing/2014/main" id="{3149A399-5087-70A2-6BF5-528867906072}"/>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You can now add a new icon as normal.</a:t>
                </a:r>
              </a:p>
            </p:txBody>
          </p:sp>
          <p:cxnSp>
            <p:nvCxnSpPr>
              <p:cNvPr id="33" name="Straight Connector 32">
                <a:extLst>
                  <a:ext uri="{FF2B5EF4-FFF2-40B4-BE49-F238E27FC236}">
                    <a16:creationId xmlns:a16="http://schemas.microsoft.com/office/drawing/2014/main" id="{137B95FA-9D58-CE66-E3D8-EFB2EC558B8D}"/>
                  </a:ext>
                </a:extLst>
              </p:cNvPr>
              <p:cNvCxnSpPr>
                <a:cxnSpLocks/>
              </p:cNvCxnSpPr>
              <p:nvPr userDrawn="1"/>
            </p:nvCxnSpPr>
            <p:spPr>
              <a:xfrm>
                <a:off x="9713479" y="5957047"/>
                <a:ext cx="270000" cy="0"/>
              </a:xfrm>
              <a:prstGeom prst="line">
                <a:avLst/>
              </a:prstGeom>
              <a:noFill/>
              <a:ln w="9525" cap="flat" cmpd="sng" algn="ctr">
                <a:solidFill>
                  <a:srgbClr val="833AFF"/>
                </a:solidFill>
                <a:prstDash val="solid"/>
              </a:ln>
              <a:effectLst/>
            </p:spPr>
          </p:cxnSp>
          <p:sp>
            <p:nvSpPr>
              <p:cNvPr id="34" name="TextBox 33">
                <a:extLst>
                  <a:ext uri="{FF2B5EF4-FFF2-40B4-BE49-F238E27FC236}">
                    <a16:creationId xmlns:a16="http://schemas.microsoft.com/office/drawing/2014/main" id="{9FAEB621-C4CB-6879-AEA5-BE18B059BCD5}"/>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all" spc="150" normalizeH="0" baseline="0" noProof="0">
                    <a:ln>
                      <a:noFill/>
                    </a:ln>
                    <a:solidFill>
                      <a:srgbClr val="FFFFFF"/>
                    </a:solidFill>
                    <a:effectLst/>
                    <a:uLnTx/>
                    <a:uFillTx/>
                  </a:rPr>
                  <a:t>TIP</a:t>
                </a:r>
              </a:p>
            </p:txBody>
          </p:sp>
        </p:grpSp>
      </p:grpSp>
      <p:sp>
        <p:nvSpPr>
          <p:cNvPr id="40" name="TextBox 39">
            <a:extLst>
              <a:ext uri="{FF2B5EF4-FFF2-40B4-BE49-F238E27FC236}">
                <a16:creationId xmlns:a16="http://schemas.microsoft.com/office/drawing/2014/main" id="{520969B7-224E-2F38-7C3E-D5755C48D097}"/>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5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50000"/>
                </a:schemeClr>
              </a:solidFill>
              <a:latin typeface="+mn-lt"/>
              <a:ea typeface="+mn-ea"/>
              <a:cs typeface="+mn-cs"/>
            </a:endParaRPr>
          </a:p>
        </p:txBody>
      </p:sp>
      <p:sp>
        <p:nvSpPr>
          <p:cNvPr id="41" name="TextBox 40">
            <a:extLst>
              <a:ext uri="{FF2B5EF4-FFF2-40B4-BE49-F238E27FC236}">
                <a16:creationId xmlns:a16="http://schemas.microsoft.com/office/drawing/2014/main" id="{AAC0DA89-A530-42D5-C08B-342B93F70AE2}"/>
              </a:ext>
            </a:extLst>
          </p:cNvPr>
          <p:cNvSpPr txBox="1"/>
          <p:nvPr userDrawn="1"/>
        </p:nvSpPr>
        <p:spPr>
          <a:xfrm>
            <a:off x="6773075"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800" kern="1200" baseline="0">
                <a:solidFill>
                  <a:schemeClr val="accent6">
                    <a:lumMod val="50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6054626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12">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Four Column_Light Grey">
    <p:bg>
      <p:bgPr>
        <a:solidFill>
          <a:srgbClr val="EFF1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38272A-C799-49AB-5578-B5089BEC1D22}"/>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accent1"/>
                </a:solidFill>
                <a:latin typeface="+mj-lt"/>
                <a:ea typeface="+mj-ea"/>
                <a:cs typeface="+mj-cs"/>
              </a:defRPr>
            </a:lvl1pPr>
          </a:lstStyle>
          <a:p>
            <a:r>
              <a:rPr lang="en-US"/>
              <a:t>Four column layout</a:t>
            </a:r>
            <a:br>
              <a:rPr lang="en-US"/>
            </a:br>
            <a:r>
              <a:rPr lang="en-US"/>
              <a:t>Title 2 lines maximum</a:t>
            </a:r>
            <a:endParaRPr lang="en-CA"/>
          </a:p>
        </p:txBody>
      </p:sp>
      <p:sp>
        <p:nvSpPr>
          <p:cNvPr id="4" name="Picture Placeholder 2">
            <a:extLst>
              <a:ext uri="{FF2B5EF4-FFF2-40B4-BE49-F238E27FC236}">
                <a16:creationId xmlns:a16="http://schemas.microsoft.com/office/drawing/2014/main" id="{0AAFB50F-094B-2881-F919-B1EE84ACE5D7}"/>
              </a:ext>
            </a:extLst>
          </p:cNvPr>
          <p:cNvSpPr>
            <a:spLocks noGrp="1" noChangeAspect="1"/>
          </p:cNvSpPr>
          <p:nvPr>
            <p:ph type="pic" sz="quarter" idx="31" hasCustomPrompt="1"/>
          </p:nvPr>
        </p:nvSpPr>
        <p:spPr>
          <a:xfrm>
            <a:off x="531812" y="1601038"/>
            <a:ext cx="835024" cy="835024"/>
          </a:xfrm>
        </p:spPr>
        <p:txBody>
          <a:bodyPr lIns="144000"/>
          <a:lstStyle>
            <a:lvl1pPr marL="0" indent="0">
              <a:buNone/>
              <a:defRPr sz="1400"/>
            </a:lvl1pPr>
          </a:lstStyle>
          <a:p>
            <a:r>
              <a:rPr lang="en-US"/>
              <a:t>Icon</a:t>
            </a:r>
          </a:p>
        </p:txBody>
      </p:sp>
      <p:sp>
        <p:nvSpPr>
          <p:cNvPr id="2" name="Footer Placeholder 1">
            <a:extLst>
              <a:ext uri="{FF2B5EF4-FFF2-40B4-BE49-F238E27FC236}">
                <a16:creationId xmlns:a16="http://schemas.microsoft.com/office/drawing/2014/main" id="{355FFA2C-5431-4B39-1E12-AB136674DCB9}"/>
              </a:ext>
            </a:extLst>
          </p:cNvPr>
          <p:cNvSpPr>
            <a:spLocks noGrp="1"/>
          </p:cNvSpPr>
          <p:nvPr>
            <p:ph type="ftr" sz="quarter" idx="49"/>
          </p:nvPr>
        </p:nvSpPr>
        <p:spPr/>
        <p:txBody>
          <a:bodyPr/>
          <a:lstStyle>
            <a:lvl1pPr>
              <a:defRPr>
                <a:solidFill>
                  <a:schemeClr val="accent6">
                    <a:lumMod val="50000"/>
                  </a:schemeClr>
                </a:solidFill>
              </a:defRPr>
            </a:lvl1pPr>
          </a:lstStyle>
          <a:p>
            <a:endParaRPr lang="en-CA"/>
          </a:p>
        </p:txBody>
      </p:sp>
      <p:sp>
        <p:nvSpPr>
          <p:cNvPr id="15" name="Text Placeholder 22">
            <a:extLst>
              <a:ext uri="{FF2B5EF4-FFF2-40B4-BE49-F238E27FC236}">
                <a16:creationId xmlns:a16="http://schemas.microsoft.com/office/drawing/2014/main" id="{AEE4CF8C-958F-1DA4-CCF7-D6B890C89A2E}"/>
              </a:ext>
            </a:extLst>
          </p:cNvPr>
          <p:cNvSpPr>
            <a:spLocks noGrp="1"/>
          </p:cNvSpPr>
          <p:nvPr>
            <p:ph type="body" sz="quarter" idx="27" hasCustomPrompt="1"/>
          </p:nvPr>
        </p:nvSpPr>
        <p:spPr>
          <a:xfrm>
            <a:off x="531811" y="2489200"/>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6" name="Text Placeholder 16">
            <a:extLst>
              <a:ext uri="{FF2B5EF4-FFF2-40B4-BE49-F238E27FC236}">
                <a16:creationId xmlns:a16="http://schemas.microsoft.com/office/drawing/2014/main" id="{C89C7762-ACFA-1003-9A99-7D48D68F547F}"/>
              </a:ext>
            </a:extLst>
          </p:cNvPr>
          <p:cNvSpPr>
            <a:spLocks noGrp="1"/>
          </p:cNvSpPr>
          <p:nvPr>
            <p:ph type="body" sz="quarter" idx="15" hasCustomPrompt="1"/>
          </p:nvPr>
        </p:nvSpPr>
        <p:spPr>
          <a:xfrm>
            <a:off x="531812" y="3651121"/>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7" name="Picture Placeholder 2">
            <a:extLst>
              <a:ext uri="{FF2B5EF4-FFF2-40B4-BE49-F238E27FC236}">
                <a16:creationId xmlns:a16="http://schemas.microsoft.com/office/drawing/2014/main" id="{7742E333-DAE8-AADC-AB85-E09272B827B3}"/>
              </a:ext>
            </a:extLst>
          </p:cNvPr>
          <p:cNvSpPr>
            <a:spLocks noGrp="1" noChangeAspect="1"/>
          </p:cNvSpPr>
          <p:nvPr>
            <p:ph type="pic" sz="quarter" idx="50" hasCustomPrompt="1"/>
          </p:nvPr>
        </p:nvSpPr>
        <p:spPr>
          <a:xfrm>
            <a:off x="3380247" y="1601038"/>
            <a:ext cx="835024" cy="835024"/>
          </a:xfrm>
        </p:spPr>
        <p:txBody>
          <a:bodyPr lIns="144000"/>
          <a:lstStyle>
            <a:lvl1pPr marL="0" indent="0">
              <a:buNone/>
              <a:defRPr sz="1400"/>
            </a:lvl1pPr>
          </a:lstStyle>
          <a:p>
            <a:r>
              <a:rPr lang="en-US"/>
              <a:t>Icon</a:t>
            </a:r>
          </a:p>
        </p:txBody>
      </p:sp>
      <p:sp>
        <p:nvSpPr>
          <p:cNvPr id="18" name="Text Placeholder 22">
            <a:extLst>
              <a:ext uri="{FF2B5EF4-FFF2-40B4-BE49-F238E27FC236}">
                <a16:creationId xmlns:a16="http://schemas.microsoft.com/office/drawing/2014/main" id="{DE030996-68A3-8AC0-F998-9C4EF4AE6C2B}"/>
              </a:ext>
            </a:extLst>
          </p:cNvPr>
          <p:cNvSpPr>
            <a:spLocks noGrp="1"/>
          </p:cNvSpPr>
          <p:nvPr>
            <p:ph type="body" sz="quarter" idx="51" hasCustomPrompt="1"/>
          </p:nvPr>
        </p:nvSpPr>
        <p:spPr>
          <a:xfrm>
            <a:off x="3380247" y="2489200"/>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9" name="Text Placeholder 16">
            <a:extLst>
              <a:ext uri="{FF2B5EF4-FFF2-40B4-BE49-F238E27FC236}">
                <a16:creationId xmlns:a16="http://schemas.microsoft.com/office/drawing/2014/main" id="{5C7E2214-9452-F487-B334-F6CDE12C5733}"/>
              </a:ext>
            </a:extLst>
          </p:cNvPr>
          <p:cNvSpPr>
            <a:spLocks noGrp="1"/>
          </p:cNvSpPr>
          <p:nvPr>
            <p:ph type="body" sz="quarter" idx="52" hasCustomPrompt="1"/>
          </p:nvPr>
        </p:nvSpPr>
        <p:spPr>
          <a:xfrm>
            <a:off x="3380247" y="3651121"/>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3" name="Picture Placeholder 2">
            <a:extLst>
              <a:ext uri="{FF2B5EF4-FFF2-40B4-BE49-F238E27FC236}">
                <a16:creationId xmlns:a16="http://schemas.microsoft.com/office/drawing/2014/main" id="{49D03249-A3CA-5A91-C717-27E68D6F7831}"/>
              </a:ext>
            </a:extLst>
          </p:cNvPr>
          <p:cNvSpPr>
            <a:spLocks noGrp="1" noChangeAspect="1"/>
          </p:cNvSpPr>
          <p:nvPr>
            <p:ph type="pic" sz="quarter" idx="53" hasCustomPrompt="1"/>
          </p:nvPr>
        </p:nvSpPr>
        <p:spPr>
          <a:xfrm>
            <a:off x="6228682" y="1601038"/>
            <a:ext cx="835024" cy="835024"/>
          </a:xfrm>
        </p:spPr>
        <p:txBody>
          <a:bodyPr lIns="144000"/>
          <a:lstStyle>
            <a:lvl1pPr marL="0" indent="0">
              <a:buNone/>
              <a:defRPr sz="1400"/>
            </a:lvl1pPr>
          </a:lstStyle>
          <a:p>
            <a:r>
              <a:rPr lang="en-US"/>
              <a:t>Icon</a:t>
            </a:r>
          </a:p>
        </p:txBody>
      </p:sp>
      <p:sp>
        <p:nvSpPr>
          <p:cNvPr id="24" name="Text Placeholder 22">
            <a:extLst>
              <a:ext uri="{FF2B5EF4-FFF2-40B4-BE49-F238E27FC236}">
                <a16:creationId xmlns:a16="http://schemas.microsoft.com/office/drawing/2014/main" id="{31B9C0A0-95B0-2824-2407-CDDC04E197D9}"/>
              </a:ext>
            </a:extLst>
          </p:cNvPr>
          <p:cNvSpPr>
            <a:spLocks noGrp="1"/>
          </p:cNvSpPr>
          <p:nvPr>
            <p:ph type="body" sz="quarter" idx="54" hasCustomPrompt="1"/>
          </p:nvPr>
        </p:nvSpPr>
        <p:spPr>
          <a:xfrm>
            <a:off x="6228682" y="2489200"/>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5" name="Text Placeholder 16">
            <a:extLst>
              <a:ext uri="{FF2B5EF4-FFF2-40B4-BE49-F238E27FC236}">
                <a16:creationId xmlns:a16="http://schemas.microsoft.com/office/drawing/2014/main" id="{06A24B55-C38A-D8B1-E30C-791BAA94A209}"/>
              </a:ext>
            </a:extLst>
          </p:cNvPr>
          <p:cNvSpPr>
            <a:spLocks noGrp="1"/>
          </p:cNvSpPr>
          <p:nvPr>
            <p:ph type="body" sz="quarter" idx="55" hasCustomPrompt="1"/>
          </p:nvPr>
        </p:nvSpPr>
        <p:spPr>
          <a:xfrm>
            <a:off x="6228682" y="3651121"/>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6" name="Picture Placeholder 2">
            <a:extLst>
              <a:ext uri="{FF2B5EF4-FFF2-40B4-BE49-F238E27FC236}">
                <a16:creationId xmlns:a16="http://schemas.microsoft.com/office/drawing/2014/main" id="{63A76360-B909-3A81-788A-127C2E0DCFCA}"/>
              </a:ext>
            </a:extLst>
          </p:cNvPr>
          <p:cNvSpPr>
            <a:spLocks noGrp="1" noChangeAspect="1"/>
          </p:cNvSpPr>
          <p:nvPr>
            <p:ph type="pic" sz="quarter" idx="56" hasCustomPrompt="1"/>
          </p:nvPr>
        </p:nvSpPr>
        <p:spPr>
          <a:xfrm>
            <a:off x="9077116" y="1601038"/>
            <a:ext cx="835024" cy="835024"/>
          </a:xfrm>
        </p:spPr>
        <p:txBody>
          <a:bodyPr lIns="144000"/>
          <a:lstStyle>
            <a:lvl1pPr marL="0" indent="0">
              <a:buNone/>
              <a:defRPr sz="1400"/>
            </a:lvl1pPr>
          </a:lstStyle>
          <a:p>
            <a:r>
              <a:rPr lang="en-US"/>
              <a:t>Icon</a:t>
            </a:r>
          </a:p>
        </p:txBody>
      </p:sp>
      <p:sp>
        <p:nvSpPr>
          <p:cNvPr id="27" name="Text Placeholder 22">
            <a:extLst>
              <a:ext uri="{FF2B5EF4-FFF2-40B4-BE49-F238E27FC236}">
                <a16:creationId xmlns:a16="http://schemas.microsoft.com/office/drawing/2014/main" id="{F9D38BEA-1CE5-A003-B905-BF200D6A8C57}"/>
              </a:ext>
            </a:extLst>
          </p:cNvPr>
          <p:cNvSpPr>
            <a:spLocks noGrp="1"/>
          </p:cNvSpPr>
          <p:nvPr>
            <p:ph type="body" sz="quarter" idx="57" hasCustomPrompt="1"/>
          </p:nvPr>
        </p:nvSpPr>
        <p:spPr>
          <a:xfrm>
            <a:off x="9077115" y="2489200"/>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8" name="Text Placeholder 16">
            <a:extLst>
              <a:ext uri="{FF2B5EF4-FFF2-40B4-BE49-F238E27FC236}">
                <a16:creationId xmlns:a16="http://schemas.microsoft.com/office/drawing/2014/main" id="{90607619-F41E-DC0E-B3A9-CD8AF2A58A9E}"/>
              </a:ext>
            </a:extLst>
          </p:cNvPr>
          <p:cNvSpPr>
            <a:spLocks noGrp="1"/>
          </p:cNvSpPr>
          <p:nvPr>
            <p:ph type="body" sz="quarter" idx="58" hasCustomPrompt="1"/>
          </p:nvPr>
        </p:nvSpPr>
        <p:spPr>
          <a:xfrm>
            <a:off x="9077116" y="3651121"/>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grpSp>
        <p:nvGrpSpPr>
          <p:cNvPr id="5" name="Group 4">
            <a:extLst>
              <a:ext uri="{FF2B5EF4-FFF2-40B4-BE49-F238E27FC236}">
                <a16:creationId xmlns:a16="http://schemas.microsoft.com/office/drawing/2014/main" id="{96180A20-6F5E-927F-D8F6-A44BA15DE6A4}"/>
              </a:ext>
            </a:extLst>
          </p:cNvPr>
          <p:cNvGrpSpPr/>
          <p:nvPr userDrawn="1"/>
        </p:nvGrpSpPr>
        <p:grpSpPr>
          <a:xfrm>
            <a:off x="12290489" y="-1"/>
            <a:ext cx="2910882" cy="6858001"/>
            <a:chOff x="12290489" y="-1"/>
            <a:chExt cx="2910882" cy="6858001"/>
          </a:xfrm>
        </p:grpSpPr>
        <p:sp>
          <p:nvSpPr>
            <p:cNvPr id="7" name="Rectangle 6">
              <a:extLst>
                <a:ext uri="{FF2B5EF4-FFF2-40B4-BE49-F238E27FC236}">
                  <a16:creationId xmlns:a16="http://schemas.microsoft.com/office/drawing/2014/main" id="{BE12012F-EFF8-DEA3-A567-C8652882751D}"/>
                </a:ext>
              </a:extLst>
            </p:cNvPr>
            <p:cNvSpPr/>
            <p:nvPr userDrawn="1"/>
          </p:nvSpPr>
          <p:spPr>
            <a:xfrm>
              <a:off x="12290489" y="-1"/>
              <a:ext cx="2735151" cy="6858001"/>
            </a:xfrm>
            <a:prstGeom prst="rect">
              <a:avLst/>
            </a:prstGeom>
            <a:solidFill>
              <a:srgbClr val="EFF1F5"/>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8" name="TextBox 7">
              <a:extLst>
                <a:ext uri="{FF2B5EF4-FFF2-40B4-BE49-F238E27FC236}">
                  <a16:creationId xmlns:a16="http://schemas.microsoft.com/office/drawing/2014/main" id="{5667C743-9957-8ABA-735E-39F0DBF2E1EF}"/>
                </a:ext>
              </a:extLst>
            </p:cNvPr>
            <p:cNvSpPr txBox="1"/>
            <p:nvPr userDrawn="1"/>
          </p:nvSpPr>
          <p:spPr>
            <a:xfrm>
              <a:off x="12449814" y="173148"/>
              <a:ext cx="1455527"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HOW TO ADD AN ICON</a:t>
              </a:r>
            </a:p>
          </p:txBody>
        </p:sp>
        <p:cxnSp>
          <p:nvCxnSpPr>
            <p:cNvPr id="9" name="Straight Connector 8">
              <a:extLst>
                <a:ext uri="{FF2B5EF4-FFF2-40B4-BE49-F238E27FC236}">
                  <a16:creationId xmlns:a16="http://schemas.microsoft.com/office/drawing/2014/main" id="{A7970780-BCA8-0498-7CC6-650A37F797C0}"/>
                </a:ext>
              </a:extLst>
            </p:cNvPr>
            <p:cNvCxnSpPr>
              <a:cxnSpLocks/>
            </p:cNvCxnSpPr>
            <p:nvPr userDrawn="1"/>
          </p:nvCxnSpPr>
          <p:spPr>
            <a:xfrm>
              <a:off x="12449814" y="423012"/>
              <a:ext cx="270000" cy="0"/>
            </a:xfrm>
            <a:prstGeom prst="line">
              <a:avLst/>
            </a:prstGeom>
            <a:noFill/>
            <a:ln w="19050" cap="flat" cmpd="sng" algn="ctr">
              <a:solidFill>
                <a:srgbClr val="2A2AEA"/>
              </a:solidFill>
              <a:prstDash val="solid"/>
            </a:ln>
            <a:effectLst/>
          </p:spPr>
        </p:cxnSp>
        <p:sp>
          <p:nvSpPr>
            <p:cNvPr id="10" name="TextBox 9">
              <a:extLst>
                <a:ext uri="{FF2B5EF4-FFF2-40B4-BE49-F238E27FC236}">
                  <a16:creationId xmlns:a16="http://schemas.microsoft.com/office/drawing/2014/main" id="{21ADBDA4-7D61-CF2E-6378-907CD43E3584}"/>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1: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from file browser</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Drag the icon onto the slide.</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70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kumimoji="0" lang="en-US" sz="100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endParaRPr>
            </a:p>
          </p:txBody>
        </p:sp>
        <p:sp>
          <p:nvSpPr>
            <p:cNvPr id="11" name="TextBox 10">
              <a:extLst>
                <a:ext uri="{FF2B5EF4-FFF2-40B4-BE49-F238E27FC236}">
                  <a16:creationId xmlns:a16="http://schemas.microsoft.com/office/drawing/2014/main" id="{B5816EF0-93C7-2EE3-AFCC-C3DAB7DDA4AC}"/>
                </a:ext>
              </a:extLst>
            </p:cNvPr>
            <p:cNvSpPr txBox="1">
              <a:spLocks noChangeAspect="1"/>
            </p:cNvSpPr>
            <p:nvPr/>
          </p:nvSpPr>
          <p:spPr>
            <a:xfrm>
              <a:off x="12449814" y="566082"/>
              <a:ext cx="114706" cy="114706"/>
            </a:xfrm>
            <a:prstGeom prst="ellipse">
              <a:avLst/>
            </a:prstGeom>
            <a:solidFill>
              <a:srgbClr val="2A2AEA"/>
            </a:solidFill>
          </p:spPr>
          <p:txBody>
            <a:bodyPr vert="horz"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500" b="0" i="0" u="none" strike="noStrike" kern="0" cap="none" spc="0" normalizeH="0" baseline="0" noProof="0">
                  <a:ln>
                    <a:noFill/>
                  </a:ln>
                  <a:solidFill>
                    <a:srgbClr val="FFFFFF"/>
                  </a:solidFill>
                  <a:effectLst/>
                  <a:uLnTx/>
                  <a:uFillTx/>
                  <a:ea typeface="Arial" charset="0"/>
                  <a:cs typeface="Aparajita" panose="02020603050405020304" pitchFamily="18" charset="0"/>
                </a:rPr>
                <a:t>1</a:t>
              </a:r>
            </a:p>
          </p:txBody>
        </p:sp>
        <p:sp>
          <p:nvSpPr>
            <p:cNvPr id="12" name="TextBox 11">
              <a:extLst>
                <a:ext uri="{FF2B5EF4-FFF2-40B4-BE49-F238E27FC236}">
                  <a16:creationId xmlns:a16="http://schemas.microsoft.com/office/drawing/2014/main" id="{AF949B1F-B12D-ABBE-06D2-4D6313886D9F}"/>
                </a:ext>
              </a:extLst>
            </p:cNvPr>
            <p:cNvSpPr txBox="1">
              <a:spLocks noChangeAspect="1"/>
            </p:cNvSpPr>
            <p:nvPr/>
          </p:nvSpPr>
          <p:spPr>
            <a:xfrm>
              <a:off x="12449814" y="1018081"/>
              <a:ext cx="114706" cy="114706"/>
            </a:xfrm>
            <a:prstGeom prst="ellipse">
              <a:avLst/>
            </a:prstGeom>
            <a:solidFill>
              <a:srgbClr val="2A2AEA"/>
            </a:solidFill>
          </p:spPr>
          <p:txBody>
            <a:bodyPr vert="horz"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500" b="0" i="0" u="none" strike="noStrike" kern="0" cap="none" spc="0" normalizeH="0" baseline="0" noProof="0">
                  <a:ln>
                    <a:noFill/>
                  </a:ln>
                  <a:solidFill>
                    <a:srgbClr val="FFFFFF"/>
                  </a:solidFill>
                  <a:effectLst/>
                  <a:uLnTx/>
                  <a:uFillTx/>
                  <a:ea typeface="Arial" charset="0"/>
                  <a:cs typeface="Aparajita" panose="02020603050405020304" pitchFamily="18" charset="0"/>
                </a:rPr>
                <a:t>2</a:t>
              </a:r>
            </a:p>
          </p:txBody>
        </p:sp>
        <p:sp>
          <p:nvSpPr>
            <p:cNvPr id="13" name="TextBox 12">
              <a:extLst>
                <a:ext uri="{FF2B5EF4-FFF2-40B4-BE49-F238E27FC236}">
                  <a16:creationId xmlns:a16="http://schemas.microsoft.com/office/drawing/2014/main" id="{BD87D508-6A96-42E0-EF1A-8F3D267AD189}"/>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70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Source icon from the </a:t>
              </a:r>
              <a:b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br>
              <a:r>
                <a:rPr kumimoji="0" lang="en-US" sz="1050" b="0" i="0" u="none" strike="noStrike" kern="0" cap="none" spc="0" normalizeH="0" baseline="0" noProof="0">
                  <a:ln>
                    <a:noFill/>
                  </a:ln>
                  <a:solidFill>
                    <a:srgbClr val="2A2AEA"/>
                  </a:solidFill>
                  <a:effectLst/>
                  <a:uLnTx/>
                  <a:uFillTx/>
                  <a:latin typeface="Aptos" panose="020B0004020202020204" pitchFamily="34" charset="0"/>
                  <a:cs typeface="Aparajita" panose="02020603050405020304" pitchFamily="18" charset="0"/>
                </a:rPr>
                <a:t>Qualcomm Icon Library</a:t>
              </a:r>
            </a:p>
            <a:p>
              <a:pPr marL="0" marR="0" lvl="0" indent="0" defTabSz="914400" eaLnBrk="1" fontAlgn="auto" latinLnBrk="0" hangingPunct="1">
                <a:lnSpc>
                  <a:spcPct val="100000"/>
                </a:lnSpc>
                <a:spcBef>
                  <a:spcPts val="70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Add the icon to the placeholder.</a:t>
              </a:r>
            </a:p>
          </p:txBody>
        </p:sp>
        <p:sp>
          <p:nvSpPr>
            <p:cNvPr id="14" name="TextBox 13">
              <a:extLst>
                <a:ext uri="{FF2B5EF4-FFF2-40B4-BE49-F238E27FC236}">
                  <a16:creationId xmlns:a16="http://schemas.microsoft.com/office/drawing/2014/main" id="{8E193CD7-02AA-87E4-83F0-9F2877F38473}"/>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2: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Paste from clipboard</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Select the icon placeholder.</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Right-click or use keyboard shortcuts to paste the icon.</a:t>
              </a:r>
            </a:p>
          </p:txBody>
        </p:sp>
        <p:sp>
          <p:nvSpPr>
            <p:cNvPr id="20" name="TextBox 19">
              <a:extLst>
                <a:ext uri="{FF2B5EF4-FFF2-40B4-BE49-F238E27FC236}">
                  <a16:creationId xmlns:a16="http://schemas.microsoft.com/office/drawing/2014/main" id="{3C6906C6-174E-51C7-FBA8-97422549FE4C}"/>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3: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Placeholder icon</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Click the image icon inside the placeholder to browse for an icon.</a:t>
              </a:r>
            </a:p>
          </p:txBody>
        </p:sp>
        <p:grpSp>
          <p:nvGrpSpPr>
            <p:cNvPr id="21" name="Group 20">
              <a:extLst>
                <a:ext uri="{FF2B5EF4-FFF2-40B4-BE49-F238E27FC236}">
                  <a16:creationId xmlns:a16="http://schemas.microsoft.com/office/drawing/2014/main" id="{260CE4A8-0F0A-4C75-D776-4A1000990F4B}"/>
                </a:ext>
              </a:extLst>
            </p:cNvPr>
            <p:cNvGrpSpPr/>
            <p:nvPr userDrawn="1"/>
          </p:nvGrpSpPr>
          <p:grpSpPr>
            <a:xfrm>
              <a:off x="12429548" y="3236396"/>
              <a:ext cx="2735151" cy="1280928"/>
              <a:chOff x="9286315" y="6976989"/>
              <a:chExt cx="2735151" cy="1280928"/>
            </a:xfrm>
          </p:grpSpPr>
          <p:sp>
            <p:nvSpPr>
              <p:cNvPr id="38" name="Rectangle 37">
                <a:extLst>
                  <a:ext uri="{FF2B5EF4-FFF2-40B4-BE49-F238E27FC236}">
                    <a16:creationId xmlns:a16="http://schemas.microsoft.com/office/drawing/2014/main" id="{D6DF7B9B-9DDA-C33F-85FF-F83948A401AD}"/>
                  </a:ext>
                </a:extLst>
              </p:cNvPr>
              <p:cNvSpPr/>
              <p:nvPr userDrawn="1"/>
            </p:nvSpPr>
            <p:spPr>
              <a:xfrm>
                <a:off x="9286315" y="6976989"/>
                <a:ext cx="2735151" cy="1280928"/>
              </a:xfrm>
              <a:prstGeom prst="rect">
                <a:avLst/>
              </a:prstGeom>
              <a:solidFill>
                <a:srgbClr val="000000"/>
              </a:solidFill>
              <a:ln w="25400" cap="flat" cmpd="sng" algn="ctr">
                <a:solidFill>
                  <a:srgbClr val="EFF1F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39" name="TextBox 38">
                <a:extLst>
                  <a:ext uri="{FF2B5EF4-FFF2-40B4-BE49-F238E27FC236}">
                    <a16:creationId xmlns:a16="http://schemas.microsoft.com/office/drawing/2014/main" id="{03EFCB32-9400-C460-757B-A7C79C8D2CDF}"/>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FFFFFF"/>
                    </a:solidFill>
                    <a:effectLst/>
                    <a:uLnTx/>
                    <a:uFillTx/>
                    <a:ea typeface="Arial" charset="0"/>
                    <a:cs typeface="Aparajita" panose="02020603050405020304" pitchFamily="18" charset="0"/>
                  </a:rPr>
                  <a:t>Cropping Graphics</a:t>
                </a:r>
              </a:p>
            </p:txBody>
          </p:sp>
          <p:pic>
            <p:nvPicPr>
              <p:cNvPr id="40" name="Graphic 39">
                <a:extLst>
                  <a:ext uri="{FF2B5EF4-FFF2-40B4-BE49-F238E27FC236}">
                    <a16:creationId xmlns:a16="http://schemas.microsoft.com/office/drawing/2014/main" id="{DC83CEE5-722F-4A2A-E4F1-8655BE1B625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41" name="TextBox 40">
                <a:extLst>
                  <a:ext uri="{FF2B5EF4-FFF2-40B4-BE49-F238E27FC236}">
                    <a16:creationId xmlns:a16="http://schemas.microsoft.com/office/drawing/2014/main" id="{6DB9F243-EA42-F273-6F4F-9E735DD7F93F}"/>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Right-click on the icon.</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Choose “Crop” from the menu. (           )</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Adjust the size and position of the image.</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Press Esc or click outside the image area to exit the cropping mode.</a:t>
                </a:r>
              </a:p>
            </p:txBody>
          </p:sp>
          <p:pic>
            <p:nvPicPr>
              <p:cNvPr id="42" name="Picture 41">
                <a:extLst>
                  <a:ext uri="{FF2B5EF4-FFF2-40B4-BE49-F238E27FC236}">
                    <a16:creationId xmlns:a16="http://schemas.microsoft.com/office/drawing/2014/main" id="{5566EBE2-6A2E-A56C-E7C4-30802C3B8D32}"/>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130" name="TextBox 129">
                <a:extLst>
                  <a:ext uri="{FF2B5EF4-FFF2-40B4-BE49-F238E27FC236}">
                    <a16:creationId xmlns:a16="http://schemas.microsoft.com/office/drawing/2014/main" id="{6D813C75-EA44-DCE1-5697-1962589C9115}"/>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all" spc="150" normalizeH="0" baseline="0" noProof="0">
                    <a:ln>
                      <a:noFill/>
                    </a:ln>
                    <a:solidFill>
                      <a:srgbClr val="FFFFFF"/>
                    </a:solidFill>
                    <a:effectLst/>
                    <a:uLnTx/>
                    <a:uFillTx/>
                  </a:rPr>
                  <a:t>TIP</a:t>
                </a:r>
              </a:p>
            </p:txBody>
          </p:sp>
        </p:grpSp>
        <p:grpSp>
          <p:nvGrpSpPr>
            <p:cNvPr id="22" name="Group 21">
              <a:extLst>
                <a:ext uri="{FF2B5EF4-FFF2-40B4-BE49-F238E27FC236}">
                  <a16:creationId xmlns:a16="http://schemas.microsoft.com/office/drawing/2014/main" id="{C42BCB3F-53CE-B020-DE2F-6E483C5F107D}"/>
                </a:ext>
              </a:extLst>
            </p:cNvPr>
            <p:cNvGrpSpPr/>
            <p:nvPr userDrawn="1"/>
          </p:nvGrpSpPr>
          <p:grpSpPr>
            <a:xfrm>
              <a:off x="12429548" y="4543123"/>
              <a:ext cx="2735151" cy="2200108"/>
              <a:chOff x="9538241" y="5155416"/>
              <a:chExt cx="2735151" cy="2200108"/>
            </a:xfrm>
          </p:grpSpPr>
          <p:sp>
            <p:nvSpPr>
              <p:cNvPr id="29" name="Rectangle 28">
                <a:extLst>
                  <a:ext uri="{FF2B5EF4-FFF2-40B4-BE49-F238E27FC236}">
                    <a16:creationId xmlns:a16="http://schemas.microsoft.com/office/drawing/2014/main" id="{EED95C38-FD16-63F7-F5F6-7DD1558030AD}"/>
                  </a:ext>
                </a:extLst>
              </p:cNvPr>
              <p:cNvSpPr/>
              <p:nvPr userDrawn="1"/>
            </p:nvSpPr>
            <p:spPr>
              <a:xfrm>
                <a:off x="9538241" y="5155416"/>
                <a:ext cx="2735151" cy="2200108"/>
              </a:xfrm>
              <a:prstGeom prst="rect">
                <a:avLst/>
              </a:prstGeom>
              <a:solidFill>
                <a:srgbClr val="000000"/>
              </a:solidFill>
              <a:ln w="25400" cap="flat" cmpd="sng" algn="ctr">
                <a:solidFill>
                  <a:srgbClr val="EFF1F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30" name="TextBox 29">
                <a:extLst>
                  <a:ext uri="{FF2B5EF4-FFF2-40B4-BE49-F238E27FC236}">
                    <a16:creationId xmlns:a16="http://schemas.microsoft.com/office/drawing/2014/main" id="{CE8E9BD3-3F87-525E-9458-2359423BE61C}"/>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FFFFFF"/>
                    </a:solidFill>
                    <a:effectLst/>
                    <a:uLnTx/>
                    <a:uFillTx/>
                    <a:ea typeface="Arial" charset="0"/>
                    <a:cs typeface="Aparajita" panose="02020603050405020304" pitchFamily="18" charset="0"/>
                  </a:rPr>
                  <a:t>Changing Icons</a:t>
                </a:r>
              </a:p>
            </p:txBody>
          </p:sp>
          <p:pic>
            <p:nvPicPr>
              <p:cNvPr id="31" name="Graphic 30">
                <a:extLst>
                  <a:ext uri="{FF2B5EF4-FFF2-40B4-BE49-F238E27FC236}">
                    <a16:creationId xmlns:a16="http://schemas.microsoft.com/office/drawing/2014/main" id="{7521EABE-1DDA-C28D-74A2-855EA80B880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32" name="TextBox 31">
                <a:extLst>
                  <a:ext uri="{FF2B5EF4-FFF2-40B4-BE49-F238E27FC236}">
                    <a16:creationId xmlns:a16="http://schemas.microsoft.com/office/drawing/2014/main" id="{11BF9854-367B-CBBA-CD2B-6DBCFB3FEEE3}"/>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0" cap="all" spc="20" normalizeH="0" baseline="0" noProof="0">
                    <a:ln>
                      <a:noFill/>
                    </a:ln>
                    <a:solidFill>
                      <a:srgbClr val="FFFFFF"/>
                    </a:solidFill>
                    <a:effectLst/>
                    <a:uLnTx/>
                    <a:uFillTx/>
                    <a:cs typeface="Aparajita" panose="02020603050405020304" pitchFamily="18" charset="0"/>
                  </a:rPr>
                  <a:t>Method 1: </a:t>
                </a:r>
                <a:r>
                  <a:rPr kumimoji="0" lang="en-US" sz="600" b="0" i="0" u="none" strike="noStrike" kern="0" cap="all" spc="20" normalizeH="0" baseline="0" noProof="0">
                    <a:ln>
                      <a:noFill/>
                    </a:ln>
                    <a:solidFill>
                      <a:srgbClr val="FFFFFF"/>
                    </a:solidFill>
                    <a:effectLst/>
                    <a:uLnTx/>
                    <a:uFillTx/>
                    <a:cs typeface="Aparajita" panose="02020603050405020304" pitchFamily="18" charset="0"/>
                  </a:rPr>
                  <a:t>RIGHT CLICK</a:t>
                </a:r>
              </a:p>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Right-click on icon and select “Change Picture”</a:t>
                </a:r>
              </a:p>
            </p:txBody>
          </p:sp>
          <p:sp>
            <p:nvSpPr>
              <p:cNvPr id="33" name="TextBox 32">
                <a:extLst>
                  <a:ext uri="{FF2B5EF4-FFF2-40B4-BE49-F238E27FC236}">
                    <a16:creationId xmlns:a16="http://schemas.microsoft.com/office/drawing/2014/main" id="{8D80CDF4-B59D-389D-AA20-6E9F5EF00C86}"/>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34" name="TextBox 33">
                <a:extLst>
                  <a:ext uri="{FF2B5EF4-FFF2-40B4-BE49-F238E27FC236}">
                    <a16:creationId xmlns:a16="http://schemas.microsoft.com/office/drawing/2014/main" id="{DD3B16CD-3463-3F49-0200-168C495AFAA2}"/>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0" cap="all" spc="20" normalizeH="0" baseline="0" noProof="0">
                    <a:ln>
                      <a:noFill/>
                    </a:ln>
                    <a:solidFill>
                      <a:srgbClr val="FFFFFF"/>
                    </a:solidFill>
                    <a:effectLst/>
                    <a:uLnTx/>
                    <a:uFillTx/>
                    <a:cs typeface="Aparajita" panose="02020603050405020304" pitchFamily="18" charset="0"/>
                  </a:rPr>
                  <a:t>Method 2: </a:t>
                </a:r>
                <a:r>
                  <a:rPr kumimoji="0" lang="en-US" sz="600" b="0" i="0" u="none" strike="noStrike" kern="0" cap="all" spc="20" normalizeH="0" baseline="0" noProof="0">
                    <a:ln>
                      <a:noFill/>
                    </a:ln>
                    <a:solidFill>
                      <a:srgbClr val="FFFFFF"/>
                    </a:solidFill>
                    <a:effectLst/>
                    <a:uLnTx/>
                    <a:uFillTx/>
                    <a:cs typeface="Aparajita" panose="02020603050405020304" pitchFamily="18" charset="0"/>
                  </a:rPr>
                  <a:t>RESET PLACEHOLDER</a:t>
                </a:r>
              </a:p>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First, delete the existing icon to reset the photo placeholder functionality.</a:t>
                </a:r>
              </a:p>
            </p:txBody>
          </p:sp>
          <p:sp>
            <p:nvSpPr>
              <p:cNvPr id="35" name="TextBox 34">
                <a:extLst>
                  <a:ext uri="{FF2B5EF4-FFF2-40B4-BE49-F238E27FC236}">
                    <a16:creationId xmlns:a16="http://schemas.microsoft.com/office/drawing/2014/main" id="{792CD33D-4A40-3353-AEB5-343C73AA5C37}"/>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You can now add a new icon as normal.</a:t>
                </a:r>
              </a:p>
            </p:txBody>
          </p:sp>
          <p:cxnSp>
            <p:nvCxnSpPr>
              <p:cNvPr id="36" name="Straight Connector 35">
                <a:extLst>
                  <a:ext uri="{FF2B5EF4-FFF2-40B4-BE49-F238E27FC236}">
                    <a16:creationId xmlns:a16="http://schemas.microsoft.com/office/drawing/2014/main" id="{8D0CB376-99C4-94BA-CF39-CB6040DF6096}"/>
                  </a:ext>
                </a:extLst>
              </p:cNvPr>
              <p:cNvCxnSpPr>
                <a:cxnSpLocks/>
              </p:cNvCxnSpPr>
              <p:nvPr userDrawn="1"/>
            </p:nvCxnSpPr>
            <p:spPr>
              <a:xfrm>
                <a:off x="9713479" y="5957047"/>
                <a:ext cx="270000" cy="0"/>
              </a:xfrm>
              <a:prstGeom prst="line">
                <a:avLst/>
              </a:prstGeom>
              <a:noFill/>
              <a:ln w="9525" cap="flat" cmpd="sng" algn="ctr">
                <a:solidFill>
                  <a:srgbClr val="833AFF"/>
                </a:solidFill>
                <a:prstDash val="solid"/>
              </a:ln>
              <a:effectLst/>
            </p:spPr>
          </p:cxnSp>
          <p:sp>
            <p:nvSpPr>
              <p:cNvPr id="37" name="TextBox 36">
                <a:extLst>
                  <a:ext uri="{FF2B5EF4-FFF2-40B4-BE49-F238E27FC236}">
                    <a16:creationId xmlns:a16="http://schemas.microsoft.com/office/drawing/2014/main" id="{5C8BADC1-8AD4-A9C6-6992-8A3CBF399C7E}"/>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all" spc="150" normalizeH="0" baseline="0" noProof="0">
                    <a:ln>
                      <a:noFill/>
                    </a:ln>
                    <a:solidFill>
                      <a:srgbClr val="FFFFFF"/>
                    </a:solidFill>
                    <a:effectLst/>
                    <a:uLnTx/>
                    <a:uFillTx/>
                  </a:rPr>
                  <a:t>TIP</a:t>
                </a:r>
              </a:p>
            </p:txBody>
          </p:sp>
        </p:grpSp>
      </p:grpSp>
      <p:sp>
        <p:nvSpPr>
          <p:cNvPr id="43" name="TextBox 42">
            <a:extLst>
              <a:ext uri="{FF2B5EF4-FFF2-40B4-BE49-F238E27FC236}">
                <a16:creationId xmlns:a16="http://schemas.microsoft.com/office/drawing/2014/main" id="{760DBA6B-DE9D-AE45-238E-FC9603DD6DEA}"/>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5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50000"/>
                </a:schemeClr>
              </a:solidFill>
              <a:latin typeface="+mn-lt"/>
              <a:ea typeface="+mn-ea"/>
              <a:cs typeface="+mn-cs"/>
            </a:endParaRPr>
          </a:p>
        </p:txBody>
      </p:sp>
      <p:sp>
        <p:nvSpPr>
          <p:cNvPr id="44" name="TextBox 43">
            <a:extLst>
              <a:ext uri="{FF2B5EF4-FFF2-40B4-BE49-F238E27FC236}">
                <a16:creationId xmlns:a16="http://schemas.microsoft.com/office/drawing/2014/main" id="{C19F306B-EE14-1634-A7EA-9BC48C60BD9F}"/>
              </a:ext>
            </a:extLst>
          </p:cNvPr>
          <p:cNvSpPr txBox="1"/>
          <p:nvPr userDrawn="1"/>
        </p:nvSpPr>
        <p:spPr>
          <a:xfrm>
            <a:off x="6773075"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800" kern="1200" baseline="0">
                <a:solidFill>
                  <a:schemeClr val="accent6">
                    <a:lumMod val="50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385121066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13">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wo Column_Light Grey (No Icon)">
    <p:bg>
      <p:bgPr>
        <a:solidFill>
          <a:srgbClr val="EFF1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DF7D16-FB5B-A236-3D0F-5BF142E7C0B8}"/>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accent1"/>
                </a:solidFill>
                <a:latin typeface="+mj-lt"/>
                <a:ea typeface="+mj-ea"/>
                <a:cs typeface="+mj-cs"/>
              </a:defRPr>
            </a:lvl1pPr>
          </a:lstStyle>
          <a:p>
            <a:r>
              <a:rPr lang="en-US"/>
              <a:t>Two column layout</a:t>
            </a:r>
            <a:br>
              <a:rPr lang="en-US"/>
            </a:br>
            <a:r>
              <a:rPr lang="en-US"/>
              <a:t>Title 2 lines maximum</a:t>
            </a:r>
            <a:endParaRPr lang="en-CA"/>
          </a:p>
        </p:txBody>
      </p:sp>
      <p:sp>
        <p:nvSpPr>
          <p:cNvPr id="11" name="Text Placeholder 22">
            <a:extLst>
              <a:ext uri="{FF2B5EF4-FFF2-40B4-BE49-F238E27FC236}">
                <a16:creationId xmlns:a16="http://schemas.microsoft.com/office/drawing/2014/main" id="{702446A2-99D5-4B8F-3663-6D6D7C0900E3}"/>
              </a:ext>
            </a:extLst>
          </p:cNvPr>
          <p:cNvSpPr>
            <a:spLocks noGrp="1"/>
          </p:cNvSpPr>
          <p:nvPr>
            <p:ph type="body" sz="quarter" idx="27" hasCustomPrompt="1"/>
          </p:nvPr>
        </p:nvSpPr>
        <p:spPr>
          <a:xfrm>
            <a:off x="531810" y="1706497"/>
            <a:ext cx="5419727" cy="905188"/>
          </a:xfrm>
          <a:prstGeom prst="callout1">
            <a:avLst>
              <a:gd name="adj1" fmla="val 93708"/>
              <a:gd name="adj2" fmla="val -69"/>
              <a:gd name="adj3" fmla="val 93686"/>
              <a:gd name="adj4" fmla="val 11746"/>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7" name="Text Placeholder 16">
            <a:extLst>
              <a:ext uri="{FF2B5EF4-FFF2-40B4-BE49-F238E27FC236}">
                <a16:creationId xmlns:a16="http://schemas.microsoft.com/office/drawing/2014/main" id="{3A1602AA-A8D3-DBB9-03DE-82B0711162CD}"/>
              </a:ext>
            </a:extLst>
          </p:cNvPr>
          <p:cNvSpPr>
            <a:spLocks noGrp="1"/>
          </p:cNvSpPr>
          <p:nvPr>
            <p:ph type="body" sz="quarter" idx="15" hasCustomPrompt="1"/>
          </p:nvPr>
        </p:nvSpPr>
        <p:spPr>
          <a:xfrm>
            <a:off x="531812" y="2868418"/>
            <a:ext cx="5429386" cy="2508379"/>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Nunc </a:t>
            </a:r>
            <a:r>
              <a:rPr lang="en-US" err="1"/>
              <a:t>viverra</a:t>
            </a:r>
            <a:r>
              <a:rPr lang="en-US"/>
              <a:t> </a:t>
            </a:r>
            <a:r>
              <a:rPr lang="en-US" err="1"/>
              <a:t>imperdiet</a:t>
            </a:r>
            <a:r>
              <a:rPr lang="en-US"/>
              <a:t> </a:t>
            </a:r>
            <a:r>
              <a:rPr lang="en-US" err="1"/>
              <a:t>enim</a:t>
            </a:r>
            <a:r>
              <a:rPr lang="en-US"/>
              <a:t>. </a:t>
            </a:r>
            <a:r>
              <a:rPr lang="en-US" err="1"/>
              <a:t>Fusce</a:t>
            </a:r>
            <a:r>
              <a:rPr lang="en-US"/>
              <a:t> est. </a:t>
            </a:r>
            <a:r>
              <a:rPr lang="en-US" err="1"/>
              <a:t>Vivamus</a:t>
            </a:r>
            <a:r>
              <a:rPr lang="en-US"/>
              <a:t> a </a:t>
            </a:r>
            <a:r>
              <a:rPr lang="en-US" err="1"/>
              <a:t>tellus</a:t>
            </a:r>
            <a:endParaRPr lang="en-US"/>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fames ac </a:t>
            </a:r>
            <a:r>
              <a:rPr lang="en-US" err="1"/>
              <a:t>turpis</a:t>
            </a:r>
            <a:r>
              <a:rPr lang="en-US"/>
              <a:t> </a:t>
            </a:r>
            <a:r>
              <a:rPr lang="en-US" err="1"/>
              <a:t>egestas</a:t>
            </a:r>
            <a:r>
              <a:rPr lang="en-US"/>
              <a:t>. Proin pharetra </a:t>
            </a:r>
            <a:r>
              <a:rPr lang="en-US" err="1"/>
              <a:t>nonummy</a:t>
            </a:r>
            <a:r>
              <a:rPr lang="en-US"/>
              <a:t> </a:t>
            </a:r>
            <a:r>
              <a:rPr lang="en-US" err="1"/>
              <a:t>pede</a:t>
            </a:r>
            <a:r>
              <a:rPr lang="en-US"/>
              <a:t>. </a:t>
            </a:r>
            <a:r>
              <a:rPr lang="en-US" err="1"/>
              <a:t>Mauris</a:t>
            </a:r>
            <a:r>
              <a:rPr lang="en-US"/>
              <a:t> et </a:t>
            </a:r>
            <a:r>
              <a:rPr lang="en-US" err="1"/>
              <a:t>orci</a:t>
            </a:r>
            <a:r>
              <a:rPr lang="en-US"/>
              <a:t>.</a:t>
            </a:r>
          </a:p>
        </p:txBody>
      </p:sp>
      <p:sp>
        <p:nvSpPr>
          <p:cNvPr id="2" name="Footer Placeholder 1">
            <a:extLst>
              <a:ext uri="{FF2B5EF4-FFF2-40B4-BE49-F238E27FC236}">
                <a16:creationId xmlns:a16="http://schemas.microsoft.com/office/drawing/2014/main" id="{A85A980C-84E3-2D1C-3C83-37EF671921AD}"/>
              </a:ext>
            </a:extLst>
          </p:cNvPr>
          <p:cNvSpPr>
            <a:spLocks noGrp="1"/>
          </p:cNvSpPr>
          <p:nvPr>
            <p:ph type="ftr" sz="quarter" idx="32"/>
          </p:nvPr>
        </p:nvSpPr>
        <p:spPr/>
        <p:txBody>
          <a:bodyPr/>
          <a:lstStyle>
            <a:lvl1pPr>
              <a:defRPr>
                <a:solidFill>
                  <a:schemeClr val="accent6">
                    <a:lumMod val="50000"/>
                  </a:schemeClr>
                </a:solidFill>
              </a:defRPr>
            </a:lvl1pPr>
          </a:lstStyle>
          <a:p>
            <a:endParaRPr lang="en-CA"/>
          </a:p>
        </p:txBody>
      </p:sp>
      <p:sp>
        <p:nvSpPr>
          <p:cNvPr id="10" name="Text Placeholder 22">
            <a:extLst>
              <a:ext uri="{FF2B5EF4-FFF2-40B4-BE49-F238E27FC236}">
                <a16:creationId xmlns:a16="http://schemas.microsoft.com/office/drawing/2014/main" id="{5DE8ED68-428F-47DF-6FEA-AE7FB9D8D15D}"/>
              </a:ext>
            </a:extLst>
          </p:cNvPr>
          <p:cNvSpPr>
            <a:spLocks noGrp="1"/>
          </p:cNvSpPr>
          <p:nvPr>
            <p:ph type="body" sz="quarter" idx="34" hasCustomPrompt="1"/>
          </p:nvPr>
        </p:nvSpPr>
        <p:spPr>
          <a:xfrm>
            <a:off x="6240018" y="1706497"/>
            <a:ext cx="5419727" cy="905188"/>
          </a:xfrm>
          <a:prstGeom prst="callout1">
            <a:avLst>
              <a:gd name="adj1" fmla="val 93708"/>
              <a:gd name="adj2" fmla="val -69"/>
              <a:gd name="adj3" fmla="val 93686"/>
              <a:gd name="adj4" fmla="val 11746"/>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2" name="Text Placeholder 16">
            <a:extLst>
              <a:ext uri="{FF2B5EF4-FFF2-40B4-BE49-F238E27FC236}">
                <a16:creationId xmlns:a16="http://schemas.microsoft.com/office/drawing/2014/main" id="{324B9E31-F60C-0248-1D39-D3565D40F967}"/>
              </a:ext>
            </a:extLst>
          </p:cNvPr>
          <p:cNvSpPr>
            <a:spLocks noGrp="1"/>
          </p:cNvSpPr>
          <p:nvPr>
            <p:ph type="body" sz="quarter" idx="35" hasCustomPrompt="1"/>
          </p:nvPr>
        </p:nvSpPr>
        <p:spPr>
          <a:xfrm>
            <a:off x="6240018" y="2868418"/>
            <a:ext cx="5429386" cy="2508379"/>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Nunc </a:t>
            </a:r>
            <a:r>
              <a:rPr lang="en-US" err="1"/>
              <a:t>viverra</a:t>
            </a:r>
            <a:r>
              <a:rPr lang="en-US"/>
              <a:t> </a:t>
            </a:r>
            <a:r>
              <a:rPr lang="en-US" err="1"/>
              <a:t>imperdiet</a:t>
            </a:r>
            <a:r>
              <a:rPr lang="en-US"/>
              <a:t> </a:t>
            </a:r>
            <a:r>
              <a:rPr lang="en-US" err="1"/>
              <a:t>enim</a:t>
            </a:r>
            <a:r>
              <a:rPr lang="en-US"/>
              <a:t>. </a:t>
            </a:r>
            <a:r>
              <a:rPr lang="en-US" err="1"/>
              <a:t>Fusce</a:t>
            </a:r>
            <a:r>
              <a:rPr lang="en-US"/>
              <a:t> est. </a:t>
            </a:r>
            <a:r>
              <a:rPr lang="en-US" err="1"/>
              <a:t>Vivamus</a:t>
            </a:r>
            <a:r>
              <a:rPr lang="en-US"/>
              <a:t> a </a:t>
            </a:r>
            <a:r>
              <a:rPr lang="en-US" err="1"/>
              <a:t>tellus</a:t>
            </a:r>
            <a:endParaRPr lang="en-US"/>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fames ac </a:t>
            </a:r>
            <a:r>
              <a:rPr lang="en-US" err="1"/>
              <a:t>turpis</a:t>
            </a:r>
            <a:r>
              <a:rPr lang="en-US"/>
              <a:t> </a:t>
            </a:r>
            <a:r>
              <a:rPr lang="en-US" err="1"/>
              <a:t>egestas</a:t>
            </a:r>
            <a:r>
              <a:rPr lang="en-US"/>
              <a:t>. Proin pharetra </a:t>
            </a:r>
            <a:r>
              <a:rPr lang="en-US" err="1"/>
              <a:t>nonummy</a:t>
            </a:r>
            <a:r>
              <a:rPr lang="en-US"/>
              <a:t> </a:t>
            </a:r>
            <a:r>
              <a:rPr lang="en-US" err="1"/>
              <a:t>pede</a:t>
            </a:r>
            <a:r>
              <a:rPr lang="en-US"/>
              <a:t>. </a:t>
            </a:r>
            <a:r>
              <a:rPr lang="en-US" err="1"/>
              <a:t>Mauris</a:t>
            </a:r>
            <a:r>
              <a:rPr lang="en-US"/>
              <a:t> et </a:t>
            </a:r>
            <a:r>
              <a:rPr lang="en-US" err="1"/>
              <a:t>orci</a:t>
            </a:r>
            <a:r>
              <a:rPr lang="en-US"/>
              <a:t>.</a:t>
            </a:r>
          </a:p>
        </p:txBody>
      </p:sp>
      <p:grpSp>
        <p:nvGrpSpPr>
          <p:cNvPr id="4" name="Group 3">
            <a:extLst>
              <a:ext uri="{FF2B5EF4-FFF2-40B4-BE49-F238E27FC236}">
                <a16:creationId xmlns:a16="http://schemas.microsoft.com/office/drawing/2014/main" id="{E73B40A2-055E-A2B0-BFF2-3F99C06D5A4B}"/>
              </a:ext>
            </a:extLst>
          </p:cNvPr>
          <p:cNvGrpSpPr/>
          <p:nvPr userDrawn="1"/>
        </p:nvGrpSpPr>
        <p:grpSpPr>
          <a:xfrm>
            <a:off x="12290489" y="-1"/>
            <a:ext cx="2910882" cy="6858001"/>
            <a:chOff x="12290489" y="-1"/>
            <a:chExt cx="2910882" cy="6858001"/>
          </a:xfrm>
        </p:grpSpPr>
        <p:sp>
          <p:nvSpPr>
            <p:cNvPr id="5" name="Rectangle 4">
              <a:extLst>
                <a:ext uri="{FF2B5EF4-FFF2-40B4-BE49-F238E27FC236}">
                  <a16:creationId xmlns:a16="http://schemas.microsoft.com/office/drawing/2014/main" id="{EDEE752C-E1A4-F697-78F4-D3A984FA9AFE}"/>
                </a:ext>
              </a:extLst>
            </p:cNvPr>
            <p:cNvSpPr/>
            <p:nvPr userDrawn="1"/>
          </p:nvSpPr>
          <p:spPr>
            <a:xfrm>
              <a:off x="12290489" y="-1"/>
              <a:ext cx="2735151" cy="6858001"/>
            </a:xfrm>
            <a:prstGeom prst="rect">
              <a:avLst/>
            </a:prstGeom>
            <a:solidFill>
              <a:srgbClr val="EFF1F5"/>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13" name="TextBox 12">
              <a:extLst>
                <a:ext uri="{FF2B5EF4-FFF2-40B4-BE49-F238E27FC236}">
                  <a16:creationId xmlns:a16="http://schemas.microsoft.com/office/drawing/2014/main" id="{D6F854B4-791D-298D-82F6-F1E540D94D45}"/>
                </a:ext>
              </a:extLst>
            </p:cNvPr>
            <p:cNvSpPr txBox="1"/>
            <p:nvPr userDrawn="1"/>
          </p:nvSpPr>
          <p:spPr>
            <a:xfrm>
              <a:off x="12449814" y="173148"/>
              <a:ext cx="1455527"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HOW TO ADD AN ICON</a:t>
              </a:r>
            </a:p>
          </p:txBody>
        </p:sp>
        <p:cxnSp>
          <p:nvCxnSpPr>
            <p:cNvPr id="14" name="Straight Connector 13">
              <a:extLst>
                <a:ext uri="{FF2B5EF4-FFF2-40B4-BE49-F238E27FC236}">
                  <a16:creationId xmlns:a16="http://schemas.microsoft.com/office/drawing/2014/main" id="{267F22F2-E4EE-CEDC-B460-36FA6E7CD5C5}"/>
                </a:ext>
              </a:extLst>
            </p:cNvPr>
            <p:cNvCxnSpPr>
              <a:cxnSpLocks/>
            </p:cNvCxnSpPr>
            <p:nvPr userDrawn="1"/>
          </p:nvCxnSpPr>
          <p:spPr>
            <a:xfrm>
              <a:off x="12449814" y="423012"/>
              <a:ext cx="270000" cy="0"/>
            </a:xfrm>
            <a:prstGeom prst="line">
              <a:avLst/>
            </a:prstGeom>
            <a:noFill/>
            <a:ln w="19050" cap="flat" cmpd="sng" algn="ctr">
              <a:solidFill>
                <a:srgbClr val="2A2AEA"/>
              </a:solidFill>
              <a:prstDash val="solid"/>
            </a:ln>
            <a:effectLst/>
          </p:spPr>
        </p:cxnSp>
        <p:sp>
          <p:nvSpPr>
            <p:cNvPr id="15" name="TextBox 14">
              <a:extLst>
                <a:ext uri="{FF2B5EF4-FFF2-40B4-BE49-F238E27FC236}">
                  <a16:creationId xmlns:a16="http://schemas.microsoft.com/office/drawing/2014/main" id="{85789A14-1EA0-EF0D-54AF-B13D8339D387}"/>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1: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from file browser</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Drag the icon onto the slide.</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70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kumimoji="0" lang="en-US" sz="100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endParaRPr>
            </a:p>
          </p:txBody>
        </p:sp>
        <p:sp>
          <p:nvSpPr>
            <p:cNvPr id="16" name="TextBox 15">
              <a:extLst>
                <a:ext uri="{FF2B5EF4-FFF2-40B4-BE49-F238E27FC236}">
                  <a16:creationId xmlns:a16="http://schemas.microsoft.com/office/drawing/2014/main" id="{755E332A-EF30-A112-697B-F58A11E2ACD9}"/>
                </a:ext>
              </a:extLst>
            </p:cNvPr>
            <p:cNvSpPr txBox="1">
              <a:spLocks noChangeAspect="1"/>
            </p:cNvSpPr>
            <p:nvPr/>
          </p:nvSpPr>
          <p:spPr>
            <a:xfrm>
              <a:off x="12449814" y="566082"/>
              <a:ext cx="114706" cy="114706"/>
            </a:xfrm>
            <a:prstGeom prst="ellipse">
              <a:avLst/>
            </a:prstGeom>
            <a:solidFill>
              <a:srgbClr val="2A2AEA"/>
            </a:solidFill>
          </p:spPr>
          <p:txBody>
            <a:bodyPr vert="horz"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500" b="0" i="0" u="none" strike="noStrike" kern="0" cap="none" spc="0" normalizeH="0" baseline="0" noProof="0">
                  <a:ln>
                    <a:noFill/>
                  </a:ln>
                  <a:solidFill>
                    <a:srgbClr val="FFFFFF"/>
                  </a:solidFill>
                  <a:effectLst/>
                  <a:uLnTx/>
                  <a:uFillTx/>
                  <a:ea typeface="Arial" charset="0"/>
                  <a:cs typeface="Aparajita" panose="02020603050405020304" pitchFamily="18" charset="0"/>
                </a:rPr>
                <a:t>1</a:t>
              </a:r>
            </a:p>
          </p:txBody>
        </p:sp>
        <p:sp>
          <p:nvSpPr>
            <p:cNvPr id="17" name="TextBox 16">
              <a:extLst>
                <a:ext uri="{FF2B5EF4-FFF2-40B4-BE49-F238E27FC236}">
                  <a16:creationId xmlns:a16="http://schemas.microsoft.com/office/drawing/2014/main" id="{06428AB7-9A66-D178-754C-96C736142CCB}"/>
                </a:ext>
              </a:extLst>
            </p:cNvPr>
            <p:cNvSpPr txBox="1">
              <a:spLocks noChangeAspect="1"/>
            </p:cNvSpPr>
            <p:nvPr/>
          </p:nvSpPr>
          <p:spPr>
            <a:xfrm>
              <a:off x="12449814" y="1018081"/>
              <a:ext cx="114706" cy="114706"/>
            </a:xfrm>
            <a:prstGeom prst="ellipse">
              <a:avLst/>
            </a:prstGeom>
            <a:solidFill>
              <a:srgbClr val="2A2AEA"/>
            </a:solidFill>
          </p:spPr>
          <p:txBody>
            <a:bodyPr vert="horz"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500" b="0" i="0" u="none" strike="noStrike" kern="0" cap="none" spc="0" normalizeH="0" baseline="0" noProof="0">
                  <a:ln>
                    <a:noFill/>
                  </a:ln>
                  <a:solidFill>
                    <a:srgbClr val="FFFFFF"/>
                  </a:solidFill>
                  <a:effectLst/>
                  <a:uLnTx/>
                  <a:uFillTx/>
                  <a:ea typeface="Arial" charset="0"/>
                  <a:cs typeface="Aparajita" panose="02020603050405020304" pitchFamily="18" charset="0"/>
                </a:rPr>
                <a:t>2</a:t>
              </a:r>
            </a:p>
          </p:txBody>
        </p:sp>
        <p:sp>
          <p:nvSpPr>
            <p:cNvPr id="18" name="TextBox 17">
              <a:extLst>
                <a:ext uri="{FF2B5EF4-FFF2-40B4-BE49-F238E27FC236}">
                  <a16:creationId xmlns:a16="http://schemas.microsoft.com/office/drawing/2014/main" id="{50B98DCC-649C-7F0A-8855-3B2ABC32E6D5}"/>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70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Source icon from the </a:t>
              </a:r>
              <a:b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br>
              <a:r>
                <a:rPr kumimoji="0" lang="en-US" sz="1050" b="0" i="0" u="none" strike="noStrike" kern="0" cap="none" spc="0" normalizeH="0" baseline="0" noProof="0">
                  <a:ln>
                    <a:noFill/>
                  </a:ln>
                  <a:solidFill>
                    <a:srgbClr val="2A2AEA"/>
                  </a:solidFill>
                  <a:effectLst/>
                  <a:uLnTx/>
                  <a:uFillTx/>
                  <a:latin typeface="Aptos" panose="020B0004020202020204" pitchFamily="34" charset="0"/>
                  <a:cs typeface="Aparajita" panose="02020603050405020304" pitchFamily="18" charset="0"/>
                </a:rPr>
                <a:t>Qualcomm Icon Library</a:t>
              </a:r>
            </a:p>
            <a:p>
              <a:pPr marL="0" marR="0" lvl="0" indent="0" defTabSz="914400" eaLnBrk="1" fontAlgn="auto" latinLnBrk="0" hangingPunct="1">
                <a:lnSpc>
                  <a:spcPct val="100000"/>
                </a:lnSpc>
                <a:spcBef>
                  <a:spcPts val="70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Add the icon to the placeholder.</a:t>
              </a:r>
            </a:p>
          </p:txBody>
        </p:sp>
        <p:sp>
          <p:nvSpPr>
            <p:cNvPr id="19" name="TextBox 18">
              <a:extLst>
                <a:ext uri="{FF2B5EF4-FFF2-40B4-BE49-F238E27FC236}">
                  <a16:creationId xmlns:a16="http://schemas.microsoft.com/office/drawing/2014/main" id="{6DE41E0E-8A18-AA10-9731-51FAC49D5895}"/>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2: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Paste from clipboard</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Select the icon placeholder.</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Right-click or use keyboard shortcuts to paste the icon.</a:t>
              </a:r>
            </a:p>
          </p:txBody>
        </p:sp>
        <p:sp>
          <p:nvSpPr>
            <p:cNvPr id="20" name="TextBox 19">
              <a:extLst>
                <a:ext uri="{FF2B5EF4-FFF2-40B4-BE49-F238E27FC236}">
                  <a16:creationId xmlns:a16="http://schemas.microsoft.com/office/drawing/2014/main" id="{CF48917A-AD97-415A-90D7-5893029BFEED}"/>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3: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Placeholder icon</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Click the image icon inside the placeholder to browse for an icon.</a:t>
              </a:r>
            </a:p>
          </p:txBody>
        </p:sp>
        <p:grpSp>
          <p:nvGrpSpPr>
            <p:cNvPr id="21" name="Group 20">
              <a:extLst>
                <a:ext uri="{FF2B5EF4-FFF2-40B4-BE49-F238E27FC236}">
                  <a16:creationId xmlns:a16="http://schemas.microsoft.com/office/drawing/2014/main" id="{484A08CC-B4A7-E637-B3B8-9C7BEC8972CF}"/>
                </a:ext>
              </a:extLst>
            </p:cNvPr>
            <p:cNvGrpSpPr/>
            <p:nvPr userDrawn="1"/>
          </p:nvGrpSpPr>
          <p:grpSpPr>
            <a:xfrm>
              <a:off x="12429548" y="3236396"/>
              <a:ext cx="2735151" cy="1280928"/>
              <a:chOff x="9286315" y="6976989"/>
              <a:chExt cx="2735151" cy="1280928"/>
            </a:xfrm>
          </p:grpSpPr>
          <p:sp>
            <p:nvSpPr>
              <p:cNvPr id="32" name="Rectangle 31">
                <a:extLst>
                  <a:ext uri="{FF2B5EF4-FFF2-40B4-BE49-F238E27FC236}">
                    <a16:creationId xmlns:a16="http://schemas.microsoft.com/office/drawing/2014/main" id="{28618616-B797-3EE5-4427-875C50F617CA}"/>
                  </a:ext>
                </a:extLst>
              </p:cNvPr>
              <p:cNvSpPr/>
              <p:nvPr userDrawn="1"/>
            </p:nvSpPr>
            <p:spPr>
              <a:xfrm>
                <a:off x="9286315" y="6976989"/>
                <a:ext cx="2735151" cy="1280928"/>
              </a:xfrm>
              <a:prstGeom prst="rect">
                <a:avLst/>
              </a:prstGeom>
              <a:solidFill>
                <a:srgbClr val="000000"/>
              </a:solidFill>
              <a:ln w="25400" cap="flat" cmpd="sng" algn="ctr">
                <a:solidFill>
                  <a:srgbClr val="EFF1F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33" name="TextBox 32">
                <a:extLst>
                  <a:ext uri="{FF2B5EF4-FFF2-40B4-BE49-F238E27FC236}">
                    <a16:creationId xmlns:a16="http://schemas.microsoft.com/office/drawing/2014/main" id="{DD9DFDBF-EA94-773D-3E7F-123BBBCBEDC3}"/>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FFFFFF"/>
                    </a:solidFill>
                    <a:effectLst/>
                    <a:uLnTx/>
                    <a:uFillTx/>
                    <a:ea typeface="Arial" charset="0"/>
                    <a:cs typeface="Aparajita" panose="02020603050405020304" pitchFamily="18" charset="0"/>
                  </a:rPr>
                  <a:t>Cropping Graphics</a:t>
                </a:r>
              </a:p>
            </p:txBody>
          </p:sp>
          <p:pic>
            <p:nvPicPr>
              <p:cNvPr id="34" name="Graphic 33">
                <a:extLst>
                  <a:ext uri="{FF2B5EF4-FFF2-40B4-BE49-F238E27FC236}">
                    <a16:creationId xmlns:a16="http://schemas.microsoft.com/office/drawing/2014/main" id="{A222012F-1DEC-198D-C75A-DF86517B513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35" name="TextBox 34">
                <a:extLst>
                  <a:ext uri="{FF2B5EF4-FFF2-40B4-BE49-F238E27FC236}">
                    <a16:creationId xmlns:a16="http://schemas.microsoft.com/office/drawing/2014/main" id="{2D4DDD9F-0948-892E-48F0-9F7CF6859444}"/>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Right-click on the icon.</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Choose “Crop” from the menu. (           )</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Adjust the size and position of the image.</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Press Esc or click outside the image area to exit the cropping mode.</a:t>
                </a:r>
              </a:p>
            </p:txBody>
          </p:sp>
          <p:pic>
            <p:nvPicPr>
              <p:cNvPr id="36" name="Picture 35">
                <a:extLst>
                  <a:ext uri="{FF2B5EF4-FFF2-40B4-BE49-F238E27FC236}">
                    <a16:creationId xmlns:a16="http://schemas.microsoft.com/office/drawing/2014/main" id="{575D8087-DA52-537B-654B-7335D1A8933D}"/>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64" name="TextBox 63">
                <a:extLst>
                  <a:ext uri="{FF2B5EF4-FFF2-40B4-BE49-F238E27FC236}">
                    <a16:creationId xmlns:a16="http://schemas.microsoft.com/office/drawing/2014/main" id="{9A78683B-4C0B-8A46-28EE-2CCB4517F58A}"/>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all" spc="150" normalizeH="0" baseline="0" noProof="0">
                    <a:ln>
                      <a:noFill/>
                    </a:ln>
                    <a:solidFill>
                      <a:srgbClr val="FFFFFF"/>
                    </a:solidFill>
                    <a:effectLst/>
                    <a:uLnTx/>
                    <a:uFillTx/>
                  </a:rPr>
                  <a:t>TIP</a:t>
                </a:r>
              </a:p>
            </p:txBody>
          </p:sp>
        </p:grpSp>
        <p:grpSp>
          <p:nvGrpSpPr>
            <p:cNvPr id="22" name="Group 21">
              <a:extLst>
                <a:ext uri="{FF2B5EF4-FFF2-40B4-BE49-F238E27FC236}">
                  <a16:creationId xmlns:a16="http://schemas.microsoft.com/office/drawing/2014/main" id="{2B779AA1-E5B3-C52E-0804-1909427F8692}"/>
                </a:ext>
              </a:extLst>
            </p:cNvPr>
            <p:cNvGrpSpPr/>
            <p:nvPr userDrawn="1"/>
          </p:nvGrpSpPr>
          <p:grpSpPr>
            <a:xfrm>
              <a:off x="12429548" y="4543123"/>
              <a:ext cx="2735151" cy="2200108"/>
              <a:chOff x="9538241" y="5155416"/>
              <a:chExt cx="2735151" cy="2200108"/>
            </a:xfrm>
          </p:grpSpPr>
          <p:sp>
            <p:nvSpPr>
              <p:cNvPr id="23" name="Rectangle 22">
                <a:extLst>
                  <a:ext uri="{FF2B5EF4-FFF2-40B4-BE49-F238E27FC236}">
                    <a16:creationId xmlns:a16="http://schemas.microsoft.com/office/drawing/2014/main" id="{4715FDF0-F4E4-791F-2F02-4CB6CBC1FCBC}"/>
                  </a:ext>
                </a:extLst>
              </p:cNvPr>
              <p:cNvSpPr/>
              <p:nvPr userDrawn="1"/>
            </p:nvSpPr>
            <p:spPr>
              <a:xfrm>
                <a:off x="9538241" y="5155416"/>
                <a:ext cx="2735151" cy="2200108"/>
              </a:xfrm>
              <a:prstGeom prst="rect">
                <a:avLst/>
              </a:prstGeom>
              <a:solidFill>
                <a:srgbClr val="000000"/>
              </a:solidFill>
              <a:ln w="25400" cap="flat" cmpd="sng" algn="ctr">
                <a:solidFill>
                  <a:srgbClr val="EFF1F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24" name="TextBox 23">
                <a:extLst>
                  <a:ext uri="{FF2B5EF4-FFF2-40B4-BE49-F238E27FC236}">
                    <a16:creationId xmlns:a16="http://schemas.microsoft.com/office/drawing/2014/main" id="{863BBF2E-92AD-D0EE-9CC1-8D77FA473234}"/>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FFFFFF"/>
                    </a:solidFill>
                    <a:effectLst/>
                    <a:uLnTx/>
                    <a:uFillTx/>
                    <a:ea typeface="Arial" charset="0"/>
                    <a:cs typeface="Aparajita" panose="02020603050405020304" pitchFamily="18" charset="0"/>
                  </a:rPr>
                  <a:t>Changing Icons</a:t>
                </a:r>
              </a:p>
            </p:txBody>
          </p:sp>
          <p:pic>
            <p:nvPicPr>
              <p:cNvPr id="25" name="Graphic 24">
                <a:extLst>
                  <a:ext uri="{FF2B5EF4-FFF2-40B4-BE49-F238E27FC236}">
                    <a16:creationId xmlns:a16="http://schemas.microsoft.com/office/drawing/2014/main" id="{B0A35D3F-F060-3B43-E155-E9A443DFE7B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26" name="TextBox 25">
                <a:extLst>
                  <a:ext uri="{FF2B5EF4-FFF2-40B4-BE49-F238E27FC236}">
                    <a16:creationId xmlns:a16="http://schemas.microsoft.com/office/drawing/2014/main" id="{FB143D18-DF39-46C9-DAE4-64C09E6C5111}"/>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0" cap="all" spc="20" normalizeH="0" baseline="0" noProof="0">
                    <a:ln>
                      <a:noFill/>
                    </a:ln>
                    <a:solidFill>
                      <a:srgbClr val="FFFFFF"/>
                    </a:solidFill>
                    <a:effectLst/>
                    <a:uLnTx/>
                    <a:uFillTx/>
                    <a:cs typeface="Aparajita" panose="02020603050405020304" pitchFamily="18" charset="0"/>
                  </a:rPr>
                  <a:t>Method 1: </a:t>
                </a:r>
                <a:r>
                  <a:rPr kumimoji="0" lang="en-US" sz="600" b="0" i="0" u="none" strike="noStrike" kern="0" cap="all" spc="20" normalizeH="0" baseline="0" noProof="0">
                    <a:ln>
                      <a:noFill/>
                    </a:ln>
                    <a:solidFill>
                      <a:srgbClr val="FFFFFF"/>
                    </a:solidFill>
                    <a:effectLst/>
                    <a:uLnTx/>
                    <a:uFillTx/>
                    <a:cs typeface="Aparajita" panose="02020603050405020304" pitchFamily="18" charset="0"/>
                  </a:rPr>
                  <a:t>RIGHT CLICK</a:t>
                </a:r>
              </a:p>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Right-click on icon and select “Change Picture”</a:t>
                </a:r>
              </a:p>
            </p:txBody>
          </p:sp>
          <p:sp>
            <p:nvSpPr>
              <p:cNvPr id="27" name="TextBox 26">
                <a:extLst>
                  <a:ext uri="{FF2B5EF4-FFF2-40B4-BE49-F238E27FC236}">
                    <a16:creationId xmlns:a16="http://schemas.microsoft.com/office/drawing/2014/main" id="{8A962D4B-B0AB-F956-4AD2-7A0D8109B74B}"/>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28" name="TextBox 27">
                <a:extLst>
                  <a:ext uri="{FF2B5EF4-FFF2-40B4-BE49-F238E27FC236}">
                    <a16:creationId xmlns:a16="http://schemas.microsoft.com/office/drawing/2014/main" id="{5C7490AF-2195-0CB4-1238-0DF1D762981D}"/>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0" cap="all" spc="20" normalizeH="0" baseline="0" noProof="0">
                    <a:ln>
                      <a:noFill/>
                    </a:ln>
                    <a:solidFill>
                      <a:srgbClr val="FFFFFF"/>
                    </a:solidFill>
                    <a:effectLst/>
                    <a:uLnTx/>
                    <a:uFillTx/>
                    <a:cs typeface="Aparajita" panose="02020603050405020304" pitchFamily="18" charset="0"/>
                  </a:rPr>
                  <a:t>Method 2: </a:t>
                </a:r>
                <a:r>
                  <a:rPr kumimoji="0" lang="en-US" sz="600" b="0" i="0" u="none" strike="noStrike" kern="0" cap="all" spc="20" normalizeH="0" baseline="0" noProof="0">
                    <a:ln>
                      <a:noFill/>
                    </a:ln>
                    <a:solidFill>
                      <a:srgbClr val="FFFFFF"/>
                    </a:solidFill>
                    <a:effectLst/>
                    <a:uLnTx/>
                    <a:uFillTx/>
                    <a:cs typeface="Aparajita" panose="02020603050405020304" pitchFamily="18" charset="0"/>
                  </a:rPr>
                  <a:t>RESET PLACEHOLDER</a:t>
                </a:r>
              </a:p>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First, delete the existing icon to reset the photo placeholder functionality.</a:t>
                </a:r>
              </a:p>
            </p:txBody>
          </p:sp>
          <p:sp>
            <p:nvSpPr>
              <p:cNvPr id="29" name="TextBox 28">
                <a:extLst>
                  <a:ext uri="{FF2B5EF4-FFF2-40B4-BE49-F238E27FC236}">
                    <a16:creationId xmlns:a16="http://schemas.microsoft.com/office/drawing/2014/main" id="{6440AADE-636F-2B92-B641-FC0392D663FB}"/>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You can now add a new icon as normal.</a:t>
                </a:r>
              </a:p>
            </p:txBody>
          </p:sp>
          <p:cxnSp>
            <p:nvCxnSpPr>
              <p:cNvPr id="30" name="Straight Connector 29">
                <a:extLst>
                  <a:ext uri="{FF2B5EF4-FFF2-40B4-BE49-F238E27FC236}">
                    <a16:creationId xmlns:a16="http://schemas.microsoft.com/office/drawing/2014/main" id="{102D8CF1-F51D-5520-CD8F-C7DB754030EB}"/>
                  </a:ext>
                </a:extLst>
              </p:cNvPr>
              <p:cNvCxnSpPr>
                <a:cxnSpLocks/>
              </p:cNvCxnSpPr>
              <p:nvPr userDrawn="1"/>
            </p:nvCxnSpPr>
            <p:spPr>
              <a:xfrm>
                <a:off x="9713479" y="5957047"/>
                <a:ext cx="270000" cy="0"/>
              </a:xfrm>
              <a:prstGeom prst="line">
                <a:avLst/>
              </a:prstGeom>
              <a:noFill/>
              <a:ln w="9525" cap="flat" cmpd="sng" algn="ctr">
                <a:solidFill>
                  <a:srgbClr val="833AFF"/>
                </a:solidFill>
                <a:prstDash val="solid"/>
              </a:ln>
              <a:effectLst/>
            </p:spPr>
          </p:cxnSp>
          <p:sp>
            <p:nvSpPr>
              <p:cNvPr id="31" name="TextBox 30">
                <a:extLst>
                  <a:ext uri="{FF2B5EF4-FFF2-40B4-BE49-F238E27FC236}">
                    <a16:creationId xmlns:a16="http://schemas.microsoft.com/office/drawing/2014/main" id="{E22151D4-22CC-F8A9-A66E-6D43C913DBA4}"/>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all" spc="150" normalizeH="0" baseline="0" noProof="0">
                    <a:ln>
                      <a:noFill/>
                    </a:ln>
                    <a:solidFill>
                      <a:srgbClr val="FFFFFF"/>
                    </a:solidFill>
                    <a:effectLst/>
                    <a:uLnTx/>
                    <a:uFillTx/>
                  </a:rPr>
                  <a:t>TIP</a:t>
                </a:r>
              </a:p>
            </p:txBody>
          </p:sp>
        </p:grpSp>
      </p:grpSp>
      <p:sp>
        <p:nvSpPr>
          <p:cNvPr id="8" name="TextBox 7">
            <a:extLst>
              <a:ext uri="{FF2B5EF4-FFF2-40B4-BE49-F238E27FC236}">
                <a16:creationId xmlns:a16="http://schemas.microsoft.com/office/drawing/2014/main" id="{6C182914-E405-9E07-DF0D-8AEF3CD888E3}"/>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5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50000"/>
                </a:schemeClr>
              </a:solidFill>
              <a:latin typeface="+mn-lt"/>
              <a:ea typeface="+mn-ea"/>
              <a:cs typeface="+mn-cs"/>
            </a:endParaRPr>
          </a:p>
        </p:txBody>
      </p:sp>
      <p:sp>
        <p:nvSpPr>
          <p:cNvPr id="9" name="TextBox 8">
            <a:extLst>
              <a:ext uri="{FF2B5EF4-FFF2-40B4-BE49-F238E27FC236}">
                <a16:creationId xmlns:a16="http://schemas.microsoft.com/office/drawing/2014/main" id="{DC888CA0-7251-59CE-BB46-6A2394817998}"/>
              </a:ext>
            </a:extLst>
          </p:cNvPr>
          <p:cNvSpPr txBox="1"/>
          <p:nvPr userDrawn="1"/>
        </p:nvSpPr>
        <p:spPr>
          <a:xfrm>
            <a:off x="6773075"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800" kern="1200" baseline="0">
                <a:solidFill>
                  <a:schemeClr val="accent6">
                    <a:lumMod val="50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27762593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Three Column_Light Grey (No Icon)">
    <p:bg>
      <p:bgPr>
        <a:solidFill>
          <a:srgbClr val="EFF1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2588C0-C7B7-463F-660E-0A4A3FD24785}"/>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accent1"/>
                </a:solidFill>
                <a:latin typeface="+mj-lt"/>
                <a:ea typeface="+mj-ea"/>
                <a:cs typeface="+mj-cs"/>
              </a:defRPr>
            </a:lvl1pPr>
          </a:lstStyle>
          <a:p>
            <a:r>
              <a:rPr lang="en-US"/>
              <a:t>Three column layout</a:t>
            </a:r>
            <a:br>
              <a:rPr lang="en-US"/>
            </a:br>
            <a:r>
              <a:rPr lang="en-US"/>
              <a:t>Title 2 lines maximum</a:t>
            </a:r>
            <a:endParaRPr lang="en-CA"/>
          </a:p>
        </p:txBody>
      </p:sp>
      <p:sp>
        <p:nvSpPr>
          <p:cNvPr id="2" name="Footer Placeholder 1">
            <a:extLst>
              <a:ext uri="{FF2B5EF4-FFF2-40B4-BE49-F238E27FC236}">
                <a16:creationId xmlns:a16="http://schemas.microsoft.com/office/drawing/2014/main" id="{CFAF4676-0FE4-0EEA-B97D-EF0D71148385}"/>
              </a:ext>
            </a:extLst>
          </p:cNvPr>
          <p:cNvSpPr>
            <a:spLocks noGrp="1"/>
          </p:cNvSpPr>
          <p:nvPr>
            <p:ph type="ftr" sz="quarter" idx="38"/>
          </p:nvPr>
        </p:nvSpPr>
        <p:spPr/>
        <p:txBody>
          <a:bodyPr/>
          <a:lstStyle>
            <a:lvl1pPr>
              <a:defRPr>
                <a:solidFill>
                  <a:schemeClr val="accent6">
                    <a:lumMod val="50000"/>
                  </a:schemeClr>
                </a:solidFill>
              </a:defRPr>
            </a:lvl1pPr>
          </a:lstStyle>
          <a:p>
            <a:endParaRPr lang="en-CA"/>
          </a:p>
        </p:txBody>
      </p:sp>
      <p:sp>
        <p:nvSpPr>
          <p:cNvPr id="4" name="Text Placeholder 22">
            <a:extLst>
              <a:ext uri="{FF2B5EF4-FFF2-40B4-BE49-F238E27FC236}">
                <a16:creationId xmlns:a16="http://schemas.microsoft.com/office/drawing/2014/main" id="{2FEE1995-5EE6-B782-1270-FC8C30634C1A}"/>
              </a:ext>
            </a:extLst>
          </p:cNvPr>
          <p:cNvSpPr>
            <a:spLocks noGrp="1"/>
          </p:cNvSpPr>
          <p:nvPr>
            <p:ph type="body" sz="quarter" idx="27" hasCustomPrompt="1"/>
          </p:nvPr>
        </p:nvSpPr>
        <p:spPr>
          <a:xfrm>
            <a:off x="531811" y="1706497"/>
            <a:ext cx="3526452" cy="905188"/>
          </a:xfrm>
          <a:prstGeom prst="callout1">
            <a:avLst>
              <a:gd name="adj1" fmla="val 93708"/>
              <a:gd name="adj2" fmla="val -69"/>
              <a:gd name="adj3" fmla="val 93686"/>
              <a:gd name="adj4" fmla="val 18048"/>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9" name="Text Placeholder 16">
            <a:extLst>
              <a:ext uri="{FF2B5EF4-FFF2-40B4-BE49-F238E27FC236}">
                <a16:creationId xmlns:a16="http://schemas.microsoft.com/office/drawing/2014/main" id="{8BF3CDFB-3035-1906-627F-169A0AFF5852}"/>
              </a:ext>
            </a:extLst>
          </p:cNvPr>
          <p:cNvSpPr>
            <a:spLocks noGrp="1"/>
          </p:cNvSpPr>
          <p:nvPr>
            <p:ph type="body" sz="quarter" idx="15" hasCustomPrompt="1"/>
          </p:nvPr>
        </p:nvSpPr>
        <p:spPr>
          <a:xfrm>
            <a:off x="531810" y="2868418"/>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7" name="Text Placeholder 22">
            <a:extLst>
              <a:ext uri="{FF2B5EF4-FFF2-40B4-BE49-F238E27FC236}">
                <a16:creationId xmlns:a16="http://schemas.microsoft.com/office/drawing/2014/main" id="{C049CEBE-00B0-C726-8F2E-0374ECA4E1F3}"/>
              </a:ext>
            </a:extLst>
          </p:cNvPr>
          <p:cNvSpPr>
            <a:spLocks noGrp="1"/>
          </p:cNvSpPr>
          <p:nvPr>
            <p:ph type="body" sz="quarter" idx="46" hasCustomPrompt="1"/>
          </p:nvPr>
        </p:nvSpPr>
        <p:spPr>
          <a:xfrm>
            <a:off x="4340711" y="1706497"/>
            <a:ext cx="3526452" cy="905188"/>
          </a:xfrm>
          <a:prstGeom prst="callout1">
            <a:avLst>
              <a:gd name="adj1" fmla="val 93708"/>
              <a:gd name="adj2" fmla="val -69"/>
              <a:gd name="adj3" fmla="val 93686"/>
              <a:gd name="adj4" fmla="val 18048"/>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8" name="Text Placeholder 16">
            <a:extLst>
              <a:ext uri="{FF2B5EF4-FFF2-40B4-BE49-F238E27FC236}">
                <a16:creationId xmlns:a16="http://schemas.microsoft.com/office/drawing/2014/main" id="{E84FC6FD-2A43-99CF-82C5-D98E826A76B7}"/>
              </a:ext>
            </a:extLst>
          </p:cNvPr>
          <p:cNvSpPr>
            <a:spLocks noGrp="1"/>
          </p:cNvSpPr>
          <p:nvPr>
            <p:ph type="body" sz="quarter" idx="47" hasCustomPrompt="1"/>
          </p:nvPr>
        </p:nvSpPr>
        <p:spPr>
          <a:xfrm>
            <a:off x="4340711" y="2868418"/>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30" name="Text Placeholder 22">
            <a:extLst>
              <a:ext uri="{FF2B5EF4-FFF2-40B4-BE49-F238E27FC236}">
                <a16:creationId xmlns:a16="http://schemas.microsoft.com/office/drawing/2014/main" id="{6EC19D9F-705A-74B6-9EBB-9D9565620413}"/>
              </a:ext>
            </a:extLst>
          </p:cNvPr>
          <p:cNvSpPr>
            <a:spLocks noGrp="1"/>
          </p:cNvSpPr>
          <p:nvPr>
            <p:ph type="body" sz="quarter" idx="49" hasCustomPrompt="1"/>
          </p:nvPr>
        </p:nvSpPr>
        <p:spPr>
          <a:xfrm>
            <a:off x="8149611" y="1706497"/>
            <a:ext cx="3526452" cy="905188"/>
          </a:xfrm>
          <a:prstGeom prst="callout1">
            <a:avLst>
              <a:gd name="adj1" fmla="val 93708"/>
              <a:gd name="adj2" fmla="val -69"/>
              <a:gd name="adj3" fmla="val 93686"/>
              <a:gd name="adj4" fmla="val 18048"/>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31" name="Text Placeholder 16">
            <a:extLst>
              <a:ext uri="{FF2B5EF4-FFF2-40B4-BE49-F238E27FC236}">
                <a16:creationId xmlns:a16="http://schemas.microsoft.com/office/drawing/2014/main" id="{AA3A1BDB-11C1-E45D-35EC-D8FEC9CEDC61}"/>
              </a:ext>
            </a:extLst>
          </p:cNvPr>
          <p:cNvSpPr>
            <a:spLocks noGrp="1"/>
          </p:cNvSpPr>
          <p:nvPr>
            <p:ph type="body" sz="quarter" idx="50" hasCustomPrompt="1"/>
          </p:nvPr>
        </p:nvSpPr>
        <p:spPr>
          <a:xfrm>
            <a:off x="8149611" y="2868418"/>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grpSp>
        <p:nvGrpSpPr>
          <p:cNvPr id="5" name="Group 4">
            <a:extLst>
              <a:ext uri="{FF2B5EF4-FFF2-40B4-BE49-F238E27FC236}">
                <a16:creationId xmlns:a16="http://schemas.microsoft.com/office/drawing/2014/main" id="{65B3743D-9C24-F821-BD8E-F0F93E26B9DD}"/>
              </a:ext>
            </a:extLst>
          </p:cNvPr>
          <p:cNvGrpSpPr/>
          <p:nvPr userDrawn="1"/>
        </p:nvGrpSpPr>
        <p:grpSpPr>
          <a:xfrm>
            <a:off x="12290489" y="-1"/>
            <a:ext cx="2910882" cy="6858001"/>
            <a:chOff x="12290489" y="-1"/>
            <a:chExt cx="2910882" cy="6858001"/>
          </a:xfrm>
        </p:grpSpPr>
        <p:sp>
          <p:nvSpPr>
            <p:cNvPr id="7" name="Rectangle 6">
              <a:extLst>
                <a:ext uri="{FF2B5EF4-FFF2-40B4-BE49-F238E27FC236}">
                  <a16:creationId xmlns:a16="http://schemas.microsoft.com/office/drawing/2014/main" id="{78ED221D-8725-5420-6ADD-1A518E5DD38D}"/>
                </a:ext>
              </a:extLst>
            </p:cNvPr>
            <p:cNvSpPr/>
            <p:nvPr userDrawn="1"/>
          </p:nvSpPr>
          <p:spPr>
            <a:xfrm>
              <a:off x="12290489" y="-1"/>
              <a:ext cx="2735151" cy="6858001"/>
            </a:xfrm>
            <a:prstGeom prst="rect">
              <a:avLst/>
            </a:prstGeom>
            <a:solidFill>
              <a:srgbClr val="EFF1F5"/>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8" name="TextBox 7">
              <a:extLst>
                <a:ext uri="{FF2B5EF4-FFF2-40B4-BE49-F238E27FC236}">
                  <a16:creationId xmlns:a16="http://schemas.microsoft.com/office/drawing/2014/main" id="{FB9B9525-CEDA-1294-597D-01D341E152DE}"/>
                </a:ext>
              </a:extLst>
            </p:cNvPr>
            <p:cNvSpPr txBox="1"/>
            <p:nvPr userDrawn="1"/>
          </p:nvSpPr>
          <p:spPr>
            <a:xfrm>
              <a:off x="12449814" y="173148"/>
              <a:ext cx="1455527"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HOW TO ADD AN ICON</a:t>
              </a:r>
            </a:p>
          </p:txBody>
        </p:sp>
        <p:cxnSp>
          <p:nvCxnSpPr>
            <p:cNvPr id="10" name="Straight Connector 9">
              <a:extLst>
                <a:ext uri="{FF2B5EF4-FFF2-40B4-BE49-F238E27FC236}">
                  <a16:creationId xmlns:a16="http://schemas.microsoft.com/office/drawing/2014/main" id="{43E5A438-D8C5-4E45-098A-BEB3ABB62F06}"/>
                </a:ext>
              </a:extLst>
            </p:cNvPr>
            <p:cNvCxnSpPr>
              <a:cxnSpLocks/>
            </p:cNvCxnSpPr>
            <p:nvPr userDrawn="1"/>
          </p:nvCxnSpPr>
          <p:spPr>
            <a:xfrm>
              <a:off x="12449814" y="423012"/>
              <a:ext cx="270000" cy="0"/>
            </a:xfrm>
            <a:prstGeom prst="line">
              <a:avLst/>
            </a:prstGeom>
            <a:noFill/>
            <a:ln w="19050" cap="flat" cmpd="sng" algn="ctr">
              <a:solidFill>
                <a:srgbClr val="2A2AEA"/>
              </a:solidFill>
              <a:prstDash val="solid"/>
            </a:ln>
            <a:effectLst/>
          </p:spPr>
        </p:cxnSp>
        <p:sp>
          <p:nvSpPr>
            <p:cNvPr id="11" name="TextBox 10">
              <a:extLst>
                <a:ext uri="{FF2B5EF4-FFF2-40B4-BE49-F238E27FC236}">
                  <a16:creationId xmlns:a16="http://schemas.microsoft.com/office/drawing/2014/main" id="{C5EAF0A3-7CF3-7DF9-F0F4-3C56A2782829}"/>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1: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from file browser</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Drag the icon onto the slide.</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70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kumimoji="0" lang="en-US" sz="100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endParaRPr>
            </a:p>
          </p:txBody>
        </p:sp>
        <p:sp>
          <p:nvSpPr>
            <p:cNvPr id="12" name="TextBox 11">
              <a:extLst>
                <a:ext uri="{FF2B5EF4-FFF2-40B4-BE49-F238E27FC236}">
                  <a16:creationId xmlns:a16="http://schemas.microsoft.com/office/drawing/2014/main" id="{DE24736E-4729-087F-E4D8-819A51AED226}"/>
                </a:ext>
              </a:extLst>
            </p:cNvPr>
            <p:cNvSpPr txBox="1">
              <a:spLocks noChangeAspect="1"/>
            </p:cNvSpPr>
            <p:nvPr/>
          </p:nvSpPr>
          <p:spPr>
            <a:xfrm>
              <a:off x="12449814" y="566082"/>
              <a:ext cx="114706" cy="114706"/>
            </a:xfrm>
            <a:prstGeom prst="ellipse">
              <a:avLst/>
            </a:prstGeom>
            <a:solidFill>
              <a:srgbClr val="2A2AEA"/>
            </a:solidFill>
          </p:spPr>
          <p:txBody>
            <a:bodyPr vert="horz"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500" b="0" i="0" u="none" strike="noStrike" kern="0" cap="none" spc="0" normalizeH="0" baseline="0" noProof="0">
                  <a:ln>
                    <a:noFill/>
                  </a:ln>
                  <a:solidFill>
                    <a:srgbClr val="FFFFFF"/>
                  </a:solidFill>
                  <a:effectLst/>
                  <a:uLnTx/>
                  <a:uFillTx/>
                  <a:ea typeface="Arial" charset="0"/>
                  <a:cs typeface="Aparajita" panose="02020603050405020304" pitchFamily="18" charset="0"/>
                </a:rPr>
                <a:t>1</a:t>
              </a:r>
            </a:p>
          </p:txBody>
        </p:sp>
        <p:sp>
          <p:nvSpPr>
            <p:cNvPr id="13" name="TextBox 12">
              <a:extLst>
                <a:ext uri="{FF2B5EF4-FFF2-40B4-BE49-F238E27FC236}">
                  <a16:creationId xmlns:a16="http://schemas.microsoft.com/office/drawing/2014/main" id="{A47CAA82-566E-2866-F0C2-66CE1136CA4B}"/>
                </a:ext>
              </a:extLst>
            </p:cNvPr>
            <p:cNvSpPr txBox="1">
              <a:spLocks noChangeAspect="1"/>
            </p:cNvSpPr>
            <p:nvPr/>
          </p:nvSpPr>
          <p:spPr>
            <a:xfrm>
              <a:off x="12449814" y="1018081"/>
              <a:ext cx="114706" cy="114706"/>
            </a:xfrm>
            <a:prstGeom prst="ellipse">
              <a:avLst/>
            </a:prstGeom>
            <a:solidFill>
              <a:srgbClr val="2A2AEA"/>
            </a:solidFill>
          </p:spPr>
          <p:txBody>
            <a:bodyPr vert="horz"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500" b="0" i="0" u="none" strike="noStrike" kern="0" cap="none" spc="0" normalizeH="0" baseline="0" noProof="0">
                  <a:ln>
                    <a:noFill/>
                  </a:ln>
                  <a:solidFill>
                    <a:srgbClr val="FFFFFF"/>
                  </a:solidFill>
                  <a:effectLst/>
                  <a:uLnTx/>
                  <a:uFillTx/>
                  <a:ea typeface="Arial" charset="0"/>
                  <a:cs typeface="Aparajita" panose="02020603050405020304" pitchFamily="18" charset="0"/>
                </a:rPr>
                <a:t>2</a:t>
              </a:r>
            </a:p>
          </p:txBody>
        </p:sp>
        <p:sp>
          <p:nvSpPr>
            <p:cNvPr id="14" name="TextBox 13">
              <a:extLst>
                <a:ext uri="{FF2B5EF4-FFF2-40B4-BE49-F238E27FC236}">
                  <a16:creationId xmlns:a16="http://schemas.microsoft.com/office/drawing/2014/main" id="{92AEA30F-71D3-9C46-6D87-AB0A6841E8A7}"/>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70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Source icon from the </a:t>
              </a:r>
              <a:b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br>
              <a:r>
                <a:rPr kumimoji="0" lang="en-US" sz="1050" b="0" i="0" u="none" strike="noStrike" kern="0" cap="none" spc="0" normalizeH="0" baseline="0" noProof="0">
                  <a:ln>
                    <a:noFill/>
                  </a:ln>
                  <a:solidFill>
                    <a:srgbClr val="2A2AEA"/>
                  </a:solidFill>
                  <a:effectLst/>
                  <a:uLnTx/>
                  <a:uFillTx/>
                  <a:latin typeface="Aptos" panose="020B0004020202020204" pitchFamily="34" charset="0"/>
                  <a:cs typeface="Aparajita" panose="02020603050405020304" pitchFamily="18" charset="0"/>
                </a:rPr>
                <a:t>Qualcomm Icon Library</a:t>
              </a:r>
            </a:p>
            <a:p>
              <a:pPr marL="0" marR="0" lvl="0" indent="0" defTabSz="914400" eaLnBrk="1" fontAlgn="auto" latinLnBrk="0" hangingPunct="1">
                <a:lnSpc>
                  <a:spcPct val="100000"/>
                </a:lnSpc>
                <a:spcBef>
                  <a:spcPts val="70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Add the icon to the placeholder.</a:t>
              </a:r>
            </a:p>
          </p:txBody>
        </p:sp>
        <p:sp>
          <p:nvSpPr>
            <p:cNvPr id="15" name="TextBox 14">
              <a:extLst>
                <a:ext uri="{FF2B5EF4-FFF2-40B4-BE49-F238E27FC236}">
                  <a16:creationId xmlns:a16="http://schemas.microsoft.com/office/drawing/2014/main" id="{CB150EA6-46A5-FDAD-CEFA-9DDE9E8E9963}"/>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2: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Paste from clipboard</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Select the icon placeholder.</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Right-click or use keyboard shortcuts to paste the icon.</a:t>
              </a:r>
            </a:p>
          </p:txBody>
        </p:sp>
        <p:sp>
          <p:nvSpPr>
            <p:cNvPr id="16" name="TextBox 15">
              <a:extLst>
                <a:ext uri="{FF2B5EF4-FFF2-40B4-BE49-F238E27FC236}">
                  <a16:creationId xmlns:a16="http://schemas.microsoft.com/office/drawing/2014/main" id="{90F3F872-94D4-C722-309A-1D6691641FCB}"/>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3: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Placeholder icon</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Click the image icon inside the placeholder to browse for an icon.</a:t>
              </a:r>
            </a:p>
          </p:txBody>
        </p:sp>
        <p:grpSp>
          <p:nvGrpSpPr>
            <p:cNvPr id="17" name="Group 16">
              <a:extLst>
                <a:ext uri="{FF2B5EF4-FFF2-40B4-BE49-F238E27FC236}">
                  <a16:creationId xmlns:a16="http://schemas.microsoft.com/office/drawing/2014/main" id="{68957A1D-3164-7C9A-4797-EBE26C314C3B}"/>
                </a:ext>
              </a:extLst>
            </p:cNvPr>
            <p:cNvGrpSpPr/>
            <p:nvPr userDrawn="1"/>
          </p:nvGrpSpPr>
          <p:grpSpPr>
            <a:xfrm>
              <a:off x="12429548" y="3236396"/>
              <a:ext cx="2735151" cy="1280928"/>
              <a:chOff x="9286315" y="6976989"/>
              <a:chExt cx="2735151" cy="1280928"/>
            </a:xfrm>
          </p:grpSpPr>
          <p:sp>
            <p:nvSpPr>
              <p:cNvPr id="35" name="Rectangle 34">
                <a:extLst>
                  <a:ext uri="{FF2B5EF4-FFF2-40B4-BE49-F238E27FC236}">
                    <a16:creationId xmlns:a16="http://schemas.microsoft.com/office/drawing/2014/main" id="{749A0E7D-BB6C-DC53-5932-E92A9895F94E}"/>
                  </a:ext>
                </a:extLst>
              </p:cNvPr>
              <p:cNvSpPr/>
              <p:nvPr userDrawn="1"/>
            </p:nvSpPr>
            <p:spPr>
              <a:xfrm>
                <a:off x="9286315" y="6976989"/>
                <a:ext cx="2735151" cy="1280928"/>
              </a:xfrm>
              <a:prstGeom prst="rect">
                <a:avLst/>
              </a:prstGeom>
              <a:solidFill>
                <a:srgbClr val="000000"/>
              </a:solidFill>
              <a:ln w="25400" cap="flat" cmpd="sng" algn="ctr">
                <a:solidFill>
                  <a:srgbClr val="EFF1F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36" name="TextBox 35">
                <a:extLst>
                  <a:ext uri="{FF2B5EF4-FFF2-40B4-BE49-F238E27FC236}">
                    <a16:creationId xmlns:a16="http://schemas.microsoft.com/office/drawing/2014/main" id="{C9EE17A2-D61C-7396-51E8-7875298A2FDD}"/>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FFFFFF"/>
                    </a:solidFill>
                    <a:effectLst/>
                    <a:uLnTx/>
                    <a:uFillTx/>
                    <a:ea typeface="Arial" charset="0"/>
                    <a:cs typeface="Aparajita" panose="02020603050405020304" pitchFamily="18" charset="0"/>
                  </a:rPr>
                  <a:t>Cropping Graphics</a:t>
                </a:r>
              </a:p>
            </p:txBody>
          </p:sp>
          <p:pic>
            <p:nvPicPr>
              <p:cNvPr id="37" name="Graphic 36">
                <a:extLst>
                  <a:ext uri="{FF2B5EF4-FFF2-40B4-BE49-F238E27FC236}">
                    <a16:creationId xmlns:a16="http://schemas.microsoft.com/office/drawing/2014/main" id="{CC29DA1D-5C20-3232-7CC7-6EE236625A7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38" name="TextBox 37">
                <a:extLst>
                  <a:ext uri="{FF2B5EF4-FFF2-40B4-BE49-F238E27FC236}">
                    <a16:creationId xmlns:a16="http://schemas.microsoft.com/office/drawing/2014/main" id="{3EC6F884-A27E-5CD2-3BC6-0DC73A5EA1E8}"/>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Right-click on the icon.</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Choose “Crop” from the menu. (           )</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Adjust the size and position of the image.</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Press Esc or click outside the image area to exit the cropping mode.</a:t>
                </a:r>
              </a:p>
            </p:txBody>
          </p:sp>
          <p:pic>
            <p:nvPicPr>
              <p:cNvPr id="39" name="Picture 38">
                <a:extLst>
                  <a:ext uri="{FF2B5EF4-FFF2-40B4-BE49-F238E27FC236}">
                    <a16:creationId xmlns:a16="http://schemas.microsoft.com/office/drawing/2014/main" id="{31A8D6E6-823F-A29B-F2E8-EEED1B2573A7}"/>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130" name="TextBox 129">
                <a:extLst>
                  <a:ext uri="{FF2B5EF4-FFF2-40B4-BE49-F238E27FC236}">
                    <a16:creationId xmlns:a16="http://schemas.microsoft.com/office/drawing/2014/main" id="{D1250832-1357-7685-30D5-6F422478202E}"/>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all" spc="150" normalizeH="0" baseline="0" noProof="0">
                    <a:ln>
                      <a:noFill/>
                    </a:ln>
                    <a:solidFill>
                      <a:srgbClr val="FFFFFF"/>
                    </a:solidFill>
                    <a:effectLst/>
                    <a:uLnTx/>
                    <a:uFillTx/>
                  </a:rPr>
                  <a:t>TIP</a:t>
                </a:r>
              </a:p>
            </p:txBody>
          </p:sp>
        </p:grpSp>
        <p:grpSp>
          <p:nvGrpSpPr>
            <p:cNvPr id="18" name="Group 17">
              <a:extLst>
                <a:ext uri="{FF2B5EF4-FFF2-40B4-BE49-F238E27FC236}">
                  <a16:creationId xmlns:a16="http://schemas.microsoft.com/office/drawing/2014/main" id="{996BDF38-5D5A-7286-B3D1-D8BC245AB26E}"/>
                </a:ext>
              </a:extLst>
            </p:cNvPr>
            <p:cNvGrpSpPr/>
            <p:nvPr userDrawn="1"/>
          </p:nvGrpSpPr>
          <p:grpSpPr>
            <a:xfrm>
              <a:off x="12429548" y="4543123"/>
              <a:ext cx="2735151" cy="2200108"/>
              <a:chOff x="9538241" y="5155416"/>
              <a:chExt cx="2735151" cy="2200108"/>
            </a:xfrm>
          </p:grpSpPr>
          <p:sp>
            <p:nvSpPr>
              <p:cNvPr id="19" name="Rectangle 18">
                <a:extLst>
                  <a:ext uri="{FF2B5EF4-FFF2-40B4-BE49-F238E27FC236}">
                    <a16:creationId xmlns:a16="http://schemas.microsoft.com/office/drawing/2014/main" id="{52F890FD-3E71-1E19-8156-2B8E77BA5212}"/>
                  </a:ext>
                </a:extLst>
              </p:cNvPr>
              <p:cNvSpPr/>
              <p:nvPr userDrawn="1"/>
            </p:nvSpPr>
            <p:spPr>
              <a:xfrm>
                <a:off x="9538241" y="5155416"/>
                <a:ext cx="2735151" cy="2200108"/>
              </a:xfrm>
              <a:prstGeom prst="rect">
                <a:avLst/>
              </a:prstGeom>
              <a:solidFill>
                <a:srgbClr val="000000"/>
              </a:solidFill>
              <a:ln w="25400" cap="flat" cmpd="sng" algn="ctr">
                <a:solidFill>
                  <a:srgbClr val="EFF1F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20" name="TextBox 19">
                <a:extLst>
                  <a:ext uri="{FF2B5EF4-FFF2-40B4-BE49-F238E27FC236}">
                    <a16:creationId xmlns:a16="http://schemas.microsoft.com/office/drawing/2014/main" id="{C7C11C8F-7495-936C-44F5-DD49D8356E8A}"/>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FFFFFF"/>
                    </a:solidFill>
                    <a:effectLst/>
                    <a:uLnTx/>
                    <a:uFillTx/>
                    <a:ea typeface="Arial" charset="0"/>
                    <a:cs typeface="Aparajita" panose="02020603050405020304" pitchFamily="18" charset="0"/>
                  </a:rPr>
                  <a:t>Changing Icons</a:t>
                </a:r>
              </a:p>
            </p:txBody>
          </p:sp>
          <p:pic>
            <p:nvPicPr>
              <p:cNvPr id="21" name="Graphic 20">
                <a:extLst>
                  <a:ext uri="{FF2B5EF4-FFF2-40B4-BE49-F238E27FC236}">
                    <a16:creationId xmlns:a16="http://schemas.microsoft.com/office/drawing/2014/main" id="{1DF552A5-0CEA-5C09-A872-E89B8542BD8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22" name="TextBox 21">
                <a:extLst>
                  <a:ext uri="{FF2B5EF4-FFF2-40B4-BE49-F238E27FC236}">
                    <a16:creationId xmlns:a16="http://schemas.microsoft.com/office/drawing/2014/main" id="{FE5E19C4-D573-8B8F-CCD4-0E22D31EE626}"/>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0" cap="all" spc="20" normalizeH="0" baseline="0" noProof="0">
                    <a:ln>
                      <a:noFill/>
                    </a:ln>
                    <a:solidFill>
                      <a:srgbClr val="FFFFFF"/>
                    </a:solidFill>
                    <a:effectLst/>
                    <a:uLnTx/>
                    <a:uFillTx/>
                    <a:cs typeface="Aparajita" panose="02020603050405020304" pitchFamily="18" charset="0"/>
                  </a:rPr>
                  <a:t>Method 1: </a:t>
                </a:r>
                <a:r>
                  <a:rPr kumimoji="0" lang="en-US" sz="600" b="0" i="0" u="none" strike="noStrike" kern="0" cap="all" spc="20" normalizeH="0" baseline="0" noProof="0">
                    <a:ln>
                      <a:noFill/>
                    </a:ln>
                    <a:solidFill>
                      <a:srgbClr val="FFFFFF"/>
                    </a:solidFill>
                    <a:effectLst/>
                    <a:uLnTx/>
                    <a:uFillTx/>
                    <a:cs typeface="Aparajita" panose="02020603050405020304" pitchFamily="18" charset="0"/>
                  </a:rPr>
                  <a:t>RIGHT CLICK</a:t>
                </a:r>
              </a:p>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Right-click on icon and select “Change Picture”</a:t>
                </a:r>
              </a:p>
            </p:txBody>
          </p:sp>
          <p:sp>
            <p:nvSpPr>
              <p:cNvPr id="24" name="TextBox 23">
                <a:extLst>
                  <a:ext uri="{FF2B5EF4-FFF2-40B4-BE49-F238E27FC236}">
                    <a16:creationId xmlns:a16="http://schemas.microsoft.com/office/drawing/2014/main" id="{74D58CE0-ED6F-40C6-B10A-55AD6C041AC3}"/>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25" name="TextBox 24">
                <a:extLst>
                  <a:ext uri="{FF2B5EF4-FFF2-40B4-BE49-F238E27FC236}">
                    <a16:creationId xmlns:a16="http://schemas.microsoft.com/office/drawing/2014/main" id="{4C402F46-AF91-7BB6-4204-80F290DEA47F}"/>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0" cap="all" spc="20" normalizeH="0" baseline="0" noProof="0">
                    <a:ln>
                      <a:noFill/>
                    </a:ln>
                    <a:solidFill>
                      <a:srgbClr val="FFFFFF"/>
                    </a:solidFill>
                    <a:effectLst/>
                    <a:uLnTx/>
                    <a:uFillTx/>
                    <a:cs typeface="Aparajita" panose="02020603050405020304" pitchFamily="18" charset="0"/>
                  </a:rPr>
                  <a:t>Method 2: </a:t>
                </a:r>
                <a:r>
                  <a:rPr kumimoji="0" lang="en-US" sz="600" b="0" i="0" u="none" strike="noStrike" kern="0" cap="all" spc="20" normalizeH="0" baseline="0" noProof="0">
                    <a:ln>
                      <a:noFill/>
                    </a:ln>
                    <a:solidFill>
                      <a:srgbClr val="FFFFFF"/>
                    </a:solidFill>
                    <a:effectLst/>
                    <a:uLnTx/>
                    <a:uFillTx/>
                    <a:cs typeface="Aparajita" panose="02020603050405020304" pitchFamily="18" charset="0"/>
                  </a:rPr>
                  <a:t>RESET PLACEHOLDER</a:t>
                </a:r>
              </a:p>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First, delete the existing icon to reset the photo placeholder functionality.</a:t>
                </a:r>
              </a:p>
            </p:txBody>
          </p:sp>
          <p:sp>
            <p:nvSpPr>
              <p:cNvPr id="32" name="TextBox 31">
                <a:extLst>
                  <a:ext uri="{FF2B5EF4-FFF2-40B4-BE49-F238E27FC236}">
                    <a16:creationId xmlns:a16="http://schemas.microsoft.com/office/drawing/2014/main" id="{3149A399-5087-70A2-6BF5-528867906072}"/>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You can now add a new icon as normal.</a:t>
                </a:r>
              </a:p>
            </p:txBody>
          </p:sp>
          <p:cxnSp>
            <p:nvCxnSpPr>
              <p:cNvPr id="33" name="Straight Connector 32">
                <a:extLst>
                  <a:ext uri="{FF2B5EF4-FFF2-40B4-BE49-F238E27FC236}">
                    <a16:creationId xmlns:a16="http://schemas.microsoft.com/office/drawing/2014/main" id="{137B95FA-9D58-CE66-E3D8-EFB2EC558B8D}"/>
                  </a:ext>
                </a:extLst>
              </p:cNvPr>
              <p:cNvCxnSpPr>
                <a:cxnSpLocks/>
              </p:cNvCxnSpPr>
              <p:nvPr userDrawn="1"/>
            </p:nvCxnSpPr>
            <p:spPr>
              <a:xfrm>
                <a:off x="9713479" y="5957047"/>
                <a:ext cx="270000" cy="0"/>
              </a:xfrm>
              <a:prstGeom prst="line">
                <a:avLst/>
              </a:prstGeom>
              <a:noFill/>
              <a:ln w="9525" cap="flat" cmpd="sng" algn="ctr">
                <a:solidFill>
                  <a:srgbClr val="833AFF"/>
                </a:solidFill>
                <a:prstDash val="solid"/>
              </a:ln>
              <a:effectLst/>
            </p:spPr>
          </p:cxnSp>
          <p:sp>
            <p:nvSpPr>
              <p:cNvPr id="34" name="TextBox 33">
                <a:extLst>
                  <a:ext uri="{FF2B5EF4-FFF2-40B4-BE49-F238E27FC236}">
                    <a16:creationId xmlns:a16="http://schemas.microsoft.com/office/drawing/2014/main" id="{9FAEB621-C4CB-6879-AEA5-BE18B059BCD5}"/>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all" spc="150" normalizeH="0" baseline="0" noProof="0">
                    <a:ln>
                      <a:noFill/>
                    </a:ln>
                    <a:solidFill>
                      <a:srgbClr val="FFFFFF"/>
                    </a:solidFill>
                    <a:effectLst/>
                    <a:uLnTx/>
                    <a:uFillTx/>
                  </a:rPr>
                  <a:t>TIP</a:t>
                </a:r>
              </a:p>
            </p:txBody>
          </p:sp>
        </p:grpSp>
      </p:grpSp>
      <p:sp>
        <p:nvSpPr>
          <p:cNvPr id="6" name="TextBox 5">
            <a:extLst>
              <a:ext uri="{FF2B5EF4-FFF2-40B4-BE49-F238E27FC236}">
                <a16:creationId xmlns:a16="http://schemas.microsoft.com/office/drawing/2014/main" id="{EF017086-5CF7-0DE3-32C9-26242C84824D}"/>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5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50000"/>
                </a:schemeClr>
              </a:solidFill>
              <a:latin typeface="+mn-lt"/>
              <a:ea typeface="+mn-ea"/>
              <a:cs typeface="+mn-cs"/>
            </a:endParaRPr>
          </a:p>
        </p:txBody>
      </p:sp>
      <p:sp>
        <p:nvSpPr>
          <p:cNvPr id="26" name="TextBox 25">
            <a:extLst>
              <a:ext uri="{FF2B5EF4-FFF2-40B4-BE49-F238E27FC236}">
                <a16:creationId xmlns:a16="http://schemas.microsoft.com/office/drawing/2014/main" id="{A72FC029-1BF6-2110-59F0-5998F3168A60}"/>
              </a:ext>
            </a:extLst>
          </p:cNvPr>
          <p:cNvSpPr txBox="1"/>
          <p:nvPr userDrawn="1"/>
        </p:nvSpPr>
        <p:spPr>
          <a:xfrm>
            <a:off x="6773075"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800" kern="1200" baseline="0">
                <a:solidFill>
                  <a:schemeClr val="accent6">
                    <a:lumMod val="50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2823248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Four Column_Light Grey (No Icon)">
    <p:bg>
      <p:bgPr>
        <a:solidFill>
          <a:srgbClr val="EFF1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38272A-C799-49AB-5578-B5089BEC1D22}"/>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accent1"/>
                </a:solidFill>
                <a:latin typeface="+mj-lt"/>
                <a:ea typeface="+mj-ea"/>
                <a:cs typeface="+mj-cs"/>
              </a:defRPr>
            </a:lvl1pPr>
          </a:lstStyle>
          <a:p>
            <a:r>
              <a:rPr lang="en-US"/>
              <a:t>Four column layout</a:t>
            </a:r>
            <a:br>
              <a:rPr lang="en-US"/>
            </a:br>
            <a:r>
              <a:rPr lang="en-US"/>
              <a:t>Title 2 lines maximum</a:t>
            </a:r>
            <a:endParaRPr lang="en-CA"/>
          </a:p>
        </p:txBody>
      </p:sp>
      <p:sp>
        <p:nvSpPr>
          <p:cNvPr id="2" name="Footer Placeholder 1">
            <a:extLst>
              <a:ext uri="{FF2B5EF4-FFF2-40B4-BE49-F238E27FC236}">
                <a16:creationId xmlns:a16="http://schemas.microsoft.com/office/drawing/2014/main" id="{355FFA2C-5431-4B39-1E12-AB136674DCB9}"/>
              </a:ext>
            </a:extLst>
          </p:cNvPr>
          <p:cNvSpPr>
            <a:spLocks noGrp="1"/>
          </p:cNvSpPr>
          <p:nvPr>
            <p:ph type="ftr" sz="quarter" idx="49"/>
          </p:nvPr>
        </p:nvSpPr>
        <p:spPr/>
        <p:txBody>
          <a:bodyPr/>
          <a:lstStyle>
            <a:lvl1pPr>
              <a:defRPr>
                <a:solidFill>
                  <a:schemeClr val="accent6">
                    <a:lumMod val="50000"/>
                  </a:schemeClr>
                </a:solidFill>
              </a:defRPr>
            </a:lvl1pPr>
          </a:lstStyle>
          <a:p>
            <a:endParaRPr lang="en-CA"/>
          </a:p>
        </p:txBody>
      </p:sp>
      <p:sp>
        <p:nvSpPr>
          <p:cNvPr id="15" name="Text Placeholder 22">
            <a:extLst>
              <a:ext uri="{FF2B5EF4-FFF2-40B4-BE49-F238E27FC236}">
                <a16:creationId xmlns:a16="http://schemas.microsoft.com/office/drawing/2014/main" id="{AEE4CF8C-958F-1DA4-CCF7-D6B890C89A2E}"/>
              </a:ext>
            </a:extLst>
          </p:cNvPr>
          <p:cNvSpPr>
            <a:spLocks noGrp="1"/>
          </p:cNvSpPr>
          <p:nvPr>
            <p:ph type="body" sz="quarter" idx="27" hasCustomPrompt="1"/>
          </p:nvPr>
        </p:nvSpPr>
        <p:spPr>
          <a:xfrm>
            <a:off x="531811" y="1706497"/>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6" name="Text Placeholder 16">
            <a:extLst>
              <a:ext uri="{FF2B5EF4-FFF2-40B4-BE49-F238E27FC236}">
                <a16:creationId xmlns:a16="http://schemas.microsoft.com/office/drawing/2014/main" id="{C89C7762-ACFA-1003-9A99-7D48D68F547F}"/>
              </a:ext>
            </a:extLst>
          </p:cNvPr>
          <p:cNvSpPr>
            <a:spLocks noGrp="1"/>
          </p:cNvSpPr>
          <p:nvPr>
            <p:ph type="body" sz="quarter" idx="15" hasCustomPrompt="1"/>
          </p:nvPr>
        </p:nvSpPr>
        <p:spPr>
          <a:xfrm>
            <a:off x="531812" y="2868418"/>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8" name="Text Placeholder 22">
            <a:extLst>
              <a:ext uri="{FF2B5EF4-FFF2-40B4-BE49-F238E27FC236}">
                <a16:creationId xmlns:a16="http://schemas.microsoft.com/office/drawing/2014/main" id="{DE030996-68A3-8AC0-F998-9C4EF4AE6C2B}"/>
              </a:ext>
            </a:extLst>
          </p:cNvPr>
          <p:cNvSpPr>
            <a:spLocks noGrp="1"/>
          </p:cNvSpPr>
          <p:nvPr>
            <p:ph type="body" sz="quarter" idx="51" hasCustomPrompt="1"/>
          </p:nvPr>
        </p:nvSpPr>
        <p:spPr>
          <a:xfrm>
            <a:off x="3380247" y="1706497"/>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9" name="Text Placeholder 16">
            <a:extLst>
              <a:ext uri="{FF2B5EF4-FFF2-40B4-BE49-F238E27FC236}">
                <a16:creationId xmlns:a16="http://schemas.microsoft.com/office/drawing/2014/main" id="{5C7E2214-9452-F487-B334-F6CDE12C5733}"/>
              </a:ext>
            </a:extLst>
          </p:cNvPr>
          <p:cNvSpPr>
            <a:spLocks noGrp="1"/>
          </p:cNvSpPr>
          <p:nvPr>
            <p:ph type="body" sz="quarter" idx="52" hasCustomPrompt="1"/>
          </p:nvPr>
        </p:nvSpPr>
        <p:spPr>
          <a:xfrm>
            <a:off x="3380247" y="2868418"/>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4" name="Text Placeholder 22">
            <a:extLst>
              <a:ext uri="{FF2B5EF4-FFF2-40B4-BE49-F238E27FC236}">
                <a16:creationId xmlns:a16="http://schemas.microsoft.com/office/drawing/2014/main" id="{31B9C0A0-95B0-2824-2407-CDDC04E197D9}"/>
              </a:ext>
            </a:extLst>
          </p:cNvPr>
          <p:cNvSpPr>
            <a:spLocks noGrp="1"/>
          </p:cNvSpPr>
          <p:nvPr>
            <p:ph type="body" sz="quarter" idx="54" hasCustomPrompt="1"/>
          </p:nvPr>
        </p:nvSpPr>
        <p:spPr>
          <a:xfrm>
            <a:off x="6228682" y="1706497"/>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5" name="Text Placeholder 16">
            <a:extLst>
              <a:ext uri="{FF2B5EF4-FFF2-40B4-BE49-F238E27FC236}">
                <a16:creationId xmlns:a16="http://schemas.microsoft.com/office/drawing/2014/main" id="{06A24B55-C38A-D8B1-E30C-791BAA94A209}"/>
              </a:ext>
            </a:extLst>
          </p:cNvPr>
          <p:cNvSpPr>
            <a:spLocks noGrp="1"/>
          </p:cNvSpPr>
          <p:nvPr>
            <p:ph type="body" sz="quarter" idx="55" hasCustomPrompt="1"/>
          </p:nvPr>
        </p:nvSpPr>
        <p:spPr>
          <a:xfrm>
            <a:off x="6228682" y="2868418"/>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7" name="Text Placeholder 22">
            <a:extLst>
              <a:ext uri="{FF2B5EF4-FFF2-40B4-BE49-F238E27FC236}">
                <a16:creationId xmlns:a16="http://schemas.microsoft.com/office/drawing/2014/main" id="{F9D38BEA-1CE5-A003-B905-BF200D6A8C57}"/>
              </a:ext>
            </a:extLst>
          </p:cNvPr>
          <p:cNvSpPr>
            <a:spLocks noGrp="1"/>
          </p:cNvSpPr>
          <p:nvPr>
            <p:ph type="body" sz="quarter" idx="57" hasCustomPrompt="1"/>
          </p:nvPr>
        </p:nvSpPr>
        <p:spPr>
          <a:xfrm>
            <a:off x="9077115" y="1706497"/>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8" name="Text Placeholder 16">
            <a:extLst>
              <a:ext uri="{FF2B5EF4-FFF2-40B4-BE49-F238E27FC236}">
                <a16:creationId xmlns:a16="http://schemas.microsoft.com/office/drawing/2014/main" id="{90607619-F41E-DC0E-B3A9-CD8AF2A58A9E}"/>
              </a:ext>
            </a:extLst>
          </p:cNvPr>
          <p:cNvSpPr>
            <a:spLocks noGrp="1"/>
          </p:cNvSpPr>
          <p:nvPr>
            <p:ph type="body" sz="quarter" idx="58" hasCustomPrompt="1"/>
          </p:nvPr>
        </p:nvSpPr>
        <p:spPr>
          <a:xfrm>
            <a:off x="9077116" y="2868418"/>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grpSp>
        <p:nvGrpSpPr>
          <p:cNvPr id="5" name="Group 4">
            <a:extLst>
              <a:ext uri="{FF2B5EF4-FFF2-40B4-BE49-F238E27FC236}">
                <a16:creationId xmlns:a16="http://schemas.microsoft.com/office/drawing/2014/main" id="{96180A20-6F5E-927F-D8F6-A44BA15DE6A4}"/>
              </a:ext>
            </a:extLst>
          </p:cNvPr>
          <p:cNvGrpSpPr/>
          <p:nvPr userDrawn="1"/>
        </p:nvGrpSpPr>
        <p:grpSpPr>
          <a:xfrm>
            <a:off x="12290489" y="-1"/>
            <a:ext cx="2910882" cy="6858001"/>
            <a:chOff x="12290489" y="-1"/>
            <a:chExt cx="2910882" cy="6858001"/>
          </a:xfrm>
        </p:grpSpPr>
        <p:sp>
          <p:nvSpPr>
            <p:cNvPr id="7" name="Rectangle 6">
              <a:extLst>
                <a:ext uri="{FF2B5EF4-FFF2-40B4-BE49-F238E27FC236}">
                  <a16:creationId xmlns:a16="http://schemas.microsoft.com/office/drawing/2014/main" id="{BE12012F-EFF8-DEA3-A567-C8652882751D}"/>
                </a:ext>
              </a:extLst>
            </p:cNvPr>
            <p:cNvSpPr/>
            <p:nvPr userDrawn="1"/>
          </p:nvSpPr>
          <p:spPr>
            <a:xfrm>
              <a:off x="12290489" y="-1"/>
              <a:ext cx="2735151" cy="6858001"/>
            </a:xfrm>
            <a:prstGeom prst="rect">
              <a:avLst/>
            </a:prstGeom>
            <a:solidFill>
              <a:srgbClr val="EFF1F5"/>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8" name="TextBox 7">
              <a:extLst>
                <a:ext uri="{FF2B5EF4-FFF2-40B4-BE49-F238E27FC236}">
                  <a16:creationId xmlns:a16="http://schemas.microsoft.com/office/drawing/2014/main" id="{5667C743-9957-8ABA-735E-39F0DBF2E1EF}"/>
                </a:ext>
              </a:extLst>
            </p:cNvPr>
            <p:cNvSpPr txBox="1"/>
            <p:nvPr userDrawn="1"/>
          </p:nvSpPr>
          <p:spPr>
            <a:xfrm>
              <a:off x="12449814" y="173148"/>
              <a:ext cx="1455527"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HOW TO ADD AN ICON</a:t>
              </a:r>
            </a:p>
          </p:txBody>
        </p:sp>
        <p:cxnSp>
          <p:nvCxnSpPr>
            <p:cNvPr id="9" name="Straight Connector 8">
              <a:extLst>
                <a:ext uri="{FF2B5EF4-FFF2-40B4-BE49-F238E27FC236}">
                  <a16:creationId xmlns:a16="http://schemas.microsoft.com/office/drawing/2014/main" id="{A7970780-BCA8-0498-7CC6-650A37F797C0}"/>
                </a:ext>
              </a:extLst>
            </p:cNvPr>
            <p:cNvCxnSpPr>
              <a:cxnSpLocks/>
            </p:cNvCxnSpPr>
            <p:nvPr userDrawn="1"/>
          </p:nvCxnSpPr>
          <p:spPr>
            <a:xfrm>
              <a:off x="12449814" y="423012"/>
              <a:ext cx="270000" cy="0"/>
            </a:xfrm>
            <a:prstGeom prst="line">
              <a:avLst/>
            </a:prstGeom>
            <a:noFill/>
            <a:ln w="19050" cap="flat" cmpd="sng" algn="ctr">
              <a:solidFill>
                <a:srgbClr val="2A2AEA"/>
              </a:solidFill>
              <a:prstDash val="solid"/>
            </a:ln>
            <a:effectLst/>
          </p:spPr>
        </p:cxnSp>
        <p:sp>
          <p:nvSpPr>
            <p:cNvPr id="10" name="TextBox 9">
              <a:extLst>
                <a:ext uri="{FF2B5EF4-FFF2-40B4-BE49-F238E27FC236}">
                  <a16:creationId xmlns:a16="http://schemas.microsoft.com/office/drawing/2014/main" id="{21ADBDA4-7D61-CF2E-6378-907CD43E3584}"/>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1: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from file browser</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Drag the icon onto the slide.</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70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kumimoji="0" lang="en-US" sz="100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endParaRPr>
            </a:p>
          </p:txBody>
        </p:sp>
        <p:sp>
          <p:nvSpPr>
            <p:cNvPr id="11" name="TextBox 10">
              <a:extLst>
                <a:ext uri="{FF2B5EF4-FFF2-40B4-BE49-F238E27FC236}">
                  <a16:creationId xmlns:a16="http://schemas.microsoft.com/office/drawing/2014/main" id="{B5816EF0-93C7-2EE3-AFCC-C3DAB7DDA4AC}"/>
                </a:ext>
              </a:extLst>
            </p:cNvPr>
            <p:cNvSpPr txBox="1">
              <a:spLocks noChangeAspect="1"/>
            </p:cNvSpPr>
            <p:nvPr/>
          </p:nvSpPr>
          <p:spPr>
            <a:xfrm>
              <a:off x="12449814" y="566082"/>
              <a:ext cx="114706" cy="114706"/>
            </a:xfrm>
            <a:prstGeom prst="ellipse">
              <a:avLst/>
            </a:prstGeom>
            <a:solidFill>
              <a:srgbClr val="2A2AEA"/>
            </a:solidFill>
          </p:spPr>
          <p:txBody>
            <a:bodyPr vert="horz"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500" b="0" i="0" u="none" strike="noStrike" kern="0" cap="none" spc="0" normalizeH="0" baseline="0" noProof="0">
                  <a:ln>
                    <a:noFill/>
                  </a:ln>
                  <a:solidFill>
                    <a:srgbClr val="FFFFFF"/>
                  </a:solidFill>
                  <a:effectLst/>
                  <a:uLnTx/>
                  <a:uFillTx/>
                  <a:ea typeface="Arial" charset="0"/>
                  <a:cs typeface="Aparajita" panose="02020603050405020304" pitchFamily="18" charset="0"/>
                </a:rPr>
                <a:t>1</a:t>
              </a:r>
            </a:p>
          </p:txBody>
        </p:sp>
        <p:sp>
          <p:nvSpPr>
            <p:cNvPr id="12" name="TextBox 11">
              <a:extLst>
                <a:ext uri="{FF2B5EF4-FFF2-40B4-BE49-F238E27FC236}">
                  <a16:creationId xmlns:a16="http://schemas.microsoft.com/office/drawing/2014/main" id="{AF949B1F-B12D-ABBE-06D2-4D6313886D9F}"/>
                </a:ext>
              </a:extLst>
            </p:cNvPr>
            <p:cNvSpPr txBox="1">
              <a:spLocks noChangeAspect="1"/>
            </p:cNvSpPr>
            <p:nvPr/>
          </p:nvSpPr>
          <p:spPr>
            <a:xfrm>
              <a:off x="12449814" y="1018081"/>
              <a:ext cx="114706" cy="114706"/>
            </a:xfrm>
            <a:prstGeom prst="ellipse">
              <a:avLst/>
            </a:prstGeom>
            <a:solidFill>
              <a:srgbClr val="2A2AEA"/>
            </a:solidFill>
          </p:spPr>
          <p:txBody>
            <a:bodyPr vert="horz"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500" b="0" i="0" u="none" strike="noStrike" kern="0" cap="none" spc="0" normalizeH="0" baseline="0" noProof="0">
                  <a:ln>
                    <a:noFill/>
                  </a:ln>
                  <a:solidFill>
                    <a:srgbClr val="FFFFFF"/>
                  </a:solidFill>
                  <a:effectLst/>
                  <a:uLnTx/>
                  <a:uFillTx/>
                  <a:ea typeface="Arial" charset="0"/>
                  <a:cs typeface="Aparajita" panose="02020603050405020304" pitchFamily="18" charset="0"/>
                </a:rPr>
                <a:t>2</a:t>
              </a:r>
            </a:p>
          </p:txBody>
        </p:sp>
        <p:sp>
          <p:nvSpPr>
            <p:cNvPr id="13" name="TextBox 12">
              <a:extLst>
                <a:ext uri="{FF2B5EF4-FFF2-40B4-BE49-F238E27FC236}">
                  <a16:creationId xmlns:a16="http://schemas.microsoft.com/office/drawing/2014/main" id="{BD87D508-6A96-42E0-EF1A-8F3D267AD189}"/>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70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Source icon from the </a:t>
              </a:r>
              <a:b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br>
              <a:r>
                <a:rPr kumimoji="0" lang="en-US" sz="1050" b="0" i="0" u="none" strike="noStrike" kern="0" cap="none" spc="0" normalizeH="0" baseline="0" noProof="0">
                  <a:ln>
                    <a:noFill/>
                  </a:ln>
                  <a:solidFill>
                    <a:srgbClr val="2A2AEA"/>
                  </a:solidFill>
                  <a:effectLst/>
                  <a:uLnTx/>
                  <a:uFillTx/>
                  <a:latin typeface="Aptos" panose="020B0004020202020204" pitchFamily="34" charset="0"/>
                  <a:cs typeface="Aparajita" panose="02020603050405020304" pitchFamily="18" charset="0"/>
                </a:rPr>
                <a:t>Qualcomm Icon Library</a:t>
              </a:r>
            </a:p>
            <a:p>
              <a:pPr marL="0" marR="0" lvl="0" indent="0" defTabSz="914400" eaLnBrk="1" fontAlgn="auto" latinLnBrk="0" hangingPunct="1">
                <a:lnSpc>
                  <a:spcPct val="100000"/>
                </a:lnSpc>
                <a:spcBef>
                  <a:spcPts val="70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Add the icon to the placeholder.</a:t>
              </a:r>
            </a:p>
          </p:txBody>
        </p:sp>
        <p:sp>
          <p:nvSpPr>
            <p:cNvPr id="14" name="TextBox 13">
              <a:extLst>
                <a:ext uri="{FF2B5EF4-FFF2-40B4-BE49-F238E27FC236}">
                  <a16:creationId xmlns:a16="http://schemas.microsoft.com/office/drawing/2014/main" id="{8E193CD7-02AA-87E4-83F0-9F2877F38473}"/>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2: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Paste from clipboard</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Select the icon placeholder.</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Right-click or use keyboard shortcuts to paste the icon.</a:t>
              </a:r>
            </a:p>
          </p:txBody>
        </p:sp>
        <p:sp>
          <p:nvSpPr>
            <p:cNvPr id="20" name="TextBox 19">
              <a:extLst>
                <a:ext uri="{FF2B5EF4-FFF2-40B4-BE49-F238E27FC236}">
                  <a16:creationId xmlns:a16="http://schemas.microsoft.com/office/drawing/2014/main" id="{3C6906C6-174E-51C7-FBA8-97422549FE4C}"/>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3: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Placeholder icon</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Click the image icon inside the placeholder to browse for an icon.</a:t>
              </a:r>
            </a:p>
          </p:txBody>
        </p:sp>
        <p:grpSp>
          <p:nvGrpSpPr>
            <p:cNvPr id="21" name="Group 20">
              <a:extLst>
                <a:ext uri="{FF2B5EF4-FFF2-40B4-BE49-F238E27FC236}">
                  <a16:creationId xmlns:a16="http://schemas.microsoft.com/office/drawing/2014/main" id="{260CE4A8-0F0A-4C75-D776-4A1000990F4B}"/>
                </a:ext>
              </a:extLst>
            </p:cNvPr>
            <p:cNvGrpSpPr/>
            <p:nvPr userDrawn="1"/>
          </p:nvGrpSpPr>
          <p:grpSpPr>
            <a:xfrm>
              <a:off x="12429548" y="3236396"/>
              <a:ext cx="2735151" cy="1280928"/>
              <a:chOff x="9286315" y="6976989"/>
              <a:chExt cx="2735151" cy="1280928"/>
            </a:xfrm>
          </p:grpSpPr>
          <p:sp>
            <p:nvSpPr>
              <p:cNvPr id="38" name="Rectangle 37">
                <a:extLst>
                  <a:ext uri="{FF2B5EF4-FFF2-40B4-BE49-F238E27FC236}">
                    <a16:creationId xmlns:a16="http://schemas.microsoft.com/office/drawing/2014/main" id="{D6DF7B9B-9DDA-C33F-85FF-F83948A401AD}"/>
                  </a:ext>
                </a:extLst>
              </p:cNvPr>
              <p:cNvSpPr/>
              <p:nvPr userDrawn="1"/>
            </p:nvSpPr>
            <p:spPr>
              <a:xfrm>
                <a:off x="9286315" y="6976989"/>
                <a:ext cx="2735151" cy="1280928"/>
              </a:xfrm>
              <a:prstGeom prst="rect">
                <a:avLst/>
              </a:prstGeom>
              <a:solidFill>
                <a:srgbClr val="000000"/>
              </a:solidFill>
              <a:ln w="25400" cap="flat" cmpd="sng" algn="ctr">
                <a:solidFill>
                  <a:srgbClr val="EFF1F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39" name="TextBox 38">
                <a:extLst>
                  <a:ext uri="{FF2B5EF4-FFF2-40B4-BE49-F238E27FC236}">
                    <a16:creationId xmlns:a16="http://schemas.microsoft.com/office/drawing/2014/main" id="{03EFCB32-9400-C460-757B-A7C79C8D2CDF}"/>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FFFFFF"/>
                    </a:solidFill>
                    <a:effectLst/>
                    <a:uLnTx/>
                    <a:uFillTx/>
                    <a:ea typeface="Arial" charset="0"/>
                    <a:cs typeface="Aparajita" panose="02020603050405020304" pitchFamily="18" charset="0"/>
                  </a:rPr>
                  <a:t>Cropping Graphics</a:t>
                </a:r>
              </a:p>
            </p:txBody>
          </p:sp>
          <p:pic>
            <p:nvPicPr>
              <p:cNvPr id="40" name="Graphic 39">
                <a:extLst>
                  <a:ext uri="{FF2B5EF4-FFF2-40B4-BE49-F238E27FC236}">
                    <a16:creationId xmlns:a16="http://schemas.microsoft.com/office/drawing/2014/main" id="{DC83CEE5-722F-4A2A-E4F1-8655BE1B625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41" name="TextBox 40">
                <a:extLst>
                  <a:ext uri="{FF2B5EF4-FFF2-40B4-BE49-F238E27FC236}">
                    <a16:creationId xmlns:a16="http://schemas.microsoft.com/office/drawing/2014/main" id="{6DB9F243-EA42-F273-6F4F-9E735DD7F93F}"/>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Right-click on the icon.</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Choose “Crop” from the menu. (           )</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Adjust the size and position of the image.</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Press Esc or click outside the image area to exit the cropping mode.</a:t>
                </a:r>
              </a:p>
            </p:txBody>
          </p:sp>
          <p:pic>
            <p:nvPicPr>
              <p:cNvPr id="42" name="Picture 41">
                <a:extLst>
                  <a:ext uri="{FF2B5EF4-FFF2-40B4-BE49-F238E27FC236}">
                    <a16:creationId xmlns:a16="http://schemas.microsoft.com/office/drawing/2014/main" id="{5566EBE2-6A2E-A56C-E7C4-30802C3B8D32}"/>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130" name="TextBox 129">
                <a:extLst>
                  <a:ext uri="{FF2B5EF4-FFF2-40B4-BE49-F238E27FC236}">
                    <a16:creationId xmlns:a16="http://schemas.microsoft.com/office/drawing/2014/main" id="{6D813C75-EA44-DCE1-5697-1962589C9115}"/>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all" spc="150" normalizeH="0" baseline="0" noProof="0">
                    <a:ln>
                      <a:noFill/>
                    </a:ln>
                    <a:solidFill>
                      <a:srgbClr val="FFFFFF"/>
                    </a:solidFill>
                    <a:effectLst/>
                    <a:uLnTx/>
                    <a:uFillTx/>
                  </a:rPr>
                  <a:t>TIP</a:t>
                </a:r>
              </a:p>
            </p:txBody>
          </p:sp>
        </p:grpSp>
        <p:grpSp>
          <p:nvGrpSpPr>
            <p:cNvPr id="22" name="Group 21">
              <a:extLst>
                <a:ext uri="{FF2B5EF4-FFF2-40B4-BE49-F238E27FC236}">
                  <a16:creationId xmlns:a16="http://schemas.microsoft.com/office/drawing/2014/main" id="{C42BCB3F-53CE-B020-DE2F-6E483C5F107D}"/>
                </a:ext>
              </a:extLst>
            </p:cNvPr>
            <p:cNvGrpSpPr/>
            <p:nvPr userDrawn="1"/>
          </p:nvGrpSpPr>
          <p:grpSpPr>
            <a:xfrm>
              <a:off x="12429548" y="4543123"/>
              <a:ext cx="2735151" cy="2200108"/>
              <a:chOff x="9538241" y="5155416"/>
              <a:chExt cx="2735151" cy="2200108"/>
            </a:xfrm>
          </p:grpSpPr>
          <p:sp>
            <p:nvSpPr>
              <p:cNvPr id="29" name="Rectangle 28">
                <a:extLst>
                  <a:ext uri="{FF2B5EF4-FFF2-40B4-BE49-F238E27FC236}">
                    <a16:creationId xmlns:a16="http://schemas.microsoft.com/office/drawing/2014/main" id="{EED95C38-FD16-63F7-F5F6-7DD1558030AD}"/>
                  </a:ext>
                </a:extLst>
              </p:cNvPr>
              <p:cNvSpPr/>
              <p:nvPr userDrawn="1"/>
            </p:nvSpPr>
            <p:spPr>
              <a:xfrm>
                <a:off x="9538241" y="5155416"/>
                <a:ext cx="2735151" cy="2200108"/>
              </a:xfrm>
              <a:prstGeom prst="rect">
                <a:avLst/>
              </a:prstGeom>
              <a:solidFill>
                <a:srgbClr val="000000"/>
              </a:solidFill>
              <a:ln w="25400" cap="flat" cmpd="sng" algn="ctr">
                <a:solidFill>
                  <a:srgbClr val="EFF1F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30" name="TextBox 29">
                <a:extLst>
                  <a:ext uri="{FF2B5EF4-FFF2-40B4-BE49-F238E27FC236}">
                    <a16:creationId xmlns:a16="http://schemas.microsoft.com/office/drawing/2014/main" id="{CE8E9BD3-3F87-525E-9458-2359423BE61C}"/>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FFFFFF"/>
                    </a:solidFill>
                    <a:effectLst/>
                    <a:uLnTx/>
                    <a:uFillTx/>
                    <a:ea typeface="Arial" charset="0"/>
                    <a:cs typeface="Aparajita" panose="02020603050405020304" pitchFamily="18" charset="0"/>
                  </a:rPr>
                  <a:t>Changing Icons</a:t>
                </a:r>
              </a:p>
            </p:txBody>
          </p:sp>
          <p:pic>
            <p:nvPicPr>
              <p:cNvPr id="31" name="Graphic 30">
                <a:extLst>
                  <a:ext uri="{FF2B5EF4-FFF2-40B4-BE49-F238E27FC236}">
                    <a16:creationId xmlns:a16="http://schemas.microsoft.com/office/drawing/2014/main" id="{7521EABE-1DDA-C28D-74A2-855EA80B880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32" name="TextBox 31">
                <a:extLst>
                  <a:ext uri="{FF2B5EF4-FFF2-40B4-BE49-F238E27FC236}">
                    <a16:creationId xmlns:a16="http://schemas.microsoft.com/office/drawing/2014/main" id="{11BF9854-367B-CBBA-CD2B-6DBCFB3FEEE3}"/>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0" cap="all" spc="20" normalizeH="0" baseline="0" noProof="0">
                    <a:ln>
                      <a:noFill/>
                    </a:ln>
                    <a:solidFill>
                      <a:srgbClr val="FFFFFF"/>
                    </a:solidFill>
                    <a:effectLst/>
                    <a:uLnTx/>
                    <a:uFillTx/>
                    <a:cs typeface="Aparajita" panose="02020603050405020304" pitchFamily="18" charset="0"/>
                  </a:rPr>
                  <a:t>Method 1: </a:t>
                </a:r>
                <a:r>
                  <a:rPr kumimoji="0" lang="en-US" sz="600" b="0" i="0" u="none" strike="noStrike" kern="0" cap="all" spc="20" normalizeH="0" baseline="0" noProof="0">
                    <a:ln>
                      <a:noFill/>
                    </a:ln>
                    <a:solidFill>
                      <a:srgbClr val="FFFFFF"/>
                    </a:solidFill>
                    <a:effectLst/>
                    <a:uLnTx/>
                    <a:uFillTx/>
                    <a:cs typeface="Aparajita" panose="02020603050405020304" pitchFamily="18" charset="0"/>
                  </a:rPr>
                  <a:t>RIGHT CLICK</a:t>
                </a:r>
              </a:p>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Right-click on icon and select “Change Picture”</a:t>
                </a:r>
              </a:p>
            </p:txBody>
          </p:sp>
          <p:sp>
            <p:nvSpPr>
              <p:cNvPr id="33" name="TextBox 32">
                <a:extLst>
                  <a:ext uri="{FF2B5EF4-FFF2-40B4-BE49-F238E27FC236}">
                    <a16:creationId xmlns:a16="http://schemas.microsoft.com/office/drawing/2014/main" id="{8D80CDF4-B59D-389D-AA20-6E9F5EF00C86}"/>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34" name="TextBox 33">
                <a:extLst>
                  <a:ext uri="{FF2B5EF4-FFF2-40B4-BE49-F238E27FC236}">
                    <a16:creationId xmlns:a16="http://schemas.microsoft.com/office/drawing/2014/main" id="{DD3B16CD-3463-3F49-0200-168C495AFAA2}"/>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0" cap="all" spc="20" normalizeH="0" baseline="0" noProof="0">
                    <a:ln>
                      <a:noFill/>
                    </a:ln>
                    <a:solidFill>
                      <a:srgbClr val="FFFFFF"/>
                    </a:solidFill>
                    <a:effectLst/>
                    <a:uLnTx/>
                    <a:uFillTx/>
                    <a:cs typeface="Aparajita" panose="02020603050405020304" pitchFamily="18" charset="0"/>
                  </a:rPr>
                  <a:t>Method 2: </a:t>
                </a:r>
                <a:r>
                  <a:rPr kumimoji="0" lang="en-US" sz="600" b="0" i="0" u="none" strike="noStrike" kern="0" cap="all" spc="20" normalizeH="0" baseline="0" noProof="0">
                    <a:ln>
                      <a:noFill/>
                    </a:ln>
                    <a:solidFill>
                      <a:srgbClr val="FFFFFF"/>
                    </a:solidFill>
                    <a:effectLst/>
                    <a:uLnTx/>
                    <a:uFillTx/>
                    <a:cs typeface="Aparajita" panose="02020603050405020304" pitchFamily="18" charset="0"/>
                  </a:rPr>
                  <a:t>RESET PLACEHOLDER</a:t>
                </a:r>
              </a:p>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First, delete the existing icon to reset the photo placeholder functionality.</a:t>
                </a:r>
              </a:p>
            </p:txBody>
          </p:sp>
          <p:sp>
            <p:nvSpPr>
              <p:cNvPr id="35" name="TextBox 34">
                <a:extLst>
                  <a:ext uri="{FF2B5EF4-FFF2-40B4-BE49-F238E27FC236}">
                    <a16:creationId xmlns:a16="http://schemas.microsoft.com/office/drawing/2014/main" id="{792CD33D-4A40-3353-AEB5-343C73AA5C37}"/>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You can now add a new icon as normal.</a:t>
                </a:r>
              </a:p>
            </p:txBody>
          </p:sp>
          <p:cxnSp>
            <p:nvCxnSpPr>
              <p:cNvPr id="36" name="Straight Connector 35">
                <a:extLst>
                  <a:ext uri="{FF2B5EF4-FFF2-40B4-BE49-F238E27FC236}">
                    <a16:creationId xmlns:a16="http://schemas.microsoft.com/office/drawing/2014/main" id="{8D0CB376-99C4-94BA-CF39-CB6040DF6096}"/>
                  </a:ext>
                </a:extLst>
              </p:cNvPr>
              <p:cNvCxnSpPr>
                <a:cxnSpLocks/>
              </p:cNvCxnSpPr>
              <p:nvPr userDrawn="1"/>
            </p:nvCxnSpPr>
            <p:spPr>
              <a:xfrm>
                <a:off x="9713479" y="5957047"/>
                <a:ext cx="270000" cy="0"/>
              </a:xfrm>
              <a:prstGeom prst="line">
                <a:avLst/>
              </a:prstGeom>
              <a:noFill/>
              <a:ln w="9525" cap="flat" cmpd="sng" algn="ctr">
                <a:solidFill>
                  <a:srgbClr val="833AFF"/>
                </a:solidFill>
                <a:prstDash val="solid"/>
              </a:ln>
              <a:effectLst/>
            </p:spPr>
          </p:cxnSp>
          <p:sp>
            <p:nvSpPr>
              <p:cNvPr id="37" name="TextBox 36">
                <a:extLst>
                  <a:ext uri="{FF2B5EF4-FFF2-40B4-BE49-F238E27FC236}">
                    <a16:creationId xmlns:a16="http://schemas.microsoft.com/office/drawing/2014/main" id="{5C8BADC1-8AD4-A9C6-6992-8A3CBF399C7E}"/>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all" spc="150" normalizeH="0" baseline="0" noProof="0">
                    <a:ln>
                      <a:noFill/>
                    </a:ln>
                    <a:solidFill>
                      <a:srgbClr val="FFFFFF"/>
                    </a:solidFill>
                    <a:effectLst/>
                    <a:uLnTx/>
                    <a:uFillTx/>
                  </a:rPr>
                  <a:t>TIP</a:t>
                </a:r>
              </a:p>
            </p:txBody>
          </p:sp>
        </p:grpSp>
      </p:grpSp>
      <p:sp>
        <p:nvSpPr>
          <p:cNvPr id="4" name="TextBox 3">
            <a:extLst>
              <a:ext uri="{FF2B5EF4-FFF2-40B4-BE49-F238E27FC236}">
                <a16:creationId xmlns:a16="http://schemas.microsoft.com/office/drawing/2014/main" id="{21E289CB-343B-0FF5-1F2F-45C114F2F2E1}"/>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5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50000"/>
                </a:schemeClr>
              </a:solidFill>
              <a:latin typeface="+mn-lt"/>
              <a:ea typeface="+mn-ea"/>
              <a:cs typeface="+mn-cs"/>
            </a:endParaRPr>
          </a:p>
        </p:txBody>
      </p:sp>
      <p:sp>
        <p:nvSpPr>
          <p:cNvPr id="17" name="TextBox 16">
            <a:extLst>
              <a:ext uri="{FF2B5EF4-FFF2-40B4-BE49-F238E27FC236}">
                <a16:creationId xmlns:a16="http://schemas.microsoft.com/office/drawing/2014/main" id="{B9939663-F772-3D5D-3302-22B372E52538}"/>
              </a:ext>
            </a:extLst>
          </p:cNvPr>
          <p:cNvSpPr txBox="1"/>
          <p:nvPr userDrawn="1"/>
        </p:nvSpPr>
        <p:spPr>
          <a:xfrm>
            <a:off x="6773075"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800" kern="1200" baseline="0">
                <a:solidFill>
                  <a:schemeClr val="accent6">
                    <a:lumMod val="50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17460533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Quote_Grey">
    <p:bg>
      <p:bgPr>
        <a:solidFill>
          <a:srgbClr val="EFF1F5"/>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0B91DB79-E2AC-CE2B-5FAE-BEC630409992}"/>
              </a:ext>
            </a:extLst>
          </p:cNvPr>
          <p:cNvSpPr>
            <a:spLocks noGrp="1"/>
          </p:cNvSpPr>
          <p:nvPr>
            <p:ph type="title" hasCustomPrompt="1"/>
          </p:nvPr>
        </p:nvSpPr>
        <p:spPr>
          <a:xfrm>
            <a:off x="531812" y="1196975"/>
            <a:ext cx="11144251" cy="3616325"/>
          </a:xfrm>
        </p:spPr>
        <p:txBody>
          <a:bodyPr anchor="ctr"/>
          <a:lstStyle>
            <a:lvl1pPr marL="0" marR="0" indent="0" algn="ctr" defTabSz="914400" rtl="0" eaLnBrk="1" fontAlgn="auto" latinLnBrk="0" hangingPunct="1">
              <a:lnSpc>
                <a:spcPct val="84000"/>
              </a:lnSpc>
              <a:spcBef>
                <a:spcPct val="0"/>
              </a:spcBef>
              <a:spcAft>
                <a:spcPts val="0"/>
              </a:spcAft>
              <a:buClrTx/>
              <a:buSzTx/>
              <a:buFontTx/>
              <a:buNone/>
              <a:tabLst/>
              <a:defRPr sz="5500">
                <a:solidFill>
                  <a:schemeClr val="accent1"/>
                </a:solidFill>
              </a:defRPr>
            </a:lvl1pPr>
          </a:lstStyle>
          <a:p>
            <a:r>
              <a:rPr lang="en-US"/>
              <a:t>Quote 4 lines maximum. </a:t>
            </a:r>
            <a:br>
              <a:rPr lang="en-US"/>
            </a:b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a:t>
            </a:r>
            <a:r>
              <a:rPr lang="en-US" err="1"/>
              <a:t>laoreet</a:t>
            </a:r>
            <a:r>
              <a:rPr lang="en-US"/>
              <a:t> </a:t>
            </a:r>
            <a:r>
              <a:rPr lang="en-US" err="1"/>
              <a:t>venenatis</a:t>
            </a:r>
            <a:r>
              <a:rPr lang="en-US"/>
              <a:t> </a:t>
            </a:r>
            <a:r>
              <a:rPr lang="en-US" err="1"/>
              <a:t>urna</a:t>
            </a:r>
            <a:r>
              <a:rPr lang="en-US"/>
              <a:t>, in </a:t>
            </a:r>
            <a:r>
              <a:rPr lang="en-US" err="1"/>
              <a:t>vehicula</a:t>
            </a:r>
            <a:r>
              <a:rPr lang="en-US"/>
              <a:t> mi.</a:t>
            </a:r>
          </a:p>
        </p:txBody>
      </p:sp>
      <p:sp>
        <p:nvSpPr>
          <p:cNvPr id="13" name="Text Placeholder 22">
            <a:extLst>
              <a:ext uri="{FF2B5EF4-FFF2-40B4-BE49-F238E27FC236}">
                <a16:creationId xmlns:a16="http://schemas.microsoft.com/office/drawing/2014/main" id="{84EB628F-8E06-31E6-5105-B798681A887F}"/>
              </a:ext>
            </a:extLst>
          </p:cNvPr>
          <p:cNvSpPr>
            <a:spLocks noGrp="1"/>
          </p:cNvSpPr>
          <p:nvPr>
            <p:ph type="body" sz="quarter" idx="13" hasCustomPrompt="1"/>
          </p:nvPr>
        </p:nvSpPr>
        <p:spPr>
          <a:xfrm>
            <a:off x="531811" y="5053746"/>
            <a:ext cx="11144252" cy="1112104"/>
          </a:xfrm>
        </p:spPr>
        <p:txBody>
          <a:bodyPr wrap="square" anchor="b">
            <a:noAutofit/>
          </a:bodyPr>
          <a:lstStyle>
            <a:lvl1pPr marL="0" indent="0" algn="ctr">
              <a:buNone/>
              <a:defRPr lang="en-US" sz="2800" kern="1200" spc="-50" baseline="0" dirty="0">
                <a:solidFill>
                  <a:schemeClr val="tx2"/>
                </a:solidFill>
                <a:latin typeface="+mj-lt"/>
                <a:ea typeface="+mn-ea"/>
                <a:cs typeface="+mn-cs"/>
              </a:defRPr>
            </a:lvl1pPr>
          </a:lstStyle>
          <a:p>
            <a:pPr lvl="0"/>
            <a:r>
              <a:rPr lang="en-US"/>
              <a:t>Quote attribution</a:t>
            </a:r>
          </a:p>
        </p:txBody>
      </p:sp>
      <p:sp>
        <p:nvSpPr>
          <p:cNvPr id="3" name="Footer Placeholder 2">
            <a:extLst>
              <a:ext uri="{FF2B5EF4-FFF2-40B4-BE49-F238E27FC236}">
                <a16:creationId xmlns:a16="http://schemas.microsoft.com/office/drawing/2014/main" id="{61557233-3B17-FEA2-60BE-6985A7AFDAB0}"/>
              </a:ext>
            </a:extLst>
          </p:cNvPr>
          <p:cNvSpPr>
            <a:spLocks noGrp="1"/>
          </p:cNvSpPr>
          <p:nvPr>
            <p:ph type="ftr" sz="quarter" idx="14"/>
          </p:nvPr>
        </p:nvSpPr>
        <p:spPr/>
        <p:txBody>
          <a:bodyPr/>
          <a:lstStyle>
            <a:lvl1pPr>
              <a:defRPr>
                <a:solidFill>
                  <a:schemeClr val="accent6">
                    <a:lumMod val="50000"/>
                  </a:schemeClr>
                </a:solidFill>
              </a:defRPr>
            </a:lvl1pPr>
          </a:lstStyle>
          <a:p>
            <a:endParaRPr lang="en-CA"/>
          </a:p>
        </p:txBody>
      </p:sp>
      <p:sp>
        <p:nvSpPr>
          <p:cNvPr id="4" name="TextBox 3">
            <a:extLst>
              <a:ext uri="{FF2B5EF4-FFF2-40B4-BE49-F238E27FC236}">
                <a16:creationId xmlns:a16="http://schemas.microsoft.com/office/drawing/2014/main" id="{4D4BB44A-F67D-49FB-3E85-19CDFE282856}"/>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5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50000"/>
                </a:schemeClr>
              </a:solidFill>
              <a:latin typeface="+mn-lt"/>
              <a:ea typeface="+mn-ea"/>
              <a:cs typeface="+mn-cs"/>
            </a:endParaRPr>
          </a:p>
        </p:txBody>
      </p:sp>
      <p:sp>
        <p:nvSpPr>
          <p:cNvPr id="5" name="TextBox 4">
            <a:extLst>
              <a:ext uri="{FF2B5EF4-FFF2-40B4-BE49-F238E27FC236}">
                <a16:creationId xmlns:a16="http://schemas.microsoft.com/office/drawing/2014/main" id="{55383CCA-6EDF-D737-5F70-36F4A350AB7D}"/>
              </a:ext>
            </a:extLst>
          </p:cNvPr>
          <p:cNvSpPr txBox="1"/>
          <p:nvPr userDrawn="1"/>
        </p:nvSpPr>
        <p:spPr>
          <a:xfrm>
            <a:off x="6773075"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800" kern="1200" baseline="0">
                <a:solidFill>
                  <a:schemeClr val="accent6">
                    <a:lumMod val="50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25950744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Title+Content_Grey">
    <p:bg>
      <p:bgPr>
        <a:solidFill>
          <a:srgbClr val="EFF1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22F3776-3D2C-A222-540D-0903BB38AA94}"/>
              </a:ext>
            </a:extLst>
          </p:cNvPr>
          <p:cNvSpPr>
            <a:spLocks noGrp="1"/>
          </p:cNvSpPr>
          <p:nvPr>
            <p:ph type="title" hasCustomPrompt="1"/>
          </p:nvPr>
        </p:nvSpPr>
        <p:spPr/>
        <p:txBody>
          <a:bodyPr/>
          <a:lstStyle>
            <a:lvl1pPr>
              <a:lnSpc>
                <a:spcPct val="85000"/>
              </a:lnSpc>
              <a:defRPr>
                <a:solidFill>
                  <a:schemeClr val="accent1"/>
                </a:solidFill>
              </a:defRPr>
            </a:lvl1pPr>
          </a:lstStyle>
          <a:p>
            <a:r>
              <a:rPr lang="en-US"/>
              <a:t>Title + Content layout</a:t>
            </a:r>
            <a:br>
              <a:rPr lang="en-US"/>
            </a:br>
            <a:r>
              <a:rPr lang="en-US"/>
              <a:t>Title 2 lines maximum</a:t>
            </a:r>
            <a:endParaRPr lang="en-CA"/>
          </a:p>
        </p:txBody>
      </p:sp>
      <p:sp>
        <p:nvSpPr>
          <p:cNvPr id="2" name="Footer Placeholder 1">
            <a:extLst>
              <a:ext uri="{FF2B5EF4-FFF2-40B4-BE49-F238E27FC236}">
                <a16:creationId xmlns:a16="http://schemas.microsoft.com/office/drawing/2014/main" id="{C1603945-6AF6-41EC-96CD-6345DBC93FB5}"/>
              </a:ext>
            </a:extLst>
          </p:cNvPr>
          <p:cNvSpPr>
            <a:spLocks noGrp="1"/>
          </p:cNvSpPr>
          <p:nvPr>
            <p:ph type="ftr" sz="quarter" idx="10"/>
          </p:nvPr>
        </p:nvSpPr>
        <p:spPr/>
        <p:txBody>
          <a:bodyPr/>
          <a:lstStyle>
            <a:lvl1pPr>
              <a:defRPr>
                <a:solidFill>
                  <a:schemeClr val="accent6">
                    <a:lumMod val="50000"/>
                  </a:schemeClr>
                </a:solidFill>
              </a:defRPr>
            </a:lvl1pPr>
          </a:lstStyle>
          <a:p>
            <a:endParaRPr lang="en-CA"/>
          </a:p>
        </p:txBody>
      </p:sp>
      <p:sp>
        <p:nvSpPr>
          <p:cNvPr id="4" name="Text Placeholder 3">
            <a:extLst>
              <a:ext uri="{FF2B5EF4-FFF2-40B4-BE49-F238E27FC236}">
                <a16:creationId xmlns:a16="http://schemas.microsoft.com/office/drawing/2014/main" id="{8C4674D7-0943-3D3A-3399-801B35B01C98}"/>
              </a:ext>
            </a:extLst>
          </p:cNvPr>
          <p:cNvSpPr>
            <a:spLocks noGrp="1"/>
          </p:cNvSpPr>
          <p:nvPr>
            <p:ph idx="1" hasCustomPrompt="1"/>
          </p:nvPr>
        </p:nvSpPr>
        <p:spPr>
          <a:xfrm>
            <a:off x="515938" y="1820860"/>
            <a:ext cx="11160126" cy="4344989"/>
          </a:xfrm>
          <a:prstGeom prst="rect">
            <a:avLst/>
          </a:prstGeom>
        </p:spPr>
        <p:txBody>
          <a:bodyPr vert="horz" lIns="0" tIns="0" rIns="0" bIns="0" rtlCol="0">
            <a:noAutofit/>
          </a:body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5" name="Text Placeholder 4">
            <a:extLst>
              <a:ext uri="{FF2B5EF4-FFF2-40B4-BE49-F238E27FC236}">
                <a16:creationId xmlns:a16="http://schemas.microsoft.com/office/drawing/2014/main" id="{7E0D4A21-1870-2B85-04F6-859526FE4179}"/>
              </a:ext>
            </a:extLst>
          </p:cNvPr>
          <p:cNvSpPr>
            <a:spLocks noGrp="1"/>
          </p:cNvSpPr>
          <p:nvPr>
            <p:ph type="body" sz="quarter" idx="11" hasCustomPrompt="1"/>
          </p:nvPr>
        </p:nvSpPr>
        <p:spPr>
          <a:xfrm>
            <a:off x="515938" y="1387475"/>
            <a:ext cx="11160125" cy="233910"/>
          </a:xfrm>
        </p:spPr>
        <p:txBody>
          <a:bodyPr>
            <a:spAutoFit/>
          </a:bodyPr>
          <a:lstStyle>
            <a:lvl1pPr marL="0" indent="0">
              <a:buNone/>
              <a:defRPr lang="en-US" sz="1600" kern="1200" dirty="0">
                <a:solidFill>
                  <a:schemeClr val="dk1"/>
                </a:solidFill>
                <a:latin typeface="+mn-lt"/>
                <a:ea typeface="+mn-ea"/>
                <a:cs typeface="+mn-cs"/>
              </a:defRPr>
            </a:lvl1pPr>
          </a:lstStyle>
          <a:p>
            <a:pPr lvl="0"/>
            <a:r>
              <a:rPr lang="en-US" err="1"/>
              <a:t>Subheader</a:t>
            </a:r>
            <a:endParaRPr lang="en-US"/>
          </a:p>
        </p:txBody>
      </p:sp>
      <p:sp>
        <p:nvSpPr>
          <p:cNvPr id="6" name="TextBox 5">
            <a:extLst>
              <a:ext uri="{FF2B5EF4-FFF2-40B4-BE49-F238E27FC236}">
                <a16:creationId xmlns:a16="http://schemas.microsoft.com/office/drawing/2014/main" id="{453F3C8D-5FC0-8926-D525-14F58F1CD347}"/>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5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50000"/>
                </a:schemeClr>
              </a:solidFill>
              <a:latin typeface="+mn-lt"/>
              <a:ea typeface="+mn-ea"/>
              <a:cs typeface="+mn-cs"/>
            </a:endParaRPr>
          </a:p>
        </p:txBody>
      </p:sp>
      <p:sp>
        <p:nvSpPr>
          <p:cNvPr id="7" name="TextBox 6">
            <a:extLst>
              <a:ext uri="{FF2B5EF4-FFF2-40B4-BE49-F238E27FC236}">
                <a16:creationId xmlns:a16="http://schemas.microsoft.com/office/drawing/2014/main" id="{B8D9ACE2-2765-F3B0-D6F0-6EEB06E3BF04}"/>
              </a:ext>
            </a:extLst>
          </p:cNvPr>
          <p:cNvSpPr txBox="1"/>
          <p:nvPr userDrawn="1"/>
        </p:nvSpPr>
        <p:spPr>
          <a:xfrm>
            <a:off x="6773075"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800" kern="1200" baseline="0">
                <a:solidFill>
                  <a:schemeClr val="accent6">
                    <a:lumMod val="50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42500220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50/50 Title+Content_Grey">
    <p:bg>
      <p:bgPr>
        <a:solidFill>
          <a:srgbClr val="EFF1F5"/>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CC7DB58-AE4B-237F-9A89-82A8C6785EA1}"/>
              </a:ext>
            </a:extLst>
          </p:cNvPr>
          <p:cNvSpPr/>
          <p:nvPr userDrawn="1"/>
        </p:nvSpPr>
        <p:spPr>
          <a:xfrm>
            <a:off x="6096000" y="0"/>
            <a:ext cx="6096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err="1">
              <a:solidFill>
                <a:schemeClr val="bg1"/>
              </a:solidFill>
              <a:latin typeface="Microsoft Sans Serif"/>
              <a:cs typeface="Microsoft Sans Serif" panose="020B0604020202020204" pitchFamily="34" charset="0"/>
            </a:endParaRPr>
          </a:p>
        </p:txBody>
      </p:sp>
      <p:sp>
        <p:nvSpPr>
          <p:cNvPr id="3" name="Title 2">
            <a:extLst>
              <a:ext uri="{FF2B5EF4-FFF2-40B4-BE49-F238E27FC236}">
                <a16:creationId xmlns:a16="http://schemas.microsoft.com/office/drawing/2014/main" id="{C22F3776-3D2C-A222-540D-0903BB38AA94}"/>
              </a:ext>
            </a:extLst>
          </p:cNvPr>
          <p:cNvSpPr>
            <a:spLocks noGrp="1"/>
          </p:cNvSpPr>
          <p:nvPr>
            <p:ph type="title" hasCustomPrompt="1"/>
          </p:nvPr>
        </p:nvSpPr>
        <p:spPr>
          <a:xfrm>
            <a:off x="515938" y="628016"/>
            <a:ext cx="5065712" cy="647700"/>
          </a:xfrm>
        </p:spPr>
        <p:txBody>
          <a:bodyPr/>
          <a:lstStyle>
            <a:lvl1pPr>
              <a:lnSpc>
                <a:spcPct val="85000"/>
              </a:lnSpc>
              <a:defRPr>
                <a:solidFill>
                  <a:schemeClr val="accent1"/>
                </a:solidFill>
              </a:defRPr>
            </a:lvl1pPr>
          </a:lstStyle>
          <a:p>
            <a:r>
              <a:rPr lang="en-US"/>
              <a:t>50/50 Title + Content</a:t>
            </a:r>
            <a:br>
              <a:rPr lang="en-US"/>
            </a:br>
            <a:r>
              <a:rPr lang="en-US"/>
              <a:t>Title 2 lines maximum</a:t>
            </a:r>
          </a:p>
        </p:txBody>
      </p:sp>
      <p:sp>
        <p:nvSpPr>
          <p:cNvPr id="2" name="Footer Placeholder 1">
            <a:extLst>
              <a:ext uri="{FF2B5EF4-FFF2-40B4-BE49-F238E27FC236}">
                <a16:creationId xmlns:a16="http://schemas.microsoft.com/office/drawing/2014/main" id="{C1603945-6AF6-41EC-96CD-6345DBC93FB5}"/>
              </a:ext>
            </a:extLst>
          </p:cNvPr>
          <p:cNvSpPr>
            <a:spLocks noGrp="1"/>
          </p:cNvSpPr>
          <p:nvPr>
            <p:ph type="ftr" sz="quarter" idx="10"/>
          </p:nvPr>
        </p:nvSpPr>
        <p:spPr>
          <a:xfrm>
            <a:off x="515938" y="6396925"/>
            <a:ext cx="5065711" cy="118174"/>
          </a:xfrm>
        </p:spPr>
        <p:txBody>
          <a:bodyPr/>
          <a:lstStyle>
            <a:lvl1pPr>
              <a:defRPr>
                <a:solidFill>
                  <a:schemeClr val="accent6">
                    <a:lumMod val="50000"/>
                  </a:schemeClr>
                </a:solidFill>
              </a:defRPr>
            </a:lvl1pPr>
          </a:lstStyle>
          <a:p>
            <a:endParaRPr lang="en-CA"/>
          </a:p>
        </p:txBody>
      </p:sp>
      <p:sp>
        <p:nvSpPr>
          <p:cNvPr id="4" name="Text Placeholder 3">
            <a:extLst>
              <a:ext uri="{FF2B5EF4-FFF2-40B4-BE49-F238E27FC236}">
                <a16:creationId xmlns:a16="http://schemas.microsoft.com/office/drawing/2014/main" id="{8C4674D7-0943-3D3A-3399-801B35B01C98}"/>
              </a:ext>
            </a:extLst>
          </p:cNvPr>
          <p:cNvSpPr>
            <a:spLocks noGrp="1"/>
          </p:cNvSpPr>
          <p:nvPr>
            <p:ph idx="1" hasCustomPrompt="1"/>
          </p:nvPr>
        </p:nvSpPr>
        <p:spPr>
          <a:xfrm>
            <a:off x="515937" y="1820860"/>
            <a:ext cx="5065712" cy="4344989"/>
          </a:xfrm>
          <a:prstGeom prst="rect">
            <a:avLst/>
          </a:prstGeom>
        </p:spPr>
        <p:txBody>
          <a:bodyPr vert="horz" lIns="0" tIns="0" rIns="0" bIns="0" rtlCol="0">
            <a:noAutofit/>
          </a:body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5" name="Text Placeholder 4">
            <a:extLst>
              <a:ext uri="{FF2B5EF4-FFF2-40B4-BE49-F238E27FC236}">
                <a16:creationId xmlns:a16="http://schemas.microsoft.com/office/drawing/2014/main" id="{7E0D4A21-1870-2B85-04F6-859526FE4179}"/>
              </a:ext>
            </a:extLst>
          </p:cNvPr>
          <p:cNvSpPr>
            <a:spLocks noGrp="1"/>
          </p:cNvSpPr>
          <p:nvPr>
            <p:ph type="body" sz="quarter" idx="11" hasCustomPrompt="1"/>
          </p:nvPr>
        </p:nvSpPr>
        <p:spPr>
          <a:xfrm>
            <a:off x="515937" y="1387475"/>
            <a:ext cx="5065712" cy="233910"/>
          </a:xfrm>
        </p:spPr>
        <p:txBody>
          <a:bodyPr wrap="square">
            <a:spAutoFit/>
          </a:bodyPr>
          <a:lstStyle>
            <a:lvl1pPr marL="0" indent="0">
              <a:buNone/>
              <a:defRPr lang="en-US" sz="1600" kern="1200" dirty="0">
                <a:solidFill>
                  <a:schemeClr val="dk1"/>
                </a:solidFill>
                <a:latin typeface="+mn-lt"/>
                <a:ea typeface="+mn-ea"/>
                <a:cs typeface="+mn-cs"/>
              </a:defRPr>
            </a:lvl1pPr>
          </a:lstStyle>
          <a:p>
            <a:pPr lvl="0"/>
            <a:r>
              <a:rPr lang="en-US" err="1"/>
              <a:t>Subheader</a:t>
            </a:r>
            <a:endParaRPr lang="en-US"/>
          </a:p>
        </p:txBody>
      </p:sp>
      <p:sp>
        <p:nvSpPr>
          <p:cNvPr id="6" name="TextBox 5">
            <a:extLst>
              <a:ext uri="{FF2B5EF4-FFF2-40B4-BE49-F238E27FC236}">
                <a16:creationId xmlns:a16="http://schemas.microsoft.com/office/drawing/2014/main" id="{453F3C8D-5FC0-8926-D525-14F58F1CD347}"/>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bg1"/>
                </a:solidFill>
                <a:latin typeface="+mn-lt"/>
                <a:ea typeface="+mn-ea"/>
                <a:cs typeface="+mn-cs"/>
              </a:rPr>
              <a:pPr marL="0" lvl="0" algn="l" defTabSz="914400" rtl="0" eaLnBrk="1" latinLnBrk="0" hangingPunct="1">
                <a:lnSpc>
                  <a:spcPct val="125000"/>
                </a:lnSpc>
              </a:pPr>
              <a:t>‹#›</a:t>
            </a:fld>
            <a:endParaRPr lang="en-US" sz="800" kern="1200">
              <a:solidFill>
                <a:schemeClr val="bg1"/>
              </a:solidFill>
              <a:latin typeface="+mn-lt"/>
              <a:ea typeface="+mn-ea"/>
              <a:cs typeface="+mn-cs"/>
            </a:endParaRPr>
          </a:p>
        </p:txBody>
      </p:sp>
      <p:sp>
        <p:nvSpPr>
          <p:cNvPr id="7" name="TextBox 6">
            <a:extLst>
              <a:ext uri="{FF2B5EF4-FFF2-40B4-BE49-F238E27FC236}">
                <a16:creationId xmlns:a16="http://schemas.microsoft.com/office/drawing/2014/main" id="{B8D9ACE2-2765-F3B0-D6F0-6EEB06E3BF04}"/>
              </a:ext>
            </a:extLst>
          </p:cNvPr>
          <p:cNvSpPr txBox="1"/>
          <p:nvPr userDrawn="1"/>
        </p:nvSpPr>
        <p:spPr>
          <a:xfrm>
            <a:off x="6773075"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800" kern="1200" baseline="0">
                <a:solidFill>
                  <a:schemeClr val="bg1"/>
                </a:solidFill>
                <a:latin typeface="+mn-lt"/>
                <a:ea typeface="+mn-ea"/>
                <a:cs typeface="+mn-cs"/>
              </a:rPr>
              <a:t>Confidential – Qualcomm Technologies, Inc. and/or its affiliated companies – May Contain Trade Secrets</a:t>
            </a:r>
          </a:p>
        </p:txBody>
      </p:sp>
      <p:sp>
        <p:nvSpPr>
          <p:cNvPr id="12" name="Content Placeholder 5">
            <a:extLst>
              <a:ext uri="{FF2B5EF4-FFF2-40B4-BE49-F238E27FC236}">
                <a16:creationId xmlns:a16="http://schemas.microsoft.com/office/drawing/2014/main" id="{6ED21770-A267-5772-4EFF-0944DDD34920}"/>
              </a:ext>
            </a:extLst>
          </p:cNvPr>
          <p:cNvSpPr txBox="1">
            <a:spLocks/>
          </p:cNvSpPr>
          <p:nvPr userDrawn="1"/>
        </p:nvSpPr>
        <p:spPr>
          <a:xfrm>
            <a:off x="6611938" y="1820860"/>
            <a:ext cx="5065712" cy="4344989"/>
          </a:xfrm>
          <a:prstGeom prst="rect">
            <a:avLst/>
          </a:prstGeom>
        </p:spPr>
        <p:txBody>
          <a:bodyPr vert="horz" lIns="0" tIns="0" rIns="0" bIns="0" rtlCol="0">
            <a:noAutofit/>
          </a:bodyPr>
          <a:lstStyle>
            <a:lvl1pPr marL="171450" indent="-171450" algn="l" defTabSz="914400" rtl="0" eaLnBrk="1" latinLnBrk="0" hangingPunct="1">
              <a:lnSpc>
                <a:spcPct val="95000"/>
              </a:lnSpc>
              <a:spcBef>
                <a:spcPts val="900"/>
              </a:spcBef>
              <a:spcAft>
                <a:spcPts val="300"/>
              </a:spcAft>
              <a:buClrTx/>
              <a:buFont typeface="Arial" panose="020B0604020202020204" pitchFamily="34" charset="0"/>
              <a:buChar char="•"/>
              <a:defRPr sz="2200" kern="1200" baseline="0">
                <a:solidFill>
                  <a:schemeClr val="tx2"/>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endParaRPr lang="en-US"/>
          </a:p>
        </p:txBody>
      </p:sp>
      <p:sp>
        <p:nvSpPr>
          <p:cNvPr id="13" name="Text Placeholder 6">
            <a:extLst>
              <a:ext uri="{FF2B5EF4-FFF2-40B4-BE49-F238E27FC236}">
                <a16:creationId xmlns:a16="http://schemas.microsoft.com/office/drawing/2014/main" id="{76E4617A-E4E0-90D8-EBDE-4EE5196FA4F2}"/>
              </a:ext>
            </a:extLst>
          </p:cNvPr>
          <p:cNvSpPr txBox="1">
            <a:spLocks/>
          </p:cNvSpPr>
          <p:nvPr userDrawn="1"/>
        </p:nvSpPr>
        <p:spPr>
          <a:xfrm>
            <a:off x="6611939" y="1387475"/>
            <a:ext cx="5065712" cy="233910"/>
          </a:xfrm>
          <a:prstGeom prst="rect">
            <a:avLst/>
          </a:prstGeom>
        </p:spPr>
        <p:txBody>
          <a:bodyPr vert="horz" lIns="0" tIns="0" rIns="0" bIns="0" rtlCol="0">
            <a:sp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1600" kern="1200" baseline="0" dirty="0">
                <a:solidFill>
                  <a:schemeClr val="dk1"/>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endParaRPr lang="en-CA"/>
          </a:p>
        </p:txBody>
      </p:sp>
      <p:sp>
        <p:nvSpPr>
          <p:cNvPr id="16" name="Text Placeholder 15">
            <a:extLst>
              <a:ext uri="{FF2B5EF4-FFF2-40B4-BE49-F238E27FC236}">
                <a16:creationId xmlns:a16="http://schemas.microsoft.com/office/drawing/2014/main" id="{29ED1B69-998A-60D1-325D-1412D1F5E143}"/>
              </a:ext>
            </a:extLst>
          </p:cNvPr>
          <p:cNvSpPr>
            <a:spLocks noGrp="1"/>
          </p:cNvSpPr>
          <p:nvPr>
            <p:ph type="body" sz="quarter" idx="12" hasCustomPrompt="1"/>
          </p:nvPr>
        </p:nvSpPr>
        <p:spPr>
          <a:xfrm>
            <a:off x="6611936" y="628017"/>
            <a:ext cx="5065200" cy="647699"/>
          </a:xfrm>
        </p:spPr>
        <p:txBody>
          <a:bodyPr>
            <a:noAutofit/>
          </a:bodyPr>
          <a:lstStyle>
            <a:lvl1pPr marL="0" indent="0" algn="l" defTabSz="914400" rtl="0" eaLnBrk="1" latinLnBrk="0" hangingPunct="1">
              <a:lnSpc>
                <a:spcPct val="85000"/>
              </a:lnSpc>
              <a:spcBef>
                <a:spcPct val="0"/>
              </a:spcBef>
              <a:buNone/>
              <a:defRPr lang="en-US" sz="2800" kern="2000" spc="-50" baseline="0" dirty="0">
                <a:solidFill>
                  <a:schemeClr val="bg1"/>
                </a:solidFill>
                <a:latin typeface="+mj-lt"/>
                <a:ea typeface="+mj-ea"/>
                <a:cs typeface="+mj-cs"/>
              </a:defRPr>
            </a:lvl1pPr>
          </a:lstStyle>
          <a:p>
            <a:pPr lvl="0"/>
            <a:r>
              <a:rPr lang="en-US"/>
              <a:t>50/50 Title + Content</a:t>
            </a:r>
            <a:br>
              <a:rPr lang="en-US"/>
            </a:br>
            <a:r>
              <a:rPr lang="en-US"/>
              <a:t>Title 2 lines maximum</a:t>
            </a:r>
          </a:p>
        </p:txBody>
      </p:sp>
      <p:sp>
        <p:nvSpPr>
          <p:cNvPr id="17" name="Text Placeholder 3">
            <a:extLst>
              <a:ext uri="{FF2B5EF4-FFF2-40B4-BE49-F238E27FC236}">
                <a16:creationId xmlns:a16="http://schemas.microsoft.com/office/drawing/2014/main" id="{FF4B56A6-904F-8642-543E-EAFA3FD79532}"/>
              </a:ext>
            </a:extLst>
          </p:cNvPr>
          <p:cNvSpPr>
            <a:spLocks noGrp="1"/>
          </p:cNvSpPr>
          <p:nvPr>
            <p:ph idx="13" hasCustomPrompt="1"/>
          </p:nvPr>
        </p:nvSpPr>
        <p:spPr>
          <a:xfrm>
            <a:off x="6611937" y="1820860"/>
            <a:ext cx="5065200" cy="4344989"/>
          </a:xfrm>
          <a:prstGeom prst="rect">
            <a:avLst/>
          </a:prstGeom>
        </p:spPr>
        <p:txBody>
          <a:bodyPr vert="horz" lIns="0" tIns="0" rIns="0" bIns="0" rtlCol="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18" name="Text Placeholder 4">
            <a:extLst>
              <a:ext uri="{FF2B5EF4-FFF2-40B4-BE49-F238E27FC236}">
                <a16:creationId xmlns:a16="http://schemas.microsoft.com/office/drawing/2014/main" id="{2579E407-0D27-083D-EA02-25085D9B7802}"/>
              </a:ext>
            </a:extLst>
          </p:cNvPr>
          <p:cNvSpPr>
            <a:spLocks noGrp="1"/>
          </p:cNvSpPr>
          <p:nvPr>
            <p:ph type="body" sz="quarter" idx="14" hasCustomPrompt="1"/>
          </p:nvPr>
        </p:nvSpPr>
        <p:spPr>
          <a:xfrm>
            <a:off x="6611937" y="1387475"/>
            <a:ext cx="5065200" cy="233910"/>
          </a:xfrm>
        </p:spPr>
        <p:txBody>
          <a:bodyPr wrap="square">
            <a:spAutoFit/>
          </a:bodyPr>
          <a:lstStyle>
            <a:lvl1pPr marL="0" indent="0">
              <a:buNone/>
              <a:defRPr lang="en-US" sz="1600" kern="1200" dirty="0">
                <a:solidFill>
                  <a:schemeClr val="bg1"/>
                </a:solidFill>
                <a:latin typeface="+mn-lt"/>
                <a:ea typeface="+mn-ea"/>
                <a:cs typeface="+mn-cs"/>
              </a:defRPr>
            </a:lvl1pPr>
          </a:lstStyle>
          <a:p>
            <a:pPr lvl="0"/>
            <a:r>
              <a:rPr lang="en-US" err="1"/>
              <a:t>Subheader</a:t>
            </a:r>
            <a:endParaRPr lang="en-US"/>
          </a:p>
        </p:txBody>
      </p:sp>
    </p:spTree>
    <p:extLst>
      <p:ext uri="{BB962C8B-B14F-4D97-AF65-F5344CB8AC3E}">
        <p14:creationId xmlns:p14="http://schemas.microsoft.com/office/powerpoint/2010/main" val="225516390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userDrawn="1">
          <p15:clr>
            <a:srgbClr val="FBAE40"/>
          </p15:clr>
        </p15:guide>
        <p15:guide id="2" pos="4165" userDrawn="1">
          <p15:clr>
            <a:srgbClr val="FBAE40"/>
          </p15:clr>
        </p15:guide>
        <p15:guide id="3" pos="3516" userDrawn="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2/1 Title+Content_Grey">
    <p:bg>
      <p:bgPr>
        <a:solidFill>
          <a:srgbClr val="EFF1F5"/>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CC7DB58-AE4B-237F-9A89-82A8C6785EA1}"/>
              </a:ext>
            </a:extLst>
          </p:cNvPr>
          <p:cNvSpPr/>
          <p:nvPr userDrawn="1"/>
        </p:nvSpPr>
        <p:spPr>
          <a:xfrm>
            <a:off x="8127602" y="0"/>
            <a:ext cx="406439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err="1">
              <a:solidFill>
                <a:schemeClr val="bg1"/>
              </a:solidFill>
              <a:latin typeface="Microsoft Sans Serif"/>
              <a:cs typeface="Microsoft Sans Serif" panose="020B0604020202020204" pitchFamily="34" charset="0"/>
            </a:endParaRPr>
          </a:p>
        </p:txBody>
      </p:sp>
      <p:sp>
        <p:nvSpPr>
          <p:cNvPr id="3" name="Title 2">
            <a:extLst>
              <a:ext uri="{FF2B5EF4-FFF2-40B4-BE49-F238E27FC236}">
                <a16:creationId xmlns:a16="http://schemas.microsoft.com/office/drawing/2014/main" id="{C22F3776-3D2C-A222-540D-0903BB38AA94}"/>
              </a:ext>
            </a:extLst>
          </p:cNvPr>
          <p:cNvSpPr>
            <a:spLocks noGrp="1"/>
          </p:cNvSpPr>
          <p:nvPr>
            <p:ph type="title" hasCustomPrompt="1"/>
          </p:nvPr>
        </p:nvSpPr>
        <p:spPr>
          <a:xfrm>
            <a:off x="515938" y="628016"/>
            <a:ext cx="7097314" cy="647700"/>
          </a:xfrm>
        </p:spPr>
        <p:txBody>
          <a:bodyPr/>
          <a:lstStyle>
            <a:lvl1pPr>
              <a:lnSpc>
                <a:spcPct val="85000"/>
              </a:lnSpc>
              <a:defRPr>
                <a:solidFill>
                  <a:schemeClr val="accent1"/>
                </a:solidFill>
              </a:defRPr>
            </a:lvl1pPr>
          </a:lstStyle>
          <a:p>
            <a:r>
              <a:rPr lang="en-US"/>
              <a:t>2/1 Title + Content</a:t>
            </a:r>
            <a:br>
              <a:rPr lang="en-US"/>
            </a:br>
            <a:r>
              <a:rPr lang="en-US"/>
              <a:t>2 lines maximum</a:t>
            </a:r>
          </a:p>
        </p:txBody>
      </p:sp>
      <p:sp>
        <p:nvSpPr>
          <p:cNvPr id="2" name="Footer Placeholder 1">
            <a:extLst>
              <a:ext uri="{FF2B5EF4-FFF2-40B4-BE49-F238E27FC236}">
                <a16:creationId xmlns:a16="http://schemas.microsoft.com/office/drawing/2014/main" id="{C1603945-6AF6-41EC-96CD-6345DBC93FB5}"/>
              </a:ext>
            </a:extLst>
          </p:cNvPr>
          <p:cNvSpPr>
            <a:spLocks noGrp="1"/>
          </p:cNvSpPr>
          <p:nvPr>
            <p:ph type="ftr" sz="quarter" idx="10"/>
          </p:nvPr>
        </p:nvSpPr>
        <p:spPr>
          <a:xfrm>
            <a:off x="515938" y="6396925"/>
            <a:ext cx="7097313" cy="118174"/>
          </a:xfrm>
        </p:spPr>
        <p:txBody>
          <a:bodyPr/>
          <a:lstStyle>
            <a:lvl1pPr>
              <a:defRPr>
                <a:solidFill>
                  <a:schemeClr val="accent6">
                    <a:lumMod val="50000"/>
                  </a:schemeClr>
                </a:solidFill>
              </a:defRPr>
            </a:lvl1pPr>
          </a:lstStyle>
          <a:p>
            <a:endParaRPr lang="en-CA"/>
          </a:p>
        </p:txBody>
      </p:sp>
      <p:sp>
        <p:nvSpPr>
          <p:cNvPr id="4" name="Text Placeholder 3">
            <a:extLst>
              <a:ext uri="{FF2B5EF4-FFF2-40B4-BE49-F238E27FC236}">
                <a16:creationId xmlns:a16="http://schemas.microsoft.com/office/drawing/2014/main" id="{8C4674D7-0943-3D3A-3399-801B35B01C98}"/>
              </a:ext>
            </a:extLst>
          </p:cNvPr>
          <p:cNvSpPr>
            <a:spLocks noGrp="1"/>
          </p:cNvSpPr>
          <p:nvPr>
            <p:ph idx="1" hasCustomPrompt="1"/>
          </p:nvPr>
        </p:nvSpPr>
        <p:spPr>
          <a:xfrm>
            <a:off x="515937" y="1820860"/>
            <a:ext cx="7097314" cy="4344989"/>
          </a:xfrm>
          <a:prstGeom prst="rect">
            <a:avLst/>
          </a:prstGeom>
        </p:spPr>
        <p:txBody>
          <a:bodyPr vert="horz" lIns="0" tIns="0" rIns="0" bIns="0" rtlCol="0">
            <a:noAutofit/>
          </a:body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5" name="Text Placeholder 4">
            <a:extLst>
              <a:ext uri="{FF2B5EF4-FFF2-40B4-BE49-F238E27FC236}">
                <a16:creationId xmlns:a16="http://schemas.microsoft.com/office/drawing/2014/main" id="{7E0D4A21-1870-2B85-04F6-859526FE4179}"/>
              </a:ext>
            </a:extLst>
          </p:cNvPr>
          <p:cNvSpPr>
            <a:spLocks noGrp="1"/>
          </p:cNvSpPr>
          <p:nvPr>
            <p:ph type="body" sz="quarter" idx="11" hasCustomPrompt="1"/>
          </p:nvPr>
        </p:nvSpPr>
        <p:spPr>
          <a:xfrm>
            <a:off x="515937" y="1387475"/>
            <a:ext cx="7097314" cy="233910"/>
          </a:xfrm>
        </p:spPr>
        <p:txBody>
          <a:bodyPr wrap="square">
            <a:spAutoFit/>
          </a:bodyPr>
          <a:lstStyle>
            <a:lvl1pPr marL="0" indent="0">
              <a:buNone/>
              <a:defRPr lang="en-US" sz="1600" kern="1200" dirty="0">
                <a:solidFill>
                  <a:schemeClr val="dk1"/>
                </a:solidFill>
                <a:latin typeface="+mn-lt"/>
                <a:ea typeface="+mn-ea"/>
                <a:cs typeface="+mn-cs"/>
              </a:defRPr>
            </a:lvl1pPr>
          </a:lstStyle>
          <a:p>
            <a:pPr lvl="0"/>
            <a:r>
              <a:rPr lang="en-US" err="1"/>
              <a:t>Subheader</a:t>
            </a:r>
            <a:endParaRPr lang="en-US"/>
          </a:p>
        </p:txBody>
      </p:sp>
      <p:sp>
        <p:nvSpPr>
          <p:cNvPr id="6" name="TextBox 5">
            <a:extLst>
              <a:ext uri="{FF2B5EF4-FFF2-40B4-BE49-F238E27FC236}">
                <a16:creationId xmlns:a16="http://schemas.microsoft.com/office/drawing/2014/main" id="{453F3C8D-5FC0-8926-D525-14F58F1CD347}"/>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bg1"/>
                </a:solidFill>
                <a:latin typeface="+mn-lt"/>
                <a:ea typeface="+mn-ea"/>
                <a:cs typeface="+mn-cs"/>
              </a:rPr>
              <a:pPr marL="0" lvl="0" algn="l" defTabSz="914400" rtl="0" eaLnBrk="1" latinLnBrk="0" hangingPunct="1">
                <a:lnSpc>
                  <a:spcPct val="125000"/>
                </a:lnSpc>
              </a:pPr>
              <a:t>‹#›</a:t>
            </a:fld>
            <a:endParaRPr lang="en-US" sz="800" kern="1200">
              <a:solidFill>
                <a:schemeClr val="bg1"/>
              </a:solidFill>
              <a:latin typeface="+mn-lt"/>
              <a:ea typeface="+mn-ea"/>
              <a:cs typeface="+mn-cs"/>
            </a:endParaRPr>
          </a:p>
        </p:txBody>
      </p:sp>
      <p:sp>
        <p:nvSpPr>
          <p:cNvPr id="7" name="TextBox 6">
            <a:extLst>
              <a:ext uri="{FF2B5EF4-FFF2-40B4-BE49-F238E27FC236}">
                <a16:creationId xmlns:a16="http://schemas.microsoft.com/office/drawing/2014/main" id="{B8D9ACE2-2765-F3B0-D6F0-6EEB06E3BF04}"/>
              </a:ext>
            </a:extLst>
          </p:cNvPr>
          <p:cNvSpPr txBox="1"/>
          <p:nvPr userDrawn="1"/>
        </p:nvSpPr>
        <p:spPr>
          <a:xfrm>
            <a:off x="8640762" y="6279571"/>
            <a:ext cx="2897862" cy="233910"/>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800" kern="1200" baseline="0">
                <a:solidFill>
                  <a:schemeClr val="bg1"/>
                </a:solidFill>
                <a:latin typeface="+mn-lt"/>
                <a:ea typeface="+mn-ea"/>
                <a:cs typeface="+mn-cs"/>
              </a:rPr>
              <a:t>Confidential – Qualcomm Technologies, Inc. and/or its affiliated companies – May Contain Trade Secrets</a:t>
            </a:r>
          </a:p>
        </p:txBody>
      </p:sp>
      <p:sp>
        <p:nvSpPr>
          <p:cNvPr id="12" name="Content Placeholder 5">
            <a:extLst>
              <a:ext uri="{FF2B5EF4-FFF2-40B4-BE49-F238E27FC236}">
                <a16:creationId xmlns:a16="http://schemas.microsoft.com/office/drawing/2014/main" id="{6ED21770-A267-5772-4EFF-0944DDD34920}"/>
              </a:ext>
            </a:extLst>
          </p:cNvPr>
          <p:cNvSpPr txBox="1">
            <a:spLocks/>
          </p:cNvSpPr>
          <p:nvPr userDrawn="1"/>
        </p:nvSpPr>
        <p:spPr>
          <a:xfrm>
            <a:off x="6611938" y="1820860"/>
            <a:ext cx="5065712" cy="4344989"/>
          </a:xfrm>
          <a:prstGeom prst="rect">
            <a:avLst/>
          </a:prstGeom>
        </p:spPr>
        <p:txBody>
          <a:bodyPr vert="horz" lIns="0" tIns="0" rIns="0" bIns="0" rtlCol="0">
            <a:noAutofit/>
          </a:bodyPr>
          <a:lstStyle>
            <a:lvl1pPr marL="171450" indent="-171450" algn="l" defTabSz="914400" rtl="0" eaLnBrk="1" latinLnBrk="0" hangingPunct="1">
              <a:lnSpc>
                <a:spcPct val="95000"/>
              </a:lnSpc>
              <a:spcBef>
                <a:spcPts val="900"/>
              </a:spcBef>
              <a:spcAft>
                <a:spcPts val="300"/>
              </a:spcAft>
              <a:buClrTx/>
              <a:buFont typeface="Arial" panose="020B0604020202020204" pitchFamily="34" charset="0"/>
              <a:buChar char="•"/>
              <a:defRPr sz="2200" kern="1200" baseline="0">
                <a:solidFill>
                  <a:schemeClr val="tx2"/>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endParaRPr lang="en-US"/>
          </a:p>
        </p:txBody>
      </p:sp>
      <p:sp>
        <p:nvSpPr>
          <p:cNvPr id="13" name="Text Placeholder 6">
            <a:extLst>
              <a:ext uri="{FF2B5EF4-FFF2-40B4-BE49-F238E27FC236}">
                <a16:creationId xmlns:a16="http://schemas.microsoft.com/office/drawing/2014/main" id="{76E4617A-E4E0-90D8-EBDE-4EE5196FA4F2}"/>
              </a:ext>
            </a:extLst>
          </p:cNvPr>
          <p:cNvSpPr txBox="1">
            <a:spLocks/>
          </p:cNvSpPr>
          <p:nvPr userDrawn="1"/>
        </p:nvSpPr>
        <p:spPr>
          <a:xfrm>
            <a:off x="6611939" y="1387475"/>
            <a:ext cx="5065712" cy="233910"/>
          </a:xfrm>
          <a:prstGeom prst="rect">
            <a:avLst/>
          </a:prstGeom>
        </p:spPr>
        <p:txBody>
          <a:bodyPr vert="horz" lIns="0" tIns="0" rIns="0" bIns="0" rtlCol="0">
            <a:sp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1600" kern="1200" baseline="0" dirty="0">
                <a:solidFill>
                  <a:schemeClr val="dk1"/>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endParaRPr lang="en-CA"/>
          </a:p>
        </p:txBody>
      </p:sp>
      <p:sp>
        <p:nvSpPr>
          <p:cNvPr id="16" name="Text Placeholder 15">
            <a:extLst>
              <a:ext uri="{FF2B5EF4-FFF2-40B4-BE49-F238E27FC236}">
                <a16:creationId xmlns:a16="http://schemas.microsoft.com/office/drawing/2014/main" id="{29ED1B69-998A-60D1-325D-1412D1F5E143}"/>
              </a:ext>
            </a:extLst>
          </p:cNvPr>
          <p:cNvSpPr>
            <a:spLocks noGrp="1"/>
          </p:cNvSpPr>
          <p:nvPr>
            <p:ph type="body" sz="quarter" idx="12" hasCustomPrompt="1"/>
          </p:nvPr>
        </p:nvSpPr>
        <p:spPr>
          <a:xfrm>
            <a:off x="8640762" y="628017"/>
            <a:ext cx="3036373" cy="647699"/>
          </a:xfrm>
        </p:spPr>
        <p:txBody>
          <a:bodyPr>
            <a:noAutofit/>
          </a:bodyPr>
          <a:lstStyle>
            <a:lvl1pPr marL="0" indent="0" algn="l" defTabSz="914400" rtl="0" eaLnBrk="1" latinLnBrk="0" hangingPunct="1">
              <a:lnSpc>
                <a:spcPct val="85000"/>
              </a:lnSpc>
              <a:spcBef>
                <a:spcPct val="0"/>
              </a:spcBef>
              <a:buNone/>
              <a:defRPr lang="en-US" sz="2800" kern="2000" spc="-50" baseline="0" dirty="0">
                <a:solidFill>
                  <a:schemeClr val="bg1"/>
                </a:solidFill>
                <a:latin typeface="+mj-lt"/>
                <a:ea typeface="+mj-ea"/>
                <a:cs typeface="+mj-cs"/>
              </a:defRPr>
            </a:lvl1pPr>
          </a:lstStyle>
          <a:p>
            <a:pPr lvl="0"/>
            <a:r>
              <a:rPr lang="en-US"/>
              <a:t>2/1 Title + Content 2 lines maximum</a:t>
            </a:r>
          </a:p>
        </p:txBody>
      </p:sp>
      <p:sp>
        <p:nvSpPr>
          <p:cNvPr id="17" name="Text Placeholder 3">
            <a:extLst>
              <a:ext uri="{FF2B5EF4-FFF2-40B4-BE49-F238E27FC236}">
                <a16:creationId xmlns:a16="http://schemas.microsoft.com/office/drawing/2014/main" id="{FF4B56A6-904F-8642-543E-EAFA3FD79532}"/>
              </a:ext>
            </a:extLst>
          </p:cNvPr>
          <p:cNvSpPr>
            <a:spLocks noGrp="1"/>
          </p:cNvSpPr>
          <p:nvPr>
            <p:ph idx="13" hasCustomPrompt="1"/>
          </p:nvPr>
        </p:nvSpPr>
        <p:spPr>
          <a:xfrm>
            <a:off x="8640763" y="1820860"/>
            <a:ext cx="3036373" cy="4344989"/>
          </a:xfrm>
          <a:prstGeom prst="rect">
            <a:avLst/>
          </a:prstGeom>
        </p:spPr>
        <p:txBody>
          <a:bodyPr vert="horz" lIns="0" tIns="0" rIns="0" bIns="0" rtlCol="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18" name="Text Placeholder 4">
            <a:extLst>
              <a:ext uri="{FF2B5EF4-FFF2-40B4-BE49-F238E27FC236}">
                <a16:creationId xmlns:a16="http://schemas.microsoft.com/office/drawing/2014/main" id="{2579E407-0D27-083D-EA02-25085D9B7802}"/>
              </a:ext>
            </a:extLst>
          </p:cNvPr>
          <p:cNvSpPr>
            <a:spLocks noGrp="1"/>
          </p:cNvSpPr>
          <p:nvPr>
            <p:ph type="body" sz="quarter" idx="14" hasCustomPrompt="1"/>
          </p:nvPr>
        </p:nvSpPr>
        <p:spPr>
          <a:xfrm>
            <a:off x="8640763" y="1387475"/>
            <a:ext cx="3036373" cy="233910"/>
          </a:xfrm>
        </p:spPr>
        <p:txBody>
          <a:bodyPr wrap="square">
            <a:spAutoFit/>
          </a:bodyPr>
          <a:lstStyle>
            <a:lvl1pPr marL="0" indent="0">
              <a:buNone/>
              <a:defRPr lang="en-US" sz="1600" kern="1200" dirty="0">
                <a:solidFill>
                  <a:schemeClr val="bg1"/>
                </a:solidFill>
                <a:latin typeface="+mn-lt"/>
                <a:ea typeface="+mn-ea"/>
                <a:cs typeface="+mn-cs"/>
              </a:defRPr>
            </a:lvl1pPr>
          </a:lstStyle>
          <a:p>
            <a:pPr lvl="0"/>
            <a:r>
              <a:rPr lang="en-US" err="1"/>
              <a:t>Subheader</a:t>
            </a:r>
            <a:endParaRPr lang="en-US"/>
          </a:p>
        </p:txBody>
      </p:sp>
    </p:spTree>
    <p:extLst>
      <p:ext uri="{BB962C8B-B14F-4D97-AF65-F5344CB8AC3E}">
        <p14:creationId xmlns:p14="http://schemas.microsoft.com/office/powerpoint/2010/main" val="188255865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800" userDrawn="1">
          <p15:clr>
            <a:srgbClr val="FBAE40"/>
          </p15:clr>
        </p15:guide>
        <p15:guide id="2" pos="5443" userDrawn="1">
          <p15:clr>
            <a:srgbClr val="FBAE40"/>
          </p15:clr>
        </p15:guide>
        <p15:guide id="3" pos="5122" userDrawn="1">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Blank_Grey">
    <p:bg>
      <p:bgPr>
        <a:solidFill>
          <a:srgbClr val="EFF1F5"/>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38A5DA2-E1FA-00EF-0AFD-DE21046BAF6B}"/>
              </a:ext>
            </a:extLst>
          </p:cNvPr>
          <p:cNvSpPr>
            <a:spLocks noGrp="1"/>
          </p:cNvSpPr>
          <p:nvPr>
            <p:ph type="ftr" sz="quarter" idx="10"/>
          </p:nvPr>
        </p:nvSpPr>
        <p:spPr/>
        <p:txBody>
          <a:bodyPr/>
          <a:lstStyle>
            <a:lvl1pPr>
              <a:defRPr>
                <a:solidFill>
                  <a:schemeClr val="accent6">
                    <a:lumMod val="50000"/>
                  </a:schemeClr>
                </a:solidFill>
              </a:defRPr>
            </a:lvl1pPr>
          </a:lstStyle>
          <a:p>
            <a:endParaRPr lang="en-CA"/>
          </a:p>
        </p:txBody>
      </p:sp>
      <p:sp>
        <p:nvSpPr>
          <p:cNvPr id="3" name="TextBox 2">
            <a:extLst>
              <a:ext uri="{FF2B5EF4-FFF2-40B4-BE49-F238E27FC236}">
                <a16:creationId xmlns:a16="http://schemas.microsoft.com/office/drawing/2014/main" id="{7B756E7D-68E6-A6E1-2CB2-40D99C8F1CAA}"/>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5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50000"/>
                </a:schemeClr>
              </a:solidFill>
              <a:latin typeface="+mn-lt"/>
              <a:ea typeface="+mn-ea"/>
              <a:cs typeface="+mn-cs"/>
            </a:endParaRPr>
          </a:p>
        </p:txBody>
      </p:sp>
      <p:sp>
        <p:nvSpPr>
          <p:cNvPr id="4" name="TextBox 3">
            <a:extLst>
              <a:ext uri="{FF2B5EF4-FFF2-40B4-BE49-F238E27FC236}">
                <a16:creationId xmlns:a16="http://schemas.microsoft.com/office/drawing/2014/main" id="{12D9A902-6CA1-0255-3256-D2D0596CA794}"/>
              </a:ext>
            </a:extLst>
          </p:cNvPr>
          <p:cNvSpPr txBox="1"/>
          <p:nvPr userDrawn="1"/>
        </p:nvSpPr>
        <p:spPr>
          <a:xfrm>
            <a:off x="6773075"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800" kern="1200" baseline="0">
                <a:solidFill>
                  <a:schemeClr val="accent6">
                    <a:lumMod val="50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208400430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5938" y="628016"/>
            <a:ext cx="11160126" cy="647700"/>
          </a:xfrm>
          <a:prstGeom prst="rect">
            <a:avLst/>
          </a:prstGeom>
        </p:spPr>
        <p:txBody>
          <a:bodyPr vert="horz" wrap="square" lIns="0" tIns="0" rIns="0" bIns="0" rtlCol="0" anchor="t">
            <a:noAutofit/>
          </a:bodyPr>
          <a:lstStyle/>
          <a:p>
            <a:r>
              <a:rPr lang="en-US"/>
              <a:t>Click to edit Parent title style</a:t>
            </a:r>
          </a:p>
        </p:txBody>
      </p:sp>
      <p:sp>
        <p:nvSpPr>
          <p:cNvPr id="4" name="Text Placeholder 3">
            <a:extLst>
              <a:ext uri="{FF2B5EF4-FFF2-40B4-BE49-F238E27FC236}">
                <a16:creationId xmlns:a16="http://schemas.microsoft.com/office/drawing/2014/main" id="{D5872A47-0E6B-4F8D-925D-0C1725B22029}"/>
              </a:ext>
            </a:extLst>
          </p:cNvPr>
          <p:cNvSpPr>
            <a:spLocks noGrp="1"/>
          </p:cNvSpPr>
          <p:nvPr>
            <p:ph type="body" idx="1"/>
          </p:nvPr>
        </p:nvSpPr>
        <p:spPr>
          <a:xfrm>
            <a:off x="515938" y="1493520"/>
            <a:ext cx="11160126" cy="4672330"/>
          </a:xfrm>
          <a:prstGeom prst="rect">
            <a:avLst/>
          </a:prstGeom>
        </p:spPr>
        <p:txBody>
          <a:bodyPr vert="horz" lIns="0" tIns="0" rIns="0" bIns="0" rtlCol="0">
            <a:noAutofit/>
          </a:body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5" name="Footer Placeholder 2">
            <a:extLst>
              <a:ext uri="{FF2B5EF4-FFF2-40B4-BE49-F238E27FC236}">
                <a16:creationId xmlns:a16="http://schemas.microsoft.com/office/drawing/2014/main" id="{E149C81B-6BB7-4307-8233-8B2113C697AE}"/>
              </a:ext>
            </a:extLst>
          </p:cNvPr>
          <p:cNvSpPr>
            <a:spLocks noGrp="1"/>
          </p:cNvSpPr>
          <p:nvPr>
            <p:ph type="ftr" sz="quarter" idx="3"/>
          </p:nvPr>
        </p:nvSpPr>
        <p:spPr>
          <a:xfrm>
            <a:off x="515938" y="6396925"/>
            <a:ext cx="6359648" cy="118174"/>
          </a:xfrm>
          <a:prstGeom prst="rect">
            <a:avLst/>
          </a:prstGeom>
        </p:spPr>
        <p:txBody>
          <a:bodyPr vert="horz" wrap="square" lIns="0" tIns="0" rIns="0" bIns="0" rtlCol="0" anchor="b">
            <a:noAutofit/>
          </a:bodyPr>
          <a:lstStyle>
            <a:lvl1pPr marL="0" algn="l" defTabSz="685800" rtl="0" eaLnBrk="1" latinLnBrk="0" hangingPunct="1">
              <a:lnSpc>
                <a:spcPct val="96000"/>
              </a:lnSpc>
              <a:spcBef>
                <a:spcPts val="0"/>
              </a:spcBef>
              <a:spcAft>
                <a:spcPts val="225"/>
              </a:spcAft>
              <a:buClr>
                <a:srgbClr val="3253DC"/>
              </a:buClr>
              <a:buFont typeface="Arial" panose="020B0604020202020204" pitchFamily="34" charset="0"/>
              <a:buNone/>
              <a:defRPr lang="en-US" sz="800" kern="1200" baseline="0" smtClean="0">
                <a:solidFill>
                  <a:schemeClr val="accent6">
                    <a:lumMod val="90000"/>
                  </a:schemeClr>
                </a:solidFill>
                <a:latin typeface="+mn-lt"/>
                <a:ea typeface="+mn-ea"/>
                <a:cs typeface="+mn-cs"/>
              </a:defRPr>
            </a:lvl1pPr>
          </a:lstStyle>
          <a:p>
            <a:endParaRPr lang="en-CA"/>
          </a:p>
        </p:txBody>
      </p:sp>
      <p:sp>
        <p:nvSpPr>
          <p:cNvPr id="98" name="TextBox 97"/>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
        <p:nvSpPr>
          <p:cNvPr id="3" name="TextBox 2">
            <a:extLst>
              <a:ext uri="{FF2B5EF4-FFF2-40B4-BE49-F238E27FC236}">
                <a16:creationId xmlns:a16="http://schemas.microsoft.com/office/drawing/2014/main" id="{5D9A06F0-52F5-5018-408C-11D669066032}"/>
              </a:ext>
            </a:extLst>
          </p:cNvPr>
          <p:cNvSpPr txBox="1"/>
          <p:nvPr userDrawn="1"/>
        </p:nvSpPr>
        <p:spPr>
          <a:xfrm>
            <a:off x="6773075"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a:solidFill>
                  <a:schemeClr val="accent6">
                    <a:lumMod val="90000"/>
                  </a:schemeClr>
                </a:solidFill>
              </a:rPr>
              <a:t>Confidential – Qualcomm Technologies, Inc. and/or its affiliated companies – May Contain Trade Secrets</a:t>
            </a:r>
          </a:p>
        </p:txBody>
      </p:sp>
    </p:spTree>
    <p:extLst>
      <p:ext uri="{BB962C8B-B14F-4D97-AF65-F5344CB8AC3E}">
        <p14:creationId xmlns:p14="http://schemas.microsoft.com/office/powerpoint/2010/main" val="368843126"/>
      </p:ext>
    </p:extLst>
  </p:cSld>
  <p:clrMap bg1="dk1" tx1="lt1" bg2="dk2" tx2="lt2" accent1="accent1" accent2="accent2" accent3="accent3" accent4="accent4" accent5="accent5" accent6="accent6" hlink="hlink" folHlink="folHlink"/>
  <p:sldLayoutIdLst>
    <p:sldLayoutId id="2147484432" r:id="rId1"/>
    <p:sldLayoutId id="2147484615" r:id="rId2"/>
    <p:sldLayoutId id="2147484598" r:id="rId3"/>
    <p:sldLayoutId id="2147484475" r:id="rId4"/>
    <p:sldLayoutId id="2147484435" r:id="rId5"/>
    <p:sldLayoutId id="2147484473" r:id="rId6"/>
    <p:sldLayoutId id="2147484396" r:id="rId7"/>
    <p:sldLayoutId id="2147484386" r:id="rId8"/>
    <p:sldLayoutId id="2147484616" r:id="rId9"/>
    <p:sldLayoutId id="2147484439" r:id="rId10"/>
    <p:sldLayoutId id="2147484617" r:id="rId11"/>
    <p:sldLayoutId id="2147484441" r:id="rId12"/>
    <p:sldLayoutId id="2147484618" r:id="rId13"/>
    <p:sldLayoutId id="2147484599" r:id="rId14"/>
    <p:sldLayoutId id="2147484385" r:id="rId15"/>
    <p:sldLayoutId id="2147484620" r:id="rId16"/>
    <p:sldLayoutId id="2147484445" r:id="rId17"/>
    <p:sldLayoutId id="2147484367" r:id="rId18"/>
    <p:sldLayoutId id="2147484600" r:id="rId19"/>
    <p:sldLayoutId id="2147484601" r:id="rId20"/>
    <p:sldLayoutId id="2147484602" r:id="rId21"/>
    <p:sldLayoutId id="2147484609" r:id="rId22"/>
    <p:sldLayoutId id="2147484610" r:id="rId23"/>
    <p:sldLayoutId id="2147484611" r:id="rId24"/>
    <p:sldLayoutId id="2147484463" r:id="rId25"/>
    <p:sldLayoutId id="2147484362" r:id="rId26"/>
    <p:sldLayoutId id="2147484623" r:id="rId27"/>
    <p:sldLayoutId id="2147484624" r:id="rId28"/>
    <p:sldLayoutId id="2147483853" r:id="rId29"/>
    <p:sldLayoutId id="2147484483" r:id="rId30"/>
    <p:sldLayoutId id="2147484357" r:id="rId31"/>
    <p:sldLayoutId id="2147484375" r:id="rId32"/>
    <p:sldLayoutId id="2147484360" r:id="rId33"/>
    <p:sldLayoutId id="2147484380" r:id="rId34"/>
    <p:sldLayoutId id="2147484612" r:id="rId35"/>
    <p:sldLayoutId id="2147484613" r:id="rId36"/>
    <p:sldLayoutId id="2147484614" r:id="rId37"/>
    <p:sldLayoutId id="2147484500" r:id="rId38"/>
    <p:sldLayoutId id="2147484371" r:id="rId39"/>
    <p:sldLayoutId id="2147484625" r:id="rId40"/>
    <p:sldLayoutId id="2147484626" r:id="rId41"/>
    <p:sldLayoutId id="2147484373" r:id="rId42"/>
    <p:sldLayoutId id="2147484406" r:id="rId43"/>
    <p:sldLayoutId id="2147484358" r:id="rId44"/>
    <p:sldLayoutId id="2147484603" r:id="rId45"/>
    <p:sldLayoutId id="2147484604" r:id="rId46"/>
    <p:sldLayoutId id="2147484605" r:id="rId47"/>
    <p:sldLayoutId id="2147484606" r:id="rId48"/>
    <p:sldLayoutId id="2147484607" r:id="rId49"/>
    <p:sldLayoutId id="2147484608" r:id="rId50"/>
    <p:sldLayoutId id="2147484430" r:id="rId51"/>
    <p:sldLayoutId id="2147484372" r:id="rId52"/>
    <p:sldLayoutId id="2147484621" r:id="rId53"/>
    <p:sldLayoutId id="2147484622" r:id="rId54"/>
    <p:sldLayoutId id="2147484374" r:id="rId5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84000"/>
        </a:lnSpc>
        <a:spcBef>
          <a:spcPct val="0"/>
        </a:spcBef>
        <a:buNone/>
        <a:defRPr sz="2800" kern="2000" spc="-50" baseline="0">
          <a:solidFill>
            <a:schemeClr val="tx2"/>
          </a:solidFill>
          <a:latin typeface="+mj-lt"/>
          <a:ea typeface="+mj-ea"/>
          <a:cs typeface="+mj-cs"/>
        </a:defRPr>
      </a:lvl1pPr>
    </p:titleStyle>
    <p:bodyStyle>
      <a:lvl1pPr marL="171450" indent="-171450" algn="l" defTabSz="914400" rtl="0" eaLnBrk="1" latinLnBrk="0" hangingPunct="1">
        <a:lnSpc>
          <a:spcPct val="95000"/>
        </a:lnSpc>
        <a:spcBef>
          <a:spcPts val="900"/>
        </a:spcBef>
        <a:spcAft>
          <a:spcPts val="300"/>
        </a:spcAft>
        <a:buClrTx/>
        <a:buFont typeface="Arial" panose="020B0604020202020204" pitchFamily="34" charset="0"/>
        <a:buChar char="•"/>
        <a:defRPr sz="2200" kern="1200" baseline="0">
          <a:solidFill>
            <a:schemeClr val="tx2"/>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userDrawn="1">
          <p15:clr>
            <a:srgbClr val="F26B43"/>
          </p15:clr>
        </p15:guide>
        <p15:guide id="4" orient="horz" pos="391" userDrawn="1">
          <p15:clr>
            <a:srgbClr val="F26B43"/>
          </p15:clr>
        </p15:guide>
        <p15:guide id="6" pos="7355" userDrawn="1">
          <p15:clr>
            <a:srgbClr val="F26B43"/>
          </p15:clr>
        </p15:guide>
        <p15:guide id="10" orient="horz" pos="4020" userDrawn="1">
          <p15:clr>
            <a:srgbClr val="F26B43"/>
          </p15:clr>
        </p15:guide>
        <p15:guide id="11" orient="horz" pos="388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microsoft.com/office/2018/10/relationships/comments" Target="../comments/modernComment_105_637E42E7.xml"/><Relationship Id="rId1" Type="http://schemas.openxmlformats.org/officeDocument/2006/relationships/slideLayout" Target="../slideLayouts/slideLayout52.xml"/></Relationships>
</file>

<file path=ppt/slides/_rels/slide3.xml.rels><?xml version="1.0" encoding="UTF-8" standalone="yes"?>
<Relationships xmlns="http://schemas.openxmlformats.org/package/2006/relationships"><Relationship Id="rId8" Type="http://schemas.openxmlformats.org/officeDocument/2006/relationships/diagramLayout" Target="../diagrams/layout2.xml"/><Relationship Id="rId13" Type="http://schemas.openxmlformats.org/officeDocument/2006/relationships/diagramLayout" Target="../diagrams/layout3.xml"/><Relationship Id="rId3" Type="http://schemas.openxmlformats.org/officeDocument/2006/relationships/diagramLayout" Target="../diagrams/layout1.xml"/><Relationship Id="rId7" Type="http://schemas.openxmlformats.org/officeDocument/2006/relationships/diagramData" Target="../diagrams/data2.xml"/><Relationship Id="rId12" Type="http://schemas.openxmlformats.org/officeDocument/2006/relationships/diagramData" Target="../diagrams/data3.xml"/><Relationship Id="rId2" Type="http://schemas.openxmlformats.org/officeDocument/2006/relationships/diagramData" Target="../diagrams/data1.xml"/><Relationship Id="rId16" Type="http://schemas.microsoft.com/office/2007/relationships/diagramDrawing" Target="../diagrams/drawing3.xml"/><Relationship Id="rId1" Type="http://schemas.openxmlformats.org/officeDocument/2006/relationships/slideLayout" Target="../slideLayouts/slideLayout5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5" Type="http://schemas.openxmlformats.org/officeDocument/2006/relationships/diagramColors" Target="../diagrams/colors3.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 Id="rId14" Type="http://schemas.openxmlformats.org/officeDocument/2006/relationships/diagramQuickStyle" Target="../diagrams/quickStyl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5.xml.rels><?xml version="1.0" encoding="UTF-8" standalone="yes"?>
<Relationships xmlns="http://schemas.openxmlformats.org/package/2006/relationships"><Relationship Id="rId2" Type="http://schemas.microsoft.com/office/2018/10/relationships/comments" Target="../comments/modernComment_109_12405D8F.xml"/><Relationship Id="rId1" Type="http://schemas.openxmlformats.org/officeDocument/2006/relationships/slideLayout" Target="../slideLayouts/slideLayout5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C7975-EEF2-28C5-E2BD-7D6D2CD25A1E}"/>
              </a:ext>
            </a:extLst>
          </p:cNvPr>
          <p:cNvSpPr>
            <a:spLocks noGrp="1"/>
          </p:cNvSpPr>
          <p:nvPr>
            <p:ph type="title"/>
          </p:nvPr>
        </p:nvSpPr>
        <p:spPr/>
        <p:txBody>
          <a:bodyPr/>
          <a:lstStyle/>
          <a:p>
            <a:r>
              <a:rPr lang="en-US"/>
              <a:t>Attrition Model</a:t>
            </a:r>
          </a:p>
        </p:txBody>
      </p:sp>
      <p:sp>
        <p:nvSpPr>
          <p:cNvPr id="3" name="Text Placeholder 2">
            <a:extLst>
              <a:ext uri="{FF2B5EF4-FFF2-40B4-BE49-F238E27FC236}">
                <a16:creationId xmlns:a16="http://schemas.microsoft.com/office/drawing/2014/main" id="{A51CEAFA-1122-136E-EC26-DA00FEA1E611}"/>
              </a:ext>
            </a:extLst>
          </p:cNvPr>
          <p:cNvSpPr>
            <a:spLocks noGrp="1"/>
          </p:cNvSpPr>
          <p:nvPr>
            <p:ph type="body" sz="quarter" idx="13"/>
          </p:nvPr>
        </p:nvSpPr>
        <p:spPr/>
        <p:txBody>
          <a:bodyPr/>
          <a:lstStyle/>
          <a:p>
            <a:endParaRPr lang="en-US"/>
          </a:p>
        </p:txBody>
      </p:sp>
      <p:sp>
        <p:nvSpPr>
          <p:cNvPr id="4" name="Text Placeholder 3">
            <a:extLst>
              <a:ext uri="{FF2B5EF4-FFF2-40B4-BE49-F238E27FC236}">
                <a16:creationId xmlns:a16="http://schemas.microsoft.com/office/drawing/2014/main" id="{92A7346A-C94B-FABF-3829-AA3DEA1D54F7}"/>
              </a:ext>
            </a:extLst>
          </p:cNvPr>
          <p:cNvSpPr>
            <a:spLocks noGrp="1"/>
          </p:cNvSpPr>
          <p:nvPr>
            <p:ph type="body" sz="quarter" idx="10"/>
          </p:nvPr>
        </p:nvSpPr>
        <p:spPr/>
        <p:txBody>
          <a:bodyPr/>
          <a:lstStyle/>
          <a:p>
            <a:endParaRPr lang="en-US"/>
          </a:p>
        </p:txBody>
      </p:sp>
      <p:sp>
        <p:nvSpPr>
          <p:cNvPr id="5" name="Text Placeholder 4">
            <a:extLst>
              <a:ext uri="{FF2B5EF4-FFF2-40B4-BE49-F238E27FC236}">
                <a16:creationId xmlns:a16="http://schemas.microsoft.com/office/drawing/2014/main" id="{F0C827E8-DED9-3F7B-8B03-AEA4A40CCC95}"/>
              </a:ext>
            </a:extLst>
          </p:cNvPr>
          <p:cNvSpPr>
            <a:spLocks noGrp="1"/>
          </p:cNvSpPr>
          <p:nvPr>
            <p:ph type="body" sz="quarter" idx="14"/>
          </p:nvPr>
        </p:nvSpPr>
        <p:spPr/>
        <p:txBody>
          <a:bodyPr/>
          <a:lstStyle/>
          <a:p>
            <a:endParaRPr lang="en-US"/>
          </a:p>
        </p:txBody>
      </p:sp>
    </p:spTree>
    <p:extLst>
      <p:ext uri="{BB962C8B-B14F-4D97-AF65-F5344CB8AC3E}">
        <p14:creationId xmlns:p14="http://schemas.microsoft.com/office/powerpoint/2010/main" val="3075054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07B43-25D3-969C-4B3F-E737880CFB12}"/>
              </a:ext>
            </a:extLst>
          </p:cNvPr>
          <p:cNvSpPr>
            <a:spLocks noGrp="1"/>
          </p:cNvSpPr>
          <p:nvPr>
            <p:ph type="title"/>
          </p:nvPr>
        </p:nvSpPr>
        <p:spPr/>
        <p:txBody>
          <a:bodyPr/>
          <a:lstStyle/>
          <a:p>
            <a:r>
              <a:rPr lang="en-US"/>
              <a:t>Objective</a:t>
            </a:r>
          </a:p>
        </p:txBody>
      </p:sp>
      <p:sp>
        <p:nvSpPr>
          <p:cNvPr id="3" name="Content Placeholder 2">
            <a:extLst>
              <a:ext uri="{FF2B5EF4-FFF2-40B4-BE49-F238E27FC236}">
                <a16:creationId xmlns:a16="http://schemas.microsoft.com/office/drawing/2014/main" id="{02B15714-A7A1-A36D-276A-FAAACA2177C1}"/>
              </a:ext>
            </a:extLst>
          </p:cNvPr>
          <p:cNvSpPr>
            <a:spLocks noGrp="1"/>
          </p:cNvSpPr>
          <p:nvPr>
            <p:ph idx="1"/>
          </p:nvPr>
        </p:nvSpPr>
        <p:spPr>
          <a:xfrm>
            <a:off x="515938" y="1820861"/>
            <a:ext cx="11160126" cy="828352"/>
          </a:xfrm>
        </p:spPr>
        <p:txBody>
          <a:bodyPr/>
          <a:lstStyle/>
          <a:p>
            <a:r>
              <a:rPr lang="en-US"/>
              <a:t>Allow organization to take action to retain high risk attrition employees before they leave</a:t>
            </a:r>
          </a:p>
          <a:p>
            <a:r>
              <a:rPr lang="en-US"/>
              <a:t>Identify actions with highest likelihood to result in retention</a:t>
            </a:r>
          </a:p>
        </p:txBody>
      </p:sp>
      <p:sp>
        <p:nvSpPr>
          <p:cNvPr id="4" name="Text Placeholder 3">
            <a:extLst>
              <a:ext uri="{FF2B5EF4-FFF2-40B4-BE49-F238E27FC236}">
                <a16:creationId xmlns:a16="http://schemas.microsoft.com/office/drawing/2014/main" id="{D6A0F3C4-701C-82B7-19DE-1E0F682BDEFD}"/>
              </a:ext>
            </a:extLst>
          </p:cNvPr>
          <p:cNvSpPr>
            <a:spLocks noGrp="1"/>
          </p:cNvSpPr>
          <p:nvPr>
            <p:ph type="body" sz="quarter" idx="11"/>
          </p:nvPr>
        </p:nvSpPr>
        <p:spPr/>
        <p:txBody>
          <a:bodyPr/>
          <a:lstStyle/>
          <a:p>
            <a:endParaRPr lang="en-US"/>
          </a:p>
        </p:txBody>
      </p:sp>
      <p:sp>
        <p:nvSpPr>
          <p:cNvPr id="5" name="Title 1">
            <a:extLst>
              <a:ext uri="{FF2B5EF4-FFF2-40B4-BE49-F238E27FC236}">
                <a16:creationId xmlns:a16="http://schemas.microsoft.com/office/drawing/2014/main" id="{691AA0BF-4112-5580-90E2-AF42B2E824A2}"/>
              </a:ext>
            </a:extLst>
          </p:cNvPr>
          <p:cNvSpPr txBox="1">
            <a:spLocks/>
          </p:cNvSpPr>
          <p:nvPr/>
        </p:nvSpPr>
        <p:spPr>
          <a:xfrm>
            <a:off x="515936" y="2994881"/>
            <a:ext cx="11160126" cy="647700"/>
          </a:xfrm>
          <a:prstGeom prst="rect">
            <a:avLst/>
          </a:prstGeom>
        </p:spPr>
        <p:txBody>
          <a:bodyPr vert="horz" wrap="square" lIns="0" tIns="0" rIns="0" bIns="0" rtlCol="0" anchor="t">
            <a:noAutofit/>
          </a:bodyPr>
          <a:lstStyle>
            <a:lvl1pPr algn="l" defTabSz="914400" rtl="0" eaLnBrk="1" latinLnBrk="0" hangingPunct="1">
              <a:lnSpc>
                <a:spcPct val="85000"/>
              </a:lnSpc>
              <a:spcBef>
                <a:spcPct val="0"/>
              </a:spcBef>
              <a:buNone/>
              <a:defRPr sz="2800" kern="2000" spc="-50" baseline="0">
                <a:solidFill>
                  <a:schemeClr val="accent1"/>
                </a:solidFill>
                <a:latin typeface="+mj-lt"/>
                <a:ea typeface="+mj-ea"/>
                <a:cs typeface="+mj-cs"/>
              </a:defRPr>
            </a:lvl1pPr>
          </a:lstStyle>
          <a:p>
            <a:r>
              <a:rPr lang="en-US"/>
              <a:t>Context</a:t>
            </a:r>
          </a:p>
        </p:txBody>
      </p:sp>
      <p:sp>
        <p:nvSpPr>
          <p:cNvPr id="6" name="Content Placeholder 2">
            <a:extLst>
              <a:ext uri="{FF2B5EF4-FFF2-40B4-BE49-F238E27FC236}">
                <a16:creationId xmlns:a16="http://schemas.microsoft.com/office/drawing/2014/main" id="{77FD8673-DABD-CD19-503D-714F8CD63EAD}"/>
              </a:ext>
            </a:extLst>
          </p:cNvPr>
          <p:cNvSpPr txBox="1">
            <a:spLocks/>
          </p:cNvSpPr>
          <p:nvPr/>
        </p:nvSpPr>
        <p:spPr>
          <a:xfrm>
            <a:off x="515936" y="3731488"/>
            <a:ext cx="11160126" cy="828352"/>
          </a:xfrm>
          <a:prstGeom prst="rect">
            <a:avLst/>
          </a:prstGeom>
        </p:spPr>
        <p:txBody>
          <a:bodyPr vert="horz" lIns="0" tIns="0" rIns="0" bIns="0" rtlCol="0">
            <a:noAutofit/>
          </a:bodyPr>
          <a:lstStyle>
            <a:lvl1pPr marL="171450" indent="-171450" algn="l" defTabSz="914400" rtl="0" eaLnBrk="1" latinLnBrk="0" hangingPunct="1">
              <a:lnSpc>
                <a:spcPct val="95000"/>
              </a:lnSpc>
              <a:spcBef>
                <a:spcPts val="900"/>
              </a:spcBef>
              <a:spcAft>
                <a:spcPts val="300"/>
              </a:spcAft>
              <a:buClrTx/>
              <a:buFont typeface="Arial" panose="020B0604020202020204" pitchFamily="34" charset="0"/>
              <a:buChar char="•"/>
              <a:defRPr sz="2200" kern="1200" baseline="0">
                <a:solidFill>
                  <a:schemeClr val="tx2"/>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r>
              <a:rPr lang="en-US"/>
              <a:t>Ethics, legal – document decisions and process</a:t>
            </a:r>
          </a:p>
          <a:p>
            <a:r>
              <a:rPr lang="en-US"/>
              <a:t>AI + human</a:t>
            </a:r>
          </a:p>
        </p:txBody>
      </p:sp>
    </p:spTree>
    <p:extLst>
      <p:ext uri="{BB962C8B-B14F-4D97-AF65-F5344CB8AC3E}">
        <p14:creationId xmlns:p14="http://schemas.microsoft.com/office/powerpoint/2010/main" val="1669219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52012928-2120-ACC4-5A52-89038AD7918B}"/>
              </a:ext>
            </a:extLst>
          </p:cNvPr>
          <p:cNvGraphicFramePr/>
          <p:nvPr>
            <p:extLst>
              <p:ext uri="{D42A27DB-BD31-4B8C-83A1-F6EECF244321}">
                <p14:modId xmlns:p14="http://schemas.microsoft.com/office/powerpoint/2010/main" val="2061744413"/>
              </p:ext>
            </p:extLst>
          </p:nvPr>
        </p:nvGraphicFramePr>
        <p:xfrm>
          <a:off x="220301" y="1467480"/>
          <a:ext cx="11751398" cy="27884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Arrow: Right 6">
            <a:extLst>
              <a:ext uri="{FF2B5EF4-FFF2-40B4-BE49-F238E27FC236}">
                <a16:creationId xmlns:a16="http://schemas.microsoft.com/office/drawing/2014/main" id="{9FCF2FC6-E8E2-E39B-9C93-90EBFDF99D8F}"/>
              </a:ext>
            </a:extLst>
          </p:cNvPr>
          <p:cNvSpPr/>
          <p:nvPr/>
        </p:nvSpPr>
        <p:spPr>
          <a:xfrm>
            <a:off x="841451" y="5593289"/>
            <a:ext cx="6097238" cy="1355065"/>
          </a:xfrm>
          <a:prstGeom prst="rightArrow">
            <a:avLst/>
          </a:prstGeom>
          <a:solidFill>
            <a:schemeClr val="accent3">
              <a:lumMod val="10000"/>
              <a:lumOff val="9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buNone/>
            </a:pPr>
            <a:endParaRPr lang="en-US" sz="900" b="1"/>
          </a:p>
          <a:p>
            <a:pPr lvl="0" algn="ctr">
              <a:buNone/>
            </a:pPr>
            <a:endParaRPr lang="en-US" sz="900" b="1"/>
          </a:p>
          <a:p>
            <a:pPr lvl="0" algn="ctr">
              <a:buNone/>
            </a:pPr>
            <a:r>
              <a:rPr lang="en-US" sz="900" b="1">
                <a:solidFill>
                  <a:sysClr val="windowText" lastClr="000000"/>
                </a:solidFill>
              </a:rPr>
              <a:t>Data Cleaning</a:t>
            </a:r>
          </a:p>
          <a:p>
            <a:pPr lvl="0" algn="ctr">
              <a:buNone/>
            </a:pPr>
            <a:r>
              <a:rPr lang="en-US" sz="900" i="1">
                <a:solidFill>
                  <a:sysClr val="windowText" lastClr="000000"/>
                </a:solidFill>
              </a:rPr>
              <a:t>What data needs to be revised and prepared to remove sources of inaccuracy for our model?</a:t>
            </a:r>
            <a:br>
              <a:rPr lang="en-US" sz="900" i="1">
                <a:solidFill>
                  <a:sysClr val="windowText" lastClr="000000"/>
                </a:solidFill>
              </a:rPr>
            </a:br>
            <a:r>
              <a:rPr lang="en-US" sz="900">
                <a:solidFill>
                  <a:sysClr val="windowText" lastClr="000000"/>
                </a:solidFill>
              </a:rPr>
              <a:t>Outliers - Missing values – Duplicates - Train / test split</a:t>
            </a:r>
          </a:p>
          <a:p>
            <a:pPr lvl="0" algn="ctr">
              <a:buNone/>
            </a:pPr>
            <a:endParaRPr lang="en-US" sz="900" i="1"/>
          </a:p>
        </p:txBody>
      </p:sp>
      <p:grpSp>
        <p:nvGrpSpPr>
          <p:cNvPr id="21" name="Group 20">
            <a:extLst>
              <a:ext uri="{FF2B5EF4-FFF2-40B4-BE49-F238E27FC236}">
                <a16:creationId xmlns:a16="http://schemas.microsoft.com/office/drawing/2014/main" id="{520A63A7-28D4-DA37-8609-3DD8F21630BA}"/>
              </a:ext>
            </a:extLst>
          </p:cNvPr>
          <p:cNvGrpSpPr/>
          <p:nvPr/>
        </p:nvGrpSpPr>
        <p:grpSpPr>
          <a:xfrm>
            <a:off x="841451" y="3964429"/>
            <a:ext cx="6081531" cy="2110795"/>
            <a:chOff x="886718" y="3756199"/>
            <a:chExt cx="6081531" cy="2110795"/>
          </a:xfrm>
        </p:grpSpPr>
        <p:sp>
          <p:nvSpPr>
            <p:cNvPr id="22" name="Freeform: Shape 21">
              <a:extLst>
                <a:ext uri="{FF2B5EF4-FFF2-40B4-BE49-F238E27FC236}">
                  <a16:creationId xmlns:a16="http://schemas.microsoft.com/office/drawing/2014/main" id="{0D03A22F-A700-4AC2-68BE-A0BEC891B830}"/>
                </a:ext>
              </a:extLst>
            </p:cNvPr>
            <p:cNvSpPr/>
            <p:nvPr/>
          </p:nvSpPr>
          <p:spPr>
            <a:xfrm>
              <a:off x="886718" y="3756199"/>
              <a:ext cx="1854125" cy="368662"/>
            </a:xfrm>
            <a:custGeom>
              <a:avLst/>
              <a:gdLst>
                <a:gd name="csX0" fmla="*/ 0 w 1854125"/>
                <a:gd name="csY0" fmla="*/ 0 h 368662"/>
                <a:gd name="csX1" fmla="*/ 1854125 w 1854125"/>
                <a:gd name="csY1" fmla="*/ 0 h 368662"/>
                <a:gd name="csX2" fmla="*/ 1854125 w 1854125"/>
                <a:gd name="csY2" fmla="*/ 368662 h 368662"/>
                <a:gd name="csX3" fmla="*/ 0 w 1854125"/>
                <a:gd name="csY3" fmla="*/ 368662 h 368662"/>
                <a:gd name="csX4" fmla="*/ 0 w 1854125"/>
                <a:gd name="csY4" fmla="*/ 0 h 368662"/>
              </a:gdLst>
              <a:ahLst/>
              <a:cxnLst>
                <a:cxn ang="0">
                  <a:pos x="csX0" y="csY0"/>
                </a:cxn>
                <a:cxn ang="0">
                  <a:pos x="csX1" y="csY1"/>
                </a:cxn>
                <a:cxn ang="0">
                  <a:pos x="csX2" y="csY2"/>
                </a:cxn>
                <a:cxn ang="0">
                  <a:pos x="csX3" y="csY3"/>
                </a:cxn>
                <a:cxn ang="0">
                  <a:pos x="csX4" y="csY4"/>
                </a:cxn>
              </a:cxnLst>
              <a:rect l="l" t="t" r="r" b="b"/>
              <a:pathLst>
                <a:path w="1854125" h="368662">
                  <a:moveTo>
                    <a:pt x="0" y="0"/>
                  </a:moveTo>
                  <a:lnTo>
                    <a:pt x="1854125" y="0"/>
                  </a:lnTo>
                  <a:lnTo>
                    <a:pt x="1854125" y="368662"/>
                  </a:lnTo>
                  <a:lnTo>
                    <a:pt x="0" y="368662"/>
                  </a:lnTo>
                  <a:lnTo>
                    <a:pt x="0" y="0"/>
                  </a:lnTo>
                  <a:close/>
                </a:path>
              </a:pathLst>
            </a:custGeom>
            <a:solidFill>
              <a:schemeClr val="accent2"/>
            </a:solidFill>
            <a:ln>
              <a:no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1120" tIns="40640" rIns="71120" bIns="40640" numCol="1" spcCol="1270" anchor="ctr" anchorCtr="0">
              <a:noAutofit/>
            </a:bodyPr>
            <a:lstStyle/>
            <a:p>
              <a:pPr marL="0" lvl="0" indent="0" algn="ctr" defTabSz="444500">
                <a:lnSpc>
                  <a:spcPct val="90000"/>
                </a:lnSpc>
                <a:spcBef>
                  <a:spcPct val="0"/>
                </a:spcBef>
                <a:spcAft>
                  <a:spcPct val="35000"/>
                </a:spcAft>
                <a:buNone/>
              </a:pPr>
              <a:r>
                <a:rPr lang="en-US" sz="900" b="1" kern="1200"/>
                <a:t>Define Independent &amp; Dependent Variables</a:t>
              </a:r>
              <a:endParaRPr lang="en-US" sz="900" kern="1200"/>
            </a:p>
          </p:txBody>
        </p:sp>
        <p:sp>
          <p:nvSpPr>
            <p:cNvPr id="23" name="Freeform: Shape 22">
              <a:extLst>
                <a:ext uri="{FF2B5EF4-FFF2-40B4-BE49-F238E27FC236}">
                  <a16:creationId xmlns:a16="http://schemas.microsoft.com/office/drawing/2014/main" id="{3D58BC59-BC71-9A92-FFBB-259A42943BEE}"/>
                </a:ext>
              </a:extLst>
            </p:cNvPr>
            <p:cNvSpPr/>
            <p:nvPr/>
          </p:nvSpPr>
          <p:spPr>
            <a:xfrm>
              <a:off x="886718" y="4124861"/>
              <a:ext cx="1854125" cy="1742133"/>
            </a:xfrm>
            <a:custGeom>
              <a:avLst/>
              <a:gdLst>
                <a:gd name="csX0" fmla="*/ 0 w 1854125"/>
                <a:gd name="csY0" fmla="*/ 0 h 1742133"/>
                <a:gd name="csX1" fmla="*/ 1854125 w 1854125"/>
                <a:gd name="csY1" fmla="*/ 0 h 1742133"/>
                <a:gd name="csX2" fmla="*/ 1854125 w 1854125"/>
                <a:gd name="csY2" fmla="*/ 1742133 h 1742133"/>
                <a:gd name="csX3" fmla="*/ 0 w 1854125"/>
                <a:gd name="csY3" fmla="*/ 1742133 h 1742133"/>
                <a:gd name="csX4" fmla="*/ 0 w 1854125"/>
                <a:gd name="csY4" fmla="*/ 0 h 1742133"/>
              </a:gdLst>
              <a:ahLst/>
              <a:cxnLst>
                <a:cxn ang="0">
                  <a:pos x="csX0" y="csY0"/>
                </a:cxn>
                <a:cxn ang="0">
                  <a:pos x="csX1" y="csY1"/>
                </a:cxn>
                <a:cxn ang="0">
                  <a:pos x="csX2" y="csY2"/>
                </a:cxn>
                <a:cxn ang="0">
                  <a:pos x="csX3" y="csY3"/>
                </a:cxn>
                <a:cxn ang="0">
                  <a:pos x="csX4" y="csY4"/>
                </a:cxn>
              </a:cxnLst>
              <a:rect l="l" t="t" r="r" b="b"/>
              <a:pathLst>
                <a:path w="1854125" h="1742133">
                  <a:moveTo>
                    <a:pt x="0" y="0"/>
                  </a:moveTo>
                  <a:lnTo>
                    <a:pt x="1854125" y="0"/>
                  </a:lnTo>
                  <a:lnTo>
                    <a:pt x="1854125" y="1742133"/>
                  </a:lnTo>
                  <a:lnTo>
                    <a:pt x="0" y="1742133"/>
                  </a:lnTo>
                  <a:lnTo>
                    <a:pt x="0" y="0"/>
                  </a:lnTo>
                  <a:close/>
                </a:path>
              </a:pathLst>
            </a:custGeom>
            <a:solidFill>
              <a:schemeClr val="accent3">
                <a:lumMod val="10000"/>
                <a:lumOff val="90000"/>
                <a:alpha val="90000"/>
              </a:schemeClr>
            </a:solidFill>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53340" tIns="53340" rIns="71120" bIns="80010" numCol="1" spcCol="1270" anchor="t" anchorCtr="0">
              <a:noAutofit/>
            </a:bodyPr>
            <a:lstStyle/>
            <a:p>
              <a:pPr marL="57150" lvl="1" indent="-57150" algn="l" defTabSz="444500">
                <a:lnSpc>
                  <a:spcPct val="90000"/>
                </a:lnSpc>
                <a:spcBef>
                  <a:spcPct val="0"/>
                </a:spcBef>
                <a:spcAft>
                  <a:spcPct val="15000"/>
                </a:spcAft>
                <a:buNone/>
              </a:pPr>
              <a:r>
                <a:rPr lang="en-US" sz="900" i="1" kern="1200"/>
                <a:t>How are we defining the variable that indicates whether an employee stays or leaves?</a:t>
              </a:r>
              <a:endParaRPr lang="en-US" sz="900" kern="1200"/>
            </a:p>
            <a:p>
              <a:pPr marL="57150" lvl="1" indent="-57150" algn="l" defTabSz="444500">
                <a:lnSpc>
                  <a:spcPct val="90000"/>
                </a:lnSpc>
                <a:spcBef>
                  <a:spcPct val="0"/>
                </a:spcBef>
                <a:spcAft>
                  <a:spcPct val="15000"/>
                </a:spcAft>
                <a:buChar char="•"/>
              </a:pPr>
              <a:endParaRPr lang="en-US" sz="900" i="1" kern="1200"/>
            </a:p>
            <a:p>
              <a:pPr marL="57150" lvl="1" indent="-57150" algn="l" defTabSz="444500">
                <a:lnSpc>
                  <a:spcPct val="90000"/>
                </a:lnSpc>
                <a:spcBef>
                  <a:spcPct val="0"/>
                </a:spcBef>
                <a:spcAft>
                  <a:spcPct val="15000"/>
                </a:spcAft>
                <a:buChar char="•"/>
              </a:pPr>
              <a:r>
                <a:rPr lang="en-US" sz="900" kern="1200"/>
                <a:t>Ex., Employee Left by Month</a:t>
              </a:r>
              <a:br>
                <a:rPr lang="en-US" sz="900" kern="1200"/>
              </a:br>
              <a:br>
                <a:rPr lang="en-US" sz="900" kern="1200"/>
              </a:br>
              <a:r>
                <a:rPr lang="en-US" sz="900" i="1" kern="1200"/>
                <a:t>What does “staying” vs. “leaving” mean in terms of data output?</a:t>
              </a:r>
              <a:endParaRPr lang="en-US" sz="900" kern="1200"/>
            </a:p>
            <a:p>
              <a:pPr marL="57150" lvl="1" indent="-57150" algn="l" defTabSz="444500">
                <a:lnSpc>
                  <a:spcPct val="90000"/>
                </a:lnSpc>
                <a:spcBef>
                  <a:spcPct val="0"/>
                </a:spcBef>
                <a:spcAft>
                  <a:spcPct val="15000"/>
                </a:spcAft>
                <a:buChar char="•"/>
              </a:pPr>
              <a:endParaRPr lang="en-US" sz="900" i="1" kern="1200"/>
            </a:p>
            <a:p>
              <a:pPr marL="57150" lvl="1" indent="-57150" algn="l" defTabSz="444500">
                <a:lnSpc>
                  <a:spcPct val="90000"/>
                </a:lnSpc>
                <a:spcBef>
                  <a:spcPct val="0"/>
                </a:spcBef>
                <a:spcAft>
                  <a:spcPct val="15000"/>
                </a:spcAft>
                <a:buChar char="•"/>
              </a:pPr>
              <a:r>
                <a:rPr lang="en-US" sz="900" kern="1200"/>
                <a:t>Voluntarily left within next 6 </a:t>
              </a:r>
              <a:r>
                <a:rPr lang="en-US" sz="900" kern="1200" err="1"/>
                <a:t>mo</a:t>
              </a:r>
              <a:r>
                <a:rPr lang="en-US" sz="900" kern="1200"/>
                <a:t> = 1</a:t>
              </a:r>
            </a:p>
            <a:p>
              <a:pPr marL="57150" lvl="1" indent="-57150" algn="l" defTabSz="444500">
                <a:lnSpc>
                  <a:spcPct val="90000"/>
                </a:lnSpc>
                <a:spcBef>
                  <a:spcPct val="0"/>
                </a:spcBef>
                <a:spcAft>
                  <a:spcPct val="15000"/>
                </a:spcAft>
                <a:buChar char="•"/>
              </a:pPr>
              <a:r>
                <a:rPr lang="en-US" sz="900" kern="1200"/>
                <a:t>Stayed = 0</a:t>
              </a:r>
            </a:p>
          </p:txBody>
        </p:sp>
        <p:sp>
          <p:nvSpPr>
            <p:cNvPr id="24" name="Freeform: Shape 23">
              <a:extLst>
                <a:ext uri="{FF2B5EF4-FFF2-40B4-BE49-F238E27FC236}">
                  <a16:creationId xmlns:a16="http://schemas.microsoft.com/office/drawing/2014/main" id="{B0E7EF1C-0476-C72C-AC9D-4F2F76FE2B97}"/>
                </a:ext>
              </a:extLst>
            </p:cNvPr>
            <p:cNvSpPr/>
            <p:nvPr/>
          </p:nvSpPr>
          <p:spPr>
            <a:xfrm>
              <a:off x="3000421" y="3756199"/>
              <a:ext cx="1854125" cy="368662"/>
            </a:xfrm>
            <a:custGeom>
              <a:avLst/>
              <a:gdLst>
                <a:gd name="csX0" fmla="*/ 0 w 1854125"/>
                <a:gd name="csY0" fmla="*/ 0 h 368662"/>
                <a:gd name="csX1" fmla="*/ 1854125 w 1854125"/>
                <a:gd name="csY1" fmla="*/ 0 h 368662"/>
                <a:gd name="csX2" fmla="*/ 1854125 w 1854125"/>
                <a:gd name="csY2" fmla="*/ 368662 h 368662"/>
                <a:gd name="csX3" fmla="*/ 0 w 1854125"/>
                <a:gd name="csY3" fmla="*/ 368662 h 368662"/>
                <a:gd name="csX4" fmla="*/ 0 w 1854125"/>
                <a:gd name="csY4" fmla="*/ 0 h 368662"/>
              </a:gdLst>
              <a:ahLst/>
              <a:cxnLst>
                <a:cxn ang="0">
                  <a:pos x="csX0" y="csY0"/>
                </a:cxn>
                <a:cxn ang="0">
                  <a:pos x="csX1" y="csY1"/>
                </a:cxn>
                <a:cxn ang="0">
                  <a:pos x="csX2" y="csY2"/>
                </a:cxn>
                <a:cxn ang="0">
                  <a:pos x="csX3" y="csY3"/>
                </a:cxn>
                <a:cxn ang="0">
                  <a:pos x="csX4" y="csY4"/>
                </a:cxn>
              </a:cxnLst>
              <a:rect l="l" t="t" r="r" b="b"/>
              <a:pathLst>
                <a:path w="1854125" h="368662">
                  <a:moveTo>
                    <a:pt x="0" y="0"/>
                  </a:moveTo>
                  <a:lnTo>
                    <a:pt x="1854125" y="0"/>
                  </a:lnTo>
                  <a:lnTo>
                    <a:pt x="1854125" y="368662"/>
                  </a:lnTo>
                  <a:lnTo>
                    <a:pt x="0" y="368662"/>
                  </a:lnTo>
                  <a:lnTo>
                    <a:pt x="0" y="0"/>
                  </a:lnTo>
                  <a:close/>
                </a:path>
              </a:pathLst>
            </a:custGeom>
            <a:solidFill>
              <a:schemeClr val="accent2"/>
            </a:solidFill>
            <a:ln>
              <a:no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1120" tIns="40640" rIns="71120" bIns="40640" numCol="1" spcCol="1270" anchor="ctr" anchorCtr="0">
              <a:noAutofit/>
            </a:bodyPr>
            <a:lstStyle/>
            <a:p>
              <a:pPr marL="0" lvl="0" indent="0" algn="ctr" defTabSz="444500">
                <a:lnSpc>
                  <a:spcPct val="90000"/>
                </a:lnSpc>
                <a:spcBef>
                  <a:spcPct val="0"/>
                </a:spcBef>
                <a:spcAft>
                  <a:spcPct val="35000"/>
                </a:spcAft>
                <a:buNone/>
              </a:pPr>
              <a:r>
                <a:rPr lang="en-US" sz="900" b="1" kern="1200"/>
                <a:t>Collect and Compile Data</a:t>
              </a:r>
            </a:p>
          </p:txBody>
        </p:sp>
        <p:sp>
          <p:nvSpPr>
            <p:cNvPr id="25" name="Freeform: Shape 24">
              <a:extLst>
                <a:ext uri="{FF2B5EF4-FFF2-40B4-BE49-F238E27FC236}">
                  <a16:creationId xmlns:a16="http://schemas.microsoft.com/office/drawing/2014/main" id="{38072A6E-F358-1F94-C79A-99CA83FA6D92}"/>
                </a:ext>
              </a:extLst>
            </p:cNvPr>
            <p:cNvSpPr/>
            <p:nvPr/>
          </p:nvSpPr>
          <p:spPr>
            <a:xfrm>
              <a:off x="3000421" y="4124861"/>
              <a:ext cx="1854125" cy="1742133"/>
            </a:xfrm>
            <a:custGeom>
              <a:avLst/>
              <a:gdLst>
                <a:gd name="csX0" fmla="*/ 0 w 1854125"/>
                <a:gd name="csY0" fmla="*/ 0 h 1742133"/>
                <a:gd name="csX1" fmla="*/ 1854125 w 1854125"/>
                <a:gd name="csY1" fmla="*/ 0 h 1742133"/>
                <a:gd name="csX2" fmla="*/ 1854125 w 1854125"/>
                <a:gd name="csY2" fmla="*/ 1742133 h 1742133"/>
                <a:gd name="csX3" fmla="*/ 0 w 1854125"/>
                <a:gd name="csY3" fmla="*/ 1742133 h 1742133"/>
                <a:gd name="csX4" fmla="*/ 0 w 1854125"/>
                <a:gd name="csY4" fmla="*/ 0 h 1742133"/>
              </a:gdLst>
              <a:ahLst/>
              <a:cxnLst>
                <a:cxn ang="0">
                  <a:pos x="csX0" y="csY0"/>
                </a:cxn>
                <a:cxn ang="0">
                  <a:pos x="csX1" y="csY1"/>
                </a:cxn>
                <a:cxn ang="0">
                  <a:pos x="csX2" y="csY2"/>
                </a:cxn>
                <a:cxn ang="0">
                  <a:pos x="csX3" y="csY3"/>
                </a:cxn>
                <a:cxn ang="0">
                  <a:pos x="csX4" y="csY4"/>
                </a:cxn>
              </a:cxnLst>
              <a:rect l="l" t="t" r="r" b="b"/>
              <a:pathLst>
                <a:path w="1854125" h="1742133">
                  <a:moveTo>
                    <a:pt x="0" y="0"/>
                  </a:moveTo>
                  <a:lnTo>
                    <a:pt x="1854125" y="0"/>
                  </a:lnTo>
                  <a:lnTo>
                    <a:pt x="1854125" y="1742133"/>
                  </a:lnTo>
                  <a:lnTo>
                    <a:pt x="0" y="1742133"/>
                  </a:lnTo>
                  <a:lnTo>
                    <a:pt x="0" y="0"/>
                  </a:lnTo>
                  <a:close/>
                </a:path>
              </a:pathLst>
            </a:custGeom>
            <a:solidFill>
              <a:schemeClr val="accent3">
                <a:lumMod val="10000"/>
                <a:lumOff val="90000"/>
                <a:alpha val="90000"/>
              </a:schemeClr>
            </a:solidFill>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53340" tIns="53340" rIns="71120" bIns="80010" numCol="1" spcCol="1270" anchor="t" anchorCtr="0">
              <a:noAutofit/>
            </a:bodyPr>
            <a:lstStyle/>
            <a:p>
              <a:pPr marL="57150" lvl="1" indent="-57150" algn="l" defTabSz="444500">
                <a:lnSpc>
                  <a:spcPct val="90000"/>
                </a:lnSpc>
                <a:spcBef>
                  <a:spcPct val="0"/>
                </a:spcBef>
                <a:spcAft>
                  <a:spcPct val="15000"/>
                </a:spcAft>
                <a:buNone/>
              </a:pPr>
              <a:r>
                <a:rPr lang="en-US" sz="900" i="1" kern="1200"/>
                <a:t>What data is relevant and available to us that could help predict staying vs. leaving?</a:t>
              </a:r>
            </a:p>
            <a:p>
              <a:pPr marL="57150" lvl="1" indent="-57150" algn="l" defTabSz="444500">
                <a:lnSpc>
                  <a:spcPct val="90000"/>
                </a:lnSpc>
                <a:spcBef>
                  <a:spcPct val="0"/>
                </a:spcBef>
                <a:spcAft>
                  <a:spcPct val="15000"/>
                </a:spcAft>
                <a:buNone/>
              </a:pPr>
              <a:endParaRPr lang="en-US" sz="900" i="1" kern="1200"/>
            </a:p>
            <a:p>
              <a:pPr marL="57150" lvl="1" indent="-57150" algn="l" defTabSz="444500">
                <a:lnSpc>
                  <a:spcPct val="90000"/>
                </a:lnSpc>
                <a:spcBef>
                  <a:spcPct val="0"/>
                </a:spcBef>
                <a:spcAft>
                  <a:spcPct val="15000"/>
                </a:spcAft>
                <a:buChar char="•"/>
              </a:pPr>
              <a:r>
                <a:rPr lang="en-US" sz="900" kern="1200"/>
                <a:t>Demographics</a:t>
              </a:r>
            </a:p>
            <a:p>
              <a:pPr marL="57150" lvl="1" indent="-57150" algn="l" defTabSz="444500">
                <a:lnSpc>
                  <a:spcPct val="90000"/>
                </a:lnSpc>
                <a:spcBef>
                  <a:spcPct val="0"/>
                </a:spcBef>
                <a:spcAft>
                  <a:spcPct val="15000"/>
                </a:spcAft>
                <a:buChar char="•"/>
              </a:pPr>
              <a:r>
                <a:rPr lang="en-US" sz="900" kern="1200"/>
                <a:t>Job Characteristics</a:t>
              </a:r>
            </a:p>
            <a:p>
              <a:pPr marL="57150" lvl="1" indent="-57150" algn="l" defTabSz="444500">
                <a:lnSpc>
                  <a:spcPct val="90000"/>
                </a:lnSpc>
                <a:spcBef>
                  <a:spcPct val="0"/>
                </a:spcBef>
                <a:spcAft>
                  <a:spcPct val="15000"/>
                </a:spcAft>
                <a:buChar char="•"/>
              </a:pPr>
              <a:r>
                <a:rPr lang="en-US" sz="900" kern="1200"/>
                <a:t>Comp</a:t>
              </a:r>
            </a:p>
            <a:p>
              <a:pPr marL="57150" lvl="1" indent="-57150" algn="l" defTabSz="444500">
                <a:lnSpc>
                  <a:spcPct val="90000"/>
                </a:lnSpc>
                <a:spcBef>
                  <a:spcPct val="0"/>
                </a:spcBef>
                <a:spcAft>
                  <a:spcPct val="15000"/>
                </a:spcAft>
                <a:buChar char="•"/>
              </a:pPr>
              <a:r>
                <a:rPr lang="en-US" sz="900" kern="1200"/>
                <a:t>Performance</a:t>
              </a:r>
            </a:p>
            <a:p>
              <a:pPr marL="57150" lvl="1" indent="-57150" algn="l" defTabSz="444500">
                <a:lnSpc>
                  <a:spcPct val="90000"/>
                </a:lnSpc>
                <a:spcBef>
                  <a:spcPct val="0"/>
                </a:spcBef>
                <a:spcAft>
                  <a:spcPct val="15000"/>
                </a:spcAft>
                <a:buChar char="•"/>
              </a:pPr>
              <a:r>
                <a:rPr lang="en-US" sz="900" kern="1200"/>
                <a:t>Career Progression</a:t>
              </a:r>
            </a:p>
            <a:p>
              <a:pPr marL="57150" lvl="1" indent="-57150" algn="l" defTabSz="444500">
                <a:lnSpc>
                  <a:spcPct val="90000"/>
                </a:lnSpc>
                <a:spcBef>
                  <a:spcPct val="0"/>
                </a:spcBef>
                <a:spcAft>
                  <a:spcPct val="15000"/>
                </a:spcAft>
                <a:buChar char="•"/>
              </a:pPr>
              <a:r>
                <a:rPr lang="en-US" sz="900" kern="1200"/>
                <a:t>Employee Listening</a:t>
              </a:r>
            </a:p>
            <a:p>
              <a:pPr marL="57150" lvl="1" indent="-57150" algn="l" defTabSz="444500">
                <a:lnSpc>
                  <a:spcPct val="90000"/>
                </a:lnSpc>
                <a:spcBef>
                  <a:spcPct val="0"/>
                </a:spcBef>
                <a:spcAft>
                  <a:spcPct val="15000"/>
                </a:spcAft>
                <a:buChar char="•"/>
              </a:pPr>
              <a:r>
                <a:rPr lang="en-US" sz="900" kern="1200"/>
                <a:t>Behavioral (ex., badge)</a:t>
              </a:r>
            </a:p>
            <a:p>
              <a:pPr marL="57150" lvl="1" indent="-57150" algn="l" defTabSz="444500">
                <a:lnSpc>
                  <a:spcPct val="90000"/>
                </a:lnSpc>
                <a:spcBef>
                  <a:spcPct val="0"/>
                </a:spcBef>
                <a:spcAft>
                  <a:spcPct val="15000"/>
                </a:spcAft>
                <a:buChar char="•"/>
              </a:pPr>
              <a:r>
                <a:rPr lang="en-US" sz="900" kern="1200"/>
                <a:t>HR Events (ex., promo)</a:t>
              </a:r>
            </a:p>
          </p:txBody>
        </p:sp>
        <p:sp>
          <p:nvSpPr>
            <p:cNvPr id="26" name="Freeform: Shape 25">
              <a:extLst>
                <a:ext uri="{FF2B5EF4-FFF2-40B4-BE49-F238E27FC236}">
                  <a16:creationId xmlns:a16="http://schemas.microsoft.com/office/drawing/2014/main" id="{9E768C73-31C3-4DA2-2546-D9D314A20ADE}"/>
                </a:ext>
              </a:extLst>
            </p:cNvPr>
            <p:cNvSpPr/>
            <p:nvPr/>
          </p:nvSpPr>
          <p:spPr>
            <a:xfrm>
              <a:off x="5114124" y="3756199"/>
              <a:ext cx="1854125" cy="368662"/>
            </a:xfrm>
            <a:custGeom>
              <a:avLst/>
              <a:gdLst>
                <a:gd name="csX0" fmla="*/ 0 w 1854125"/>
                <a:gd name="csY0" fmla="*/ 0 h 368662"/>
                <a:gd name="csX1" fmla="*/ 1854125 w 1854125"/>
                <a:gd name="csY1" fmla="*/ 0 h 368662"/>
                <a:gd name="csX2" fmla="*/ 1854125 w 1854125"/>
                <a:gd name="csY2" fmla="*/ 368662 h 368662"/>
                <a:gd name="csX3" fmla="*/ 0 w 1854125"/>
                <a:gd name="csY3" fmla="*/ 368662 h 368662"/>
                <a:gd name="csX4" fmla="*/ 0 w 1854125"/>
                <a:gd name="csY4" fmla="*/ 0 h 368662"/>
              </a:gdLst>
              <a:ahLst/>
              <a:cxnLst>
                <a:cxn ang="0">
                  <a:pos x="csX0" y="csY0"/>
                </a:cxn>
                <a:cxn ang="0">
                  <a:pos x="csX1" y="csY1"/>
                </a:cxn>
                <a:cxn ang="0">
                  <a:pos x="csX2" y="csY2"/>
                </a:cxn>
                <a:cxn ang="0">
                  <a:pos x="csX3" y="csY3"/>
                </a:cxn>
                <a:cxn ang="0">
                  <a:pos x="csX4" y="csY4"/>
                </a:cxn>
              </a:cxnLst>
              <a:rect l="l" t="t" r="r" b="b"/>
              <a:pathLst>
                <a:path w="1854125" h="368662">
                  <a:moveTo>
                    <a:pt x="0" y="0"/>
                  </a:moveTo>
                  <a:lnTo>
                    <a:pt x="1854125" y="0"/>
                  </a:lnTo>
                  <a:lnTo>
                    <a:pt x="1854125" y="368662"/>
                  </a:lnTo>
                  <a:lnTo>
                    <a:pt x="0" y="368662"/>
                  </a:lnTo>
                  <a:lnTo>
                    <a:pt x="0" y="0"/>
                  </a:lnTo>
                  <a:close/>
                </a:path>
              </a:pathLst>
            </a:custGeom>
            <a:solidFill>
              <a:schemeClr val="accent2"/>
            </a:solidFill>
            <a:ln>
              <a:no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1120" tIns="40640" rIns="71120" bIns="40640" numCol="1" spcCol="1270" anchor="ctr" anchorCtr="0">
              <a:noAutofit/>
            </a:bodyPr>
            <a:lstStyle/>
            <a:p>
              <a:pPr marL="0" lvl="0" indent="0" algn="ctr" defTabSz="444500">
                <a:lnSpc>
                  <a:spcPct val="90000"/>
                </a:lnSpc>
                <a:spcBef>
                  <a:spcPct val="0"/>
                </a:spcBef>
                <a:spcAft>
                  <a:spcPct val="35000"/>
                </a:spcAft>
                <a:buNone/>
              </a:pPr>
              <a:r>
                <a:rPr lang="en-US" sz="900" b="1" kern="1200"/>
                <a:t>Feature Engineering</a:t>
              </a:r>
            </a:p>
          </p:txBody>
        </p:sp>
        <p:sp>
          <p:nvSpPr>
            <p:cNvPr id="27" name="Freeform: Shape 26">
              <a:extLst>
                <a:ext uri="{FF2B5EF4-FFF2-40B4-BE49-F238E27FC236}">
                  <a16:creationId xmlns:a16="http://schemas.microsoft.com/office/drawing/2014/main" id="{871A64AE-E7C0-199A-DADC-145838E4986D}"/>
                </a:ext>
              </a:extLst>
            </p:cNvPr>
            <p:cNvSpPr/>
            <p:nvPr/>
          </p:nvSpPr>
          <p:spPr>
            <a:xfrm>
              <a:off x="5114124" y="4124861"/>
              <a:ext cx="1854125" cy="1742133"/>
            </a:xfrm>
            <a:custGeom>
              <a:avLst/>
              <a:gdLst>
                <a:gd name="csX0" fmla="*/ 0 w 1854125"/>
                <a:gd name="csY0" fmla="*/ 0 h 1742133"/>
                <a:gd name="csX1" fmla="*/ 1854125 w 1854125"/>
                <a:gd name="csY1" fmla="*/ 0 h 1742133"/>
                <a:gd name="csX2" fmla="*/ 1854125 w 1854125"/>
                <a:gd name="csY2" fmla="*/ 1742133 h 1742133"/>
                <a:gd name="csX3" fmla="*/ 0 w 1854125"/>
                <a:gd name="csY3" fmla="*/ 1742133 h 1742133"/>
                <a:gd name="csX4" fmla="*/ 0 w 1854125"/>
                <a:gd name="csY4" fmla="*/ 0 h 1742133"/>
              </a:gdLst>
              <a:ahLst/>
              <a:cxnLst>
                <a:cxn ang="0">
                  <a:pos x="csX0" y="csY0"/>
                </a:cxn>
                <a:cxn ang="0">
                  <a:pos x="csX1" y="csY1"/>
                </a:cxn>
                <a:cxn ang="0">
                  <a:pos x="csX2" y="csY2"/>
                </a:cxn>
                <a:cxn ang="0">
                  <a:pos x="csX3" y="csY3"/>
                </a:cxn>
                <a:cxn ang="0">
                  <a:pos x="csX4" y="csY4"/>
                </a:cxn>
              </a:cxnLst>
              <a:rect l="l" t="t" r="r" b="b"/>
              <a:pathLst>
                <a:path w="1854125" h="1742133">
                  <a:moveTo>
                    <a:pt x="0" y="0"/>
                  </a:moveTo>
                  <a:lnTo>
                    <a:pt x="1854125" y="0"/>
                  </a:lnTo>
                  <a:lnTo>
                    <a:pt x="1854125" y="1742133"/>
                  </a:lnTo>
                  <a:lnTo>
                    <a:pt x="0" y="1742133"/>
                  </a:lnTo>
                  <a:lnTo>
                    <a:pt x="0" y="0"/>
                  </a:lnTo>
                  <a:close/>
                </a:path>
              </a:pathLst>
            </a:custGeom>
            <a:solidFill>
              <a:schemeClr val="accent3">
                <a:lumMod val="10000"/>
                <a:lumOff val="90000"/>
                <a:alpha val="90000"/>
              </a:schemeClr>
            </a:solidFill>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53340" tIns="53340" rIns="71120" bIns="80010" numCol="1" spcCol="1270" anchor="t" anchorCtr="0">
              <a:noAutofit/>
            </a:bodyPr>
            <a:lstStyle/>
            <a:p>
              <a:pPr marL="57150" lvl="1" indent="-57150" algn="l" defTabSz="444500">
                <a:lnSpc>
                  <a:spcPct val="90000"/>
                </a:lnSpc>
                <a:spcBef>
                  <a:spcPct val="0"/>
                </a:spcBef>
                <a:spcAft>
                  <a:spcPct val="15000"/>
                </a:spcAft>
                <a:buNone/>
              </a:pPr>
              <a:r>
                <a:rPr lang="en-US" sz="900" i="1" kern="1200"/>
                <a:t>How do we engineer the data available to us so that it is useful for this model?</a:t>
              </a:r>
            </a:p>
            <a:p>
              <a:pPr marL="57150" lvl="1" indent="-57150" algn="l" defTabSz="444500">
                <a:lnSpc>
                  <a:spcPct val="90000"/>
                </a:lnSpc>
                <a:spcBef>
                  <a:spcPct val="0"/>
                </a:spcBef>
                <a:spcAft>
                  <a:spcPct val="15000"/>
                </a:spcAft>
                <a:buNone/>
              </a:pPr>
              <a:endParaRPr lang="en-US" sz="900" i="1" kern="1200"/>
            </a:p>
            <a:p>
              <a:pPr marL="57150" lvl="1" indent="-57150" algn="l" defTabSz="444500">
                <a:lnSpc>
                  <a:spcPct val="90000"/>
                </a:lnSpc>
                <a:spcBef>
                  <a:spcPct val="0"/>
                </a:spcBef>
                <a:spcAft>
                  <a:spcPct val="15000"/>
                </a:spcAft>
                <a:buChar char="•"/>
              </a:pPr>
              <a:r>
                <a:rPr lang="en-US" sz="900" kern="1200"/>
                <a:t>Ex., promotion date -&gt; months since promotion</a:t>
              </a:r>
            </a:p>
            <a:p>
              <a:pPr marL="57150" lvl="1" indent="-57150" algn="l" defTabSz="444500">
                <a:lnSpc>
                  <a:spcPct val="90000"/>
                </a:lnSpc>
                <a:spcBef>
                  <a:spcPct val="0"/>
                </a:spcBef>
                <a:spcAft>
                  <a:spcPct val="15000"/>
                </a:spcAft>
                <a:buChar char="•"/>
              </a:pPr>
              <a:r>
                <a:rPr lang="en-US" sz="900" kern="1200"/>
                <a:t>Ex., salary -&gt; salary percentile</a:t>
              </a:r>
            </a:p>
            <a:p>
              <a:pPr marL="57150" lvl="1" indent="-57150" algn="l" defTabSz="444500">
                <a:lnSpc>
                  <a:spcPct val="90000"/>
                </a:lnSpc>
                <a:spcBef>
                  <a:spcPct val="0"/>
                </a:spcBef>
                <a:spcAft>
                  <a:spcPct val="15000"/>
                </a:spcAft>
                <a:buChar char="•"/>
              </a:pPr>
              <a:r>
                <a:rPr lang="en-US" sz="900" b="1" kern="1200">
                  <a:solidFill>
                    <a:schemeClr val="tx1"/>
                  </a:solidFill>
                </a:rPr>
                <a:t>MVP: keep to 20-40 variables</a:t>
              </a:r>
            </a:p>
          </p:txBody>
        </p:sp>
      </p:grpSp>
      <p:graphicFrame>
        <p:nvGraphicFramePr>
          <p:cNvPr id="12" name="Content Placeholder 4">
            <a:extLst>
              <a:ext uri="{FF2B5EF4-FFF2-40B4-BE49-F238E27FC236}">
                <a16:creationId xmlns:a16="http://schemas.microsoft.com/office/drawing/2014/main" id="{43457D85-5F3A-2E93-3EB3-31757ABACD9B}"/>
              </a:ext>
            </a:extLst>
          </p:cNvPr>
          <p:cNvGraphicFramePr>
            <a:graphicFrameLocks noGrp="1"/>
          </p:cNvGraphicFramePr>
          <p:nvPr>
            <p:ph idx="1"/>
            <p:extLst>
              <p:ext uri="{D42A27DB-BD31-4B8C-83A1-F6EECF244321}">
                <p14:modId xmlns:p14="http://schemas.microsoft.com/office/powerpoint/2010/main" val="1974650465"/>
              </p:ext>
            </p:extLst>
          </p:nvPr>
        </p:nvGraphicFramePr>
        <p:xfrm>
          <a:off x="267947" y="183012"/>
          <a:ext cx="1906772" cy="179507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pSp>
        <p:nvGrpSpPr>
          <p:cNvPr id="32" name="Group 31">
            <a:extLst>
              <a:ext uri="{FF2B5EF4-FFF2-40B4-BE49-F238E27FC236}">
                <a16:creationId xmlns:a16="http://schemas.microsoft.com/office/drawing/2014/main" id="{8210F31B-D531-7929-0E6A-0C59201C8FC4}"/>
              </a:ext>
            </a:extLst>
          </p:cNvPr>
          <p:cNvGrpSpPr/>
          <p:nvPr/>
        </p:nvGrpSpPr>
        <p:grpSpPr>
          <a:xfrm>
            <a:off x="3613739" y="285386"/>
            <a:ext cx="4832116" cy="1635098"/>
            <a:chOff x="4636378" y="968500"/>
            <a:chExt cx="3799017" cy="1285647"/>
          </a:xfrm>
        </p:grpSpPr>
        <p:sp>
          <p:nvSpPr>
            <p:cNvPr id="33" name="Freeform: Shape 32">
              <a:extLst>
                <a:ext uri="{FF2B5EF4-FFF2-40B4-BE49-F238E27FC236}">
                  <a16:creationId xmlns:a16="http://schemas.microsoft.com/office/drawing/2014/main" id="{6C2F7A7A-C349-4610-ED05-1710C71BAEA1}"/>
                </a:ext>
              </a:extLst>
            </p:cNvPr>
            <p:cNvSpPr/>
            <p:nvPr/>
          </p:nvSpPr>
          <p:spPr>
            <a:xfrm>
              <a:off x="4636378" y="968500"/>
              <a:ext cx="1158236" cy="258845"/>
            </a:xfrm>
            <a:custGeom>
              <a:avLst/>
              <a:gdLst>
                <a:gd name="csX0" fmla="*/ 0 w 1158236"/>
                <a:gd name="csY0" fmla="*/ 0 h 258845"/>
                <a:gd name="csX1" fmla="*/ 1158236 w 1158236"/>
                <a:gd name="csY1" fmla="*/ 0 h 258845"/>
                <a:gd name="csX2" fmla="*/ 1158236 w 1158236"/>
                <a:gd name="csY2" fmla="*/ 258845 h 258845"/>
                <a:gd name="csX3" fmla="*/ 0 w 1158236"/>
                <a:gd name="csY3" fmla="*/ 258845 h 258845"/>
                <a:gd name="csX4" fmla="*/ 0 w 1158236"/>
                <a:gd name="csY4" fmla="*/ 0 h 258845"/>
              </a:gdLst>
              <a:ahLst/>
              <a:cxnLst>
                <a:cxn ang="0">
                  <a:pos x="csX0" y="csY0"/>
                </a:cxn>
                <a:cxn ang="0">
                  <a:pos x="csX1" y="csY1"/>
                </a:cxn>
                <a:cxn ang="0">
                  <a:pos x="csX2" y="csY2"/>
                </a:cxn>
                <a:cxn ang="0">
                  <a:pos x="csX3" y="csY3"/>
                </a:cxn>
                <a:cxn ang="0">
                  <a:pos x="csX4" y="csY4"/>
                </a:cxn>
              </a:cxnLst>
              <a:rect l="l" t="t" r="r" b="b"/>
              <a:pathLst>
                <a:path w="1158236" h="258845">
                  <a:moveTo>
                    <a:pt x="0" y="0"/>
                  </a:moveTo>
                  <a:lnTo>
                    <a:pt x="1158236" y="0"/>
                  </a:lnTo>
                  <a:lnTo>
                    <a:pt x="1158236" y="258845"/>
                  </a:lnTo>
                  <a:lnTo>
                    <a:pt x="0" y="258845"/>
                  </a:lnTo>
                  <a:lnTo>
                    <a:pt x="0" y="0"/>
                  </a:lnTo>
                  <a:close/>
                </a:path>
              </a:pathLst>
            </a:custGeom>
            <a:solidFill>
              <a:schemeClr val="accent4"/>
            </a:solidFill>
            <a:ln>
              <a:no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28448" rIns="49784" bIns="28448" numCol="1" spcCol="1270" anchor="ctr" anchorCtr="0">
              <a:noAutofit/>
            </a:bodyPr>
            <a:lstStyle/>
            <a:p>
              <a:pPr marL="0" lvl="0" indent="0" algn="ctr" defTabSz="311150">
                <a:lnSpc>
                  <a:spcPct val="90000"/>
                </a:lnSpc>
                <a:spcBef>
                  <a:spcPct val="0"/>
                </a:spcBef>
                <a:spcAft>
                  <a:spcPct val="35000"/>
                </a:spcAft>
                <a:buNone/>
              </a:pPr>
              <a:r>
                <a:rPr lang="en-US" sz="900" b="1" kern="1200"/>
                <a:t>Compare Models (stay / leave)</a:t>
              </a:r>
            </a:p>
          </p:txBody>
        </p:sp>
        <p:sp>
          <p:nvSpPr>
            <p:cNvPr id="34" name="Freeform: Shape 33">
              <a:extLst>
                <a:ext uri="{FF2B5EF4-FFF2-40B4-BE49-F238E27FC236}">
                  <a16:creationId xmlns:a16="http://schemas.microsoft.com/office/drawing/2014/main" id="{5B83508E-EEA3-F38A-F413-1BBE9BD46ADD}"/>
                </a:ext>
              </a:extLst>
            </p:cNvPr>
            <p:cNvSpPr/>
            <p:nvPr/>
          </p:nvSpPr>
          <p:spPr>
            <a:xfrm>
              <a:off x="4636378" y="1227346"/>
              <a:ext cx="1158236" cy="1026801"/>
            </a:xfrm>
            <a:custGeom>
              <a:avLst/>
              <a:gdLst>
                <a:gd name="csX0" fmla="*/ 0 w 1158236"/>
                <a:gd name="csY0" fmla="*/ 0 h 1026801"/>
                <a:gd name="csX1" fmla="*/ 1158236 w 1158236"/>
                <a:gd name="csY1" fmla="*/ 0 h 1026801"/>
                <a:gd name="csX2" fmla="*/ 1158236 w 1158236"/>
                <a:gd name="csY2" fmla="*/ 1026801 h 1026801"/>
                <a:gd name="csX3" fmla="*/ 0 w 1158236"/>
                <a:gd name="csY3" fmla="*/ 1026801 h 1026801"/>
                <a:gd name="csX4" fmla="*/ 0 w 1158236"/>
                <a:gd name="csY4" fmla="*/ 0 h 1026801"/>
              </a:gdLst>
              <a:ahLst/>
              <a:cxnLst>
                <a:cxn ang="0">
                  <a:pos x="csX0" y="csY0"/>
                </a:cxn>
                <a:cxn ang="0">
                  <a:pos x="csX1" y="csY1"/>
                </a:cxn>
                <a:cxn ang="0">
                  <a:pos x="csX2" y="csY2"/>
                </a:cxn>
                <a:cxn ang="0">
                  <a:pos x="csX3" y="csY3"/>
                </a:cxn>
                <a:cxn ang="0">
                  <a:pos x="csX4" y="csY4"/>
                </a:cxn>
              </a:cxnLst>
              <a:rect l="l" t="t" r="r" b="b"/>
              <a:pathLst>
                <a:path w="1158236" h="1026801">
                  <a:moveTo>
                    <a:pt x="0" y="0"/>
                  </a:moveTo>
                  <a:lnTo>
                    <a:pt x="1158236" y="0"/>
                  </a:lnTo>
                  <a:lnTo>
                    <a:pt x="1158236" y="1026801"/>
                  </a:lnTo>
                  <a:lnTo>
                    <a:pt x="0" y="1026801"/>
                  </a:lnTo>
                  <a:lnTo>
                    <a:pt x="0" y="0"/>
                  </a:lnTo>
                  <a:close/>
                </a:path>
              </a:pathLst>
            </a:custGeom>
            <a:solidFill>
              <a:schemeClr val="accent4">
                <a:lumMod val="20000"/>
                <a:lumOff val="80000"/>
                <a:alpha val="90000"/>
              </a:schemeClr>
            </a:solidFill>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37338" tIns="37338" rIns="49784" bIns="56007" numCol="1" spcCol="1270" anchor="t" anchorCtr="0">
              <a:noAutofit/>
            </a:bodyPr>
            <a:lstStyle/>
            <a:p>
              <a:pPr marL="57150" lvl="1" indent="-57150" algn="l" defTabSz="311150">
                <a:lnSpc>
                  <a:spcPct val="90000"/>
                </a:lnSpc>
                <a:spcBef>
                  <a:spcPct val="0"/>
                </a:spcBef>
                <a:spcAft>
                  <a:spcPct val="15000"/>
                </a:spcAft>
                <a:buNone/>
              </a:pPr>
              <a:r>
                <a:rPr lang="en-US" sz="900" i="1" kern="1200"/>
                <a:t>What is the best model to use?</a:t>
              </a:r>
            </a:p>
            <a:p>
              <a:pPr marL="57150" lvl="1" indent="-57150" algn="l" defTabSz="311150">
                <a:lnSpc>
                  <a:spcPct val="90000"/>
                </a:lnSpc>
                <a:spcBef>
                  <a:spcPct val="0"/>
                </a:spcBef>
                <a:spcAft>
                  <a:spcPct val="15000"/>
                </a:spcAft>
                <a:buNone/>
              </a:pPr>
              <a:endParaRPr lang="en-US" sz="900" i="1" kern="1200"/>
            </a:p>
            <a:p>
              <a:pPr marL="57150" lvl="1" indent="-57150" algn="l" defTabSz="311150">
                <a:lnSpc>
                  <a:spcPct val="90000"/>
                </a:lnSpc>
                <a:spcBef>
                  <a:spcPct val="0"/>
                </a:spcBef>
                <a:spcAft>
                  <a:spcPct val="15000"/>
                </a:spcAft>
                <a:buChar char="•"/>
              </a:pPr>
              <a:r>
                <a:rPr lang="en-US" sz="900" kern="1200"/>
                <a:t>Ex., test Logistic Regression vs. Decision Tree vs. Random Forest</a:t>
              </a:r>
            </a:p>
          </p:txBody>
        </p:sp>
        <p:sp>
          <p:nvSpPr>
            <p:cNvPr id="35" name="Freeform: Shape 34">
              <a:extLst>
                <a:ext uri="{FF2B5EF4-FFF2-40B4-BE49-F238E27FC236}">
                  <a16:creationId xmlns:a16="http://schemas.microsoft.com/office/drawing/2014/main" id="{EEAB2283-8746-B1F8-6606-DDCFF2389030}"/>
                </a:ext>
              </a:extLst>
            </p:cNvPr>
            <p:cNvSpPr/>
            <p:nvPr/>
          </p:nvSpPr>
          <p:spPr>
            <a:xfrm>
              <a:off x="5956769" y="968500"/>
              <a:ext cx="1158236" cy="258845"/>
            </a:xfrm>
            <a:custGeom>
              <a:avLst/>
              <a:gdLst>
                <a:gd name="csX0" fmla="*/ 0 w 1158236"/>
                <a:gd name="csY0" fmla="*/ 0 h 258845"/>
                <a:gd name="csX1" fmla="*/ 1158236 w 1158236"/>
                <a:gd name="csY1" fmla="*/ 0 h 258845"/>
                <a:gd name="csX2" fmla="*/ 1158236 w 1158236"/>
                <a:gd name="csY2" fmla="*/ 258845 h 258845"/>
                <a:gd name="csX3" fmla="*/ 0 w 1158236"/>
                <a:gd name="csY3" fmla="*/ 258845 h 258845"/>
                <a:gd name="csX4" fmla="*/ 0 w 1158236"/>
                <a:gd name="csY4" fmla="*/ 0 h 258845"/>
              </a:gdLst>
              <a:ahLst/>
              <a:cxnLst>
                <a:cxn ang="0">
                  <a:pos x="csX0" y="csY0"/>
                </a:cxn>
                <a:cxn ang="0">
                  <a:pos x="csX1" y="csY1"/>
                </a:cxn>
                <a:cxn ang="0">
                  <a:pos x="csX2" y="csY2"/>
                </a:cxn>
                <a:cxn ang="0">
                  <a:pos x="csX3" y="csY3"/>
                </a:cxn>
                <a:cxn ang="0">
                  <a:pos x="csX4" y="csY4"/>
                </a:cxn>
              </a:cxnLst>
              <a:rect l="l" t="t" r="r" b="b"/>
              <a:pathLst>
                <a:path w="1158236" h="258845">
                  <a:moveTo>
                    <a:pt x="0" y="0"/>
                  </a:moveTo>
                  <a:lnTo>
                    <a:pt x="1158236" y="0"/>
                  </a:lnTo>
                  <a:lnTo>
                    <a:pt x="1158236" y="258845"/>
                  </a:lnTo>
                  <a:lnTo>
                    <a:pt x="0" y="258845"/>
                  </a:lnTo>
                  <a:lnTo>
                    <a:pt x="0" y="0"/>
                  </a:lnTo>
                  <a:close/>
                </a:path>
              </a:pathLst>
            </a:custGeom>
            <a:solidFill>
              <a:schemeClr val="accent4"/>
            </a:solidFill>
            <a:ln>
              <a:no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28448" rIns="49784" bIns="28448" numCol="1" spcCol="1270" anchor="ctr" anchorCtr="0">
              <a:noAutofit/>
            </a:bodyPr>
            <a:lstStyle/>
            <a:p>
              <a:pPr marL="0" lvl="0" indent="0" algn="ctr" defTabSz="311150">
                <a:lnSpc>
                  <a:spcPct val="90000"/>
                </a:lnSpc>
                <a:spcBef>
                  <a:spcPct val="0"/>
                </a:spcBef>
                <a:spcAft>
                  <a:spcPct val="35000"/>
                </a:spcAft>
                <a:buNone/>
              </a:pPr>
              <a:r>
                <a:rPr lang="en-US" sz="900" b="1" kern="1200"/>
                <a:t>Model Evaluation</a:t>
              </a:r>
            </a:p>
          </p:txBody>
        </p:sp>
        <p:sp>
          <p:nvSpPr>
            <p:cNvPr id="36" name="Freeform: Shape 35">
              <a:extLst>
                <a:ext uri="{FF2B5EF4-FFF2-40B4-BE49-F238E27FC236}">
                  <a16:creationId xmlns:a16="http://schemas.microsoft.com/office/drawing/2014/main" id="{891C710A-ABC4-A268-0917-9489968398C8}"/>
                </a:ext>
              </a:extLst>
            </p:cNvPr>
            <p:cNvSpPr/>
            <p:nvPr/>
          </p:nvSpPr>
          <p:spPr>
            <a:xfrm>
              <a:off x="5956769" y="1227346"/>
              <a:ext cx="1158236" cy="1026801"/>
            </a:xfrm>
            <a:custGeom>
              <a:avLst/>
              <a:gdLst>
                <a:gd name="csX0" fmla="*/ 0 w 1158236"/>
                <a:gd name="csY0" fmla="*/ 0 h 1026801"/>
                <a:gd name="csX1" fmla="*/ 1158236 w 1158236"/>
                <a:gd name="csY1" fmla="*/ 0 h 1026801"/>
                <a:gd name="csX2" fmla="*/ 1158236 w 1158236"/>
                <a:gd name="csY2" fmla="*/ 1026801 h 1026801"/>
                <a:gd name="csX3" fmla="*/ 0 w 1158236"/>
                <a:gd name="csY3" fmla="*/ 1026801 h 1026801"/>
                <a:gd name="csX4" fmla="*/ 0 w 1158236"/>
                <a:gd name="csY4" fmla="*/ 0 h 1026801"/>
              </a:gdLst>
              <a:ahLst/>
              <a:cxnLst>
                <a:cxn ang="0">
                  <a:pos x="csX0" y="csY0"/>
                </a:cxn>
                <a:cxn ang="0">
                  <a:pos x="csX1" y="csY1"/>
                </a:cxn>
                <a:cxn ang="0">
                  <a:pos x="csX2" y="csY2"/>
                </a:cxn>
                <a:cxn ang="0">
                  <a:pos x="csX3" y="csY3"/>
                </a:cxn>
                <a:cxn ang="0">
                  <a:pos x="csX4" y="csY4"/>
                </a:cxn>
              </a:cxnLst>
              <a:rect l="l" t="t" r="r" b="b"/>
              <a:pathLst>
                <a:path w="1158236" h="1026801">
                  <a:moveTo>
                    <a:pt x="0" y="0"/>
                  </a:moveTo>
                  <a:lnTo>
                    <a:pt x="1158236" y="0"/>
                  </a:lnTo>
                  <a:lnTo>
                    <a:pt x="1158236" y="1026801"/>
                  </a:lnTo>
                  <a:lnTo>
                    <a:pt x="0" y="1026801"/>
                  </a:lnTo>
                  <a:lnTo>
                    <a:pt x="0" y="0"/>
                  </a:lnTo>
                  <a:close/>
                </a:path>
              </a:pathLst>
            </a:custGeom>
            <a:solidFill>
              <a:schemeClr val="accent4">
                <a:lumMod val="20000"/>
                <a:lumOff val="80000"/>
                <a:alpha val="90000"/>
              </a:schemeClr>
            </a:solidFill>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37338" tIns="37338" rIns="49784" bIns="56007" numCol="1" spcCol="1270" anchor="t" anchorCtr="0">
              <a:noAutofit/>
            </a:bodyPr>
            <a:lstStyle/>
            <a:p>
              <a:pPr marL="57150" lvl="1" indent="-57150" algn="l" defTabSz="311150">
                <a:lnSpc>
                  <a:spcPct val="90000"/>
                </a:lnSpc>
                <a:spcBef>
                  <a:spcPct val="0"/>
                </a:spcBef>
                <a:spcAft>
                  <a:spcPct val="15000"/>
                </a:spcAft>
                <a:buNone/>
              </a:pPr>
              <a:r>
                <a:rPr lang="en-US" sz="900" b="0" i="1" kern="1200"/>
                <a:t>Can we trust the model? How well does it predict attrition?</a:t>
              </a:r>
            </a:p>
            <a:p>
              <a:pPr marL="57150" lvl="1" indent="-57150" algn="l" defTabSz="311150">
                <a:lnSpc>
                  <a:spcPct val="90000"/>
                </a:lnSpc>
                <a:spcBef>
                  <a:spcPct val="0"/>
                </a:spcBef>
                <a:spcAft>
                  <a:spcPct val="15000"/>
                </a:spcAft>
                <a:buFont typeface="Arial" panose="020B0604020202020204" pitchFamily="34" charset="0"/>
                <a:buNone/>
              </a:pPr>
              <a:r>
                <a:rPr lang="en-US" sz="900" b="0" i="1" kern="1200"/>
                <a:t> </a:t>
              </a:r>
            </a:p>
            <a:p>
              <a:pPr marL="57150" lvl="1" indent="-57150" algn="l" defTabSz="311150">
                <a:lnSpc>
                  <a:spcPct val="90000"/>
                </a:lnSpc>
                <a:spcBef>
                  <a:spcPct val="0"/>
                </a:spcBef>
                <a:spcAft>
                  <a:spcPct val="15000"/>
                </a:spcAft>
                <a:buFont typeface="Arial" panose="020B0604020202020204" pitchFamily="34" charset="0"/>
                <a:buChar char="•"/>
              </a:pPr>
              <a:r>
                <a:rPr lang="en-US" sz="900" b="0" kern="1200"/>
                <a:t>Ex., precision, recall, lift, calibration over accuracy</a:t>
              </a:r>
              <a:endParaRPr lang="en-US" sz="900" b="0" i="1" kern="1200"/>
            </a:p>
          </p:txBody>
        </p:sp>
        <p:sp>
          <p:nvSpPr>
            <p:cNvPr id="37" name="Freeform: Shape 36">
              <a:extLst>
                <a:ext uri="{FF2B5EF4-FFF2-40B4-BE49-F238E27FC236}">
                  <a16:creationId xmlns:a16="http://schemas.microsoft.com/office/drawing/2014/main" id="{C11979F5-0EFE-2F31-AD93-2CED3A3C7C0F}"/>
                </a:ext>
              </a:extLst>
            </p:cNvPr>
            <p:cNvSpPr/>
            <p:nvPr/>
          </p:nvSpPr>
          <p:spPr>
            <a:xfrm>
              <a:off x="7277159" y="968500"/>
              <a:ext cx="1158236" cy="258845"/>
            </a:xfrm>
            <a:custGeom>
              <a:avLst/>
              <a:gdLst>
                <a:gd name="csX0" fmla="*/ 0 w 1158236"/>
                <a:gd name="csY0" fmla="*/ 0 h 258845"/>
                <a:gd name="csX1" fmla="*/ 1158236 w 1158236"/>
                <a:gd name="csY1" fmla="*/ 0 h 258845"/>
                <a:gd name="csX2" fmla="*/ 1158236 w 1158236"/>
                <a:gd name="csY2" fmla="*/ 258845 h 258845"/>
                <a:gd name="csX3" fmla="*/ 0 w 1158236"/>
                <a:gd name="csY3" fmla="*/ 258845 h 258845"/>
                <a:gd name="csX4" fmla="*/ 0 w 1158236"/>
                <a:gd name="csY4" fmla="*/ 0 h 258845"/>
              </a:gdLst>
              <a:ahLst/>
              <a:cxnLst>
                <a:cxn ang="0">
                  <a:pos x="csX0" y="csY0"/>
                </a:cxn>
                <a:cxn ang="0">
                  <a:pos x="csX1" y="csY1"/>
                </a:cxn>
                <a:cxn ang="0">
                  <a:pos x="csX2" y="csY2"/>
                </a:cxn>
                <a:cxn ang="0">
                  <a:pos x="csX3" y="csY3"/>
                </a:cxn>
                <a:cxn ang="0">
                  <a:pos x="csX4" y="csY4"/>
                </a:cxn>
              </a:cxnLst>
              <a:rect l="l" t="t" r="r" b="b"/>
              <a:pathLst>
                <a:path w="1158236" h="258845">
                  <a:moveTo>
                    <a:pt x="0" y="0"/>
                  </a:moveTo>
                  <a:lnTo>
                    <a:pt x="1158236" y="0"/>
                  </a:lnTo>
                  <a:lnTo>
                    <a:pt x="1158236" y="258845"/>
                  </a:lnTo>
                  <a:lnTo>
                    <a:pt x="0" y="258845"/>
                  </a:lnTo>
                  <a:lnTo>
                    <a:pt x="0" y="0"/>
                  </a:lnTo>
                  <a:close/>
                </a:path>
              </a:pathLst>
            </a:custGeom>
            <a:solidFill>
              <a:schemeClr val="accent4"/>
            </a:solidFill>
            <a:ln>
              <a:no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28448" rIns="49784" bIns="28448" numCol="1" spcCol="1270" anchor="ctr" anchorCtr="0">
              <a:noAutofit/>
            </a:bodyPr>
            <a:lstStyle/>
            <a:p>
              <a:pPr marL="0" lvl="0" indent="0" algn="ctr" defTabSz="311150">
                <a:lnSpc>
                  <a:spcPct val="90000"/>
                </a:lnSpc>
                <a:spcBef>
                  <a:spcPct val="0"/>
                </a:spcBef>
                <a:spcAft>
                  <a:spcPct val="35000"/>
                </a:spcAft>
                <a:buNone/>
              </a:pPr>
              <a:r>
                <a:rPr lang="en-US" sz="900" b="1" kern="1200"/>
                <a:t>Interpretability</a:t>
              </a:r>
            </a:p>
          </p:txBody>
        </p:sp>
        <p:sp>
          <p:nvSpPr>
            <p:cNvPr id="38" name="Freeform: Shape 37">
              <a:extLst>
                <a:ext uri="{FF2B5EF4-FFF2-40B4-BE49-F238E27FC236}">
                  <a16:creationId xmlns:a16="http://schemas.microsoft.com/office/drawing/2014/main" id="{650082A6-1958-353E-7199-F7B785813A39}"/>
                </a:ext>
              </a:extLst>
            </p:cNvPr>
            <p:cNvSpPr/>
            <p:nvPr/>
          </p:nvSpPr>
          <p:spPr>
            <a:xfrm>
              <a:off x="7277159" y="1227346"/>
              <a:ext cx="1158236" cy="1026801"/>
            </a:xfrm>
            <a:custGeom>
              <a:avLst/>
              <a:gdLst>
                <a:gd name="csX0" fmla="*/ 0 w 1158236"/>
                <a:gd name="csY0" fmla="*/ 0 h 1026801"/>
                <a:gd name="csX1" fmla="*/ 1158236 w 1158236"/>
                <a:gd name="csY1" fmla="*/ 0 h 1026801"/>
                <a:gd name="csX2" fmla="*/ 1158236 w 1158236"/>
                <a:gd name="csY2" fmla="*/ 1026801 h 1026801"/>
                <a:gd name="csX3" fmla="*/ 0 w 1158236"/>
                <a:gd name="csY3" fmla="*/ 1026801 h 1026801"/>
                <a:gd name="csX4" fmla="*/ 0 w 1158236"/>
                <a:gd name="csY4" fmla="*/ 0 h 1026801"/>
              </a:gdLst>
              <a:ahLst/>
              <a:cxnLst>
                <a:cxn ang="0">
                  <a:pos x="csX0" y="csY0"/>
                </a:cxn>
                <a:cxn ang="0">
                  <a:pos x="csX1" y="csY1"/>
                </a:cxn>
                <a:cxn ang="0">
                  <a:pos x="csX2" y="csY2"/>
                </a:cxn>
                <a:cxn ang="0">
                  <a:pos x="csX3" y="csY3"/>
                </a:cxn>
                <a:cxn ang="0">
                  <a:pos x="csX4" y="csY4"/>
                </a:cxn>
              </a:cxnLst>
              <a:rect l="l" t="t" r="r" b="b"/>
              <a:pathLst>
                <a:path w="1158236" h="1026801">
                  <a:moveTo>
                    <a:pt x="0" y="0"/>
                  </a:moveTo>
                  <a:lnTo>
                    <a:pt x="1158236" y="0"/>
                  </a:lnTo>
                  <a:lnTo>
                    <a:pt x="1158236" y="1026801"/>
                  </a:lnTo>
                  <a:lnTo>
                    <a:pt x="0" y="1026801"/>
                  </a:lnTo>
                  <a:lnTo>
                    <a:pt x="0" y="0"/>
                  </a:lnTo>
                  <a:close/>
                </a:path>
              </a:pathLst>
            </a:custGeom>
            <a:solidFill>
              <a:schemeClr val="accent4">
                <a:lumMod val="20000"/>
                <a:lumOff val="80000"/>
                <a:alpha val="90000"/>
              </a:schemeClr>
            </a:solidFill>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37338" tIns="37338" rIns="49784" bIns="56007" numCol="1" spcCol="1270" anchor="t" anchorCtr="0">
              <a:noAutofit/>
            </a:bodyPr>
            <a:lstStyle/>
            <a:p>
              <a:pPr marL="57150" lvl="1" indent="-57150" algn="l" defTabSz="311150">
                <a:lnSpc>
                  <a:spcPct val="90000"/>
                </a:lnSpc>
                <a:spcBef>
                  <a:spcPct val="0"/>
                </a:spcBef>
                <a:spcAft>
                  <a:spcPct val="15000"/>
                </a:spcAft>
                <a:buNone/>
              </a:pPr>
              <a:r>
                <a:rPr lang="en-US" sz="900" b="0" i="1" kern="1200"/>
                <a:t>Can we explain this model? Where should retention resources be focused? Why is the model making these predictions?</a:t>
              </a:r>
              <a:endParaRPr lang="en-US" sz="900" kern="1200"/>
            </a:p>
            <a:p>
              <a:pPr marL="57150" lvl="1" indent="-57150" algn="l" defTabSz="311150">
                <a:lnSpc>
                  <a:spcPct val="90000"/>
                </a:lnSpc>
                <a:spcBef>
                  <a:spcPct val="0"/>
                </a:spcBef>
                <a:spcAft>
                  <a:spcPct val="15000"/>
                </a:spcAft>
                <a:buNone/>
              </a:pPr>
              <a:endParaRPr lang="en-US" sz="900" b="1" kern="1200"/>
            </a:p>
            <a:p>
              <a:pPr marL="57150" lvl="1" indent="-57150" algn="l" defTabSz="311150">
                <a:lnSpc>
                  <a:spcPct val="90000"/>
                </a:lnSpc>
                <a:spcBef>
                  <a:spcPct val="0"/>
                </a:spcBef>
                <a:spcAft>
                  <a:spcPct val="15000"/>
                </a:spcAft>
                <a:buFont typeface="Arial" panose="020B0604020202020204" pitchFamily="34" charset="0"/>
                <a:buChar char="•"/>
              </a:pPr>
              <a:r>
                <a:rPr lang="en-US" sz="900" b="0" i="0" kern="1200"/>
                <a:t>SHAP: identify and explain which variables influence risk the most</a:t>
              </a:r>
            </a:p>
          </p:txBody>
        </p:sp>
      </p:grpSp>
      <p:graphicFrame>
        <p:nvGraphicFramePr>
          <p:cNvPr id="18" name="Content Placeholder 4">
            <a:extLst>
              <a:ext uri="{FF2B5EF4-FFF2-40B4-BE49-F238E27FC236}">
                <a16:creationId xmlns:a16="http://schemas.microsoft.com/office/drawing/2014/main" id="{05256220-A657-06E0-8E2C-76A078A5C20D}"/>
              </a:ext>
            </a:extLst>
          </p:cNvPr>
          <p:cNvGraphicFramePr>
            <a:graphicFrameLocks/>
          </p:cNvGraphicFramePr>
          <p:nvPr>
            <p:extLst>
              <p:ext uri="{D42A27DB-BD31-4B8C-83A1-F6EECF244321}">
                <p14:modId xmlns:p14="http://schemas.microsoft.com/office/powerpoint/2010/main" val="1377528904"/>
              </p:ext>
            </p:extLst>
          </p:nvPr>
        </p:nvGraphicFramePr>
        <p:xfrm>
          <a:off x="7436243" y="3964429"/>
          <a:ext cx="2819915" cy="1955237"/>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cxnSp>
        <p:nvCxnSpPr>
          <p:cNvPr id="41" name="Straight Connector 40">
            <a:extLst>
              <a:ext uri="{FF2B5EF4-FFF2-40B4-BE49-F238E27FC236}">
                <a16:creationId xmlns:a16="http://schemas.microsoft.com/office/drawing/2014/main" id="{71B1FEF7-D857-0ED6-A434-66CF7DBD01CE}"/>
              </a:ext>
            </a:extLst>
          </p:cNvPr>
          <p:cNvCxnSpPr>
            <a:cxnSpLocks/>
          </p:cNvCxnSpPr>
          <p:nvPr/>
        </p:nvCxnSpPr>
        <p:spPr>
          <a:xfrm>
            <a:off x="1122630" y="1828800"/>
            <a:ext cx="0" cy="561315"/>
          </a:xfrm>
          <a:prstGeom prst="line">
            <a:avLst/>
          </a:prstGeom>
          <a:ln w="28575" cap="rnd">
            <a:solidFill>
              <a:schemeClr val="accent1"/>
            </a:solidFill>
            <a:round/>
            <a:headEnd type="none" w="med" len="sm"/>
            <a:tailEnd type="none" w="sm" len="sm"/>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2A6117A6-1299-E76C-6969-4EE7408B672C}"/>
              </a:ext>
            </a:extLst>
          </p:cNvPr>
          <p:cNvCxnSpPr>
            <a:cxnSpLocks/>
          </p:cNvCxnSpPr>
          <p:nvPr/>
        </p:nvCxnSpPr>
        <p:spPr>
          <a:xfrm>
            <a:off x="5847031" y="1920484"/>
            <a:ext cx="0" cy="544156"/>
          </a:xfrm>
          <a:prstGeom prst="line">
            <a:avLst/>
          </a:prstGeom>
          <a:ln w="28575" cap="rnd">
            <a:solidFill>
              <a:schemeClr val="accent4"/>
            </a:solidFill>
            <a:round/>
            <a:headEnd type="none" w="med" len="sm"/>
            <a:tailEnd type="none" w="sm" len="sm"/>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67903B0-B230-9FB0-2214-842AEC9B08EB}"/>
              </a:ext>
            </a:extLst>
          </p:cNvPr>
          <p:cNvCxnSpPr>
            <a:cxnSpLocks/>
          </p:cNvCxnSpPr>
          <p:nvPr/>
        </p:nvCxnSpPr>
        <p:spPr>
          <a:xfrm>
            <a:off x="3060072" y="3032911"/>
            <a:ext cx="0" cy="931518"/>
          </a:xfrm>
          <a:prstGeom prst="line">
            <a:avLst/>
          </a:prstGeom>
          <a:ln w="28575" cap="rnd">
            <a:solidFill>
              <a:schemeClr val="accent2"/>
            </a:solidFill>
            <a:round/>
            <a:headEnd type="none" w="med" len="sm"/>
            <a:tailEnd type="none" w="sm" len="sm"/>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2B18BF48-AEB9-0093-CB9E-C0D61F0EAD46}"/>
              </a:ext>
            </a:extLst>
          </p:cNvPr>
          <p:cNvCxnSpPr>
            <a:cxnSpLocks/>
          </p:cNvCxnSpPr>
          <p:nvPr/>
        </p:nvCxnSpPr>
        <p:spPr>
          <a:xfrm>
            <a:off x="7706235" y="3156922"/>
            <a:ext cx="0" cy="807507"/>
          </a:xfrm>
          <a:prstGeom prst="line">
            <a:avLst/>
          </a:prstGeom>
          <a:ln w="28575" cap="rnd">
            <a:solidFill>
              <a:schemeClr val="accent5">
                <a:lumMod val="75000"/>
              </a:schemeClr>
            </a:solidFill>
            <a:round/>
            <a:headEnd type="none" w="med" len="sm"/>
            <a:tailEnd type="none" w="sm" len="sm"/>
          </a:ln>
        </p:spPr>
        <p:style>
          <a:lnRef idx="1">
            <a:schemeClr val="accent1"/>
          </a:lnRef>
          <a:fillRef idx="0">
            <a:schemeClr val="accent1"/>
          </a:fillRef>
          <a:effectRef idx="0">
            <a:schemeClr val="accent1"/>
          </a:effectRef>
          <a:fontRef idx="minor">
            <a:schemeClr val="tx1"/>
          </a:fontRef>
        </p:style>
      </p:cxnSp>
      <p:grpSp>
        <p:nvGrpSpPr>
          <p:cNvPr id="53" name="Group 52">
            <a:extLst>
              <a:ext uri="{FF2B5EF4-FFF2-40B4-BE49-F238E27FC236}">
                <a16:creationId xmlns:a16="http://schemas.microsoft.com/office/drawing/2014/main" id="{9F7CAF02-478F-EFBD-6D21-E0A087FCA62D}"/>
              </a:ext>
            </a:extLst>
          </p:cNvPr>
          <p:cNvGrpSpPr/>
          <p:nvPr/>
        </p:nvGrpSpPr>
        <p:grpSpPr>
          <a:xfrm>
            <a:off x="9811344" y="211504"/>
            <a:ext cx="1906772" cy="1659060"/>
            <a:chOff x="9811344" y="211504"/>
            <a:chExt cx="1906772" cy="1659060"/>
          </a:xfrm>
          <a:solidFill>
            <a:schemeClr val="accent6"/>
          </a:solidFill>
        </p:grpSpPr>
        <p:sp>
          <p:nvSpPr>
            <p:cNvPr id="54" name="Freeform: Shape 53">
              <a:extLst>
                <a:ext uri="{FF2B5EF4-FFF2-40B4-BE49-F238E27FC236}">
                  <a16:creationId xmlns:a16="http://schemas.microsoft.com/office/drawing/2014/main" id="{907B9061-9DBC-8D54-1F0C-09B7E8A901E3}"/>
                </a:ext>
              </a:extLst>
            </p:cNvPr>
            <p:cNvSpPr/>
            <p:nvPr/>
          </p:nvSpPr>
          <p:spPr>
            <a:xfrm>
              <a:off x="9811344" y="211504"/>
              <a:ext cx="1906772" cy="374400"/>
            </a:xfrm>
            <a:custGeom>
              <a:avLst/>
              <a:gdLst>
                <a:gd name="csX0" fmla="*/ 0 w 1906772"/>
                <a:gd name="csY0" fmla="*/ 0 h 374400"/>
                <a:gd name="csX1" fmla="*/ 1906772 w 1906772"/>
                <a:gd name="csY1" fmla="*/ 0 h 374400"/>
                <a:gd name="csX2" fmla="*/ 1906772 w 1906772"/>
                <a:gd name="csY2" fmla="*/ 374400 h 374400"/>
                <a:gd name="csX3" fmla="*/ 0 w 1906772"/>
                <a:gd name="csY3" fmla="*/ 374400 h 374400"/>
                <a:gd name="csX4" fmla="*/ 0 w 1906772"/>
                <a:gd name="csY4" fmla="*/ 0 h 374400"/>
              </a:gdLst>
              <a:ahLst/>
              <a:cxnLst>
                <a:cxn ang="0">
                  <a:pos x="csX0" y="csY0"/>
                </a:cxn>
                <a:cxn ang="0">
                  <a:pos x="csX1" y="csY1"/>
                </a:cxn>
                <a:cxn ang="0">
                  <a:pos x="csX2" y="csY2"/>
                </a:cxn>
                <a:cxn ang="0">
                  <a:pos x="csX3" y="csY3"/>
                </a:cxn>
                <a:cxn ang="0">
                  <a:pos x="csX4" y="csY4"/>
                </a:cxn>
              </a:cxnLst>
              <a:rect l="l" t="t" r="r" b="b"/>
              <a:pathLst>
                <a:path w="1906772" h="374400">
                  <a:moveTo>
                    <a:pt x="0" y="0"/>
                  </a:moveTo>
                  <a:lnTo>
                    <a:pt x="1906772" y="0"/>
                  </a:lnTo>
                  <a:lnTo>
                    <a:pt x="1906772" y="374400"/>
                  </a:lnTo>
                  <a:lnTo>
                    <a:pt x="0" y="374400"/>
                  </a:lnTo>
                  <a:lnTo>
                    <a:pt x="0" y="0"/>
                  </a:lnTo>
                  <a:close/>
                </a:path>
              </a:pathLst>
            </a:custGeom>
            <a:grpFill/>
            <a:ln>
              <a:no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2456" tIns="52832" rIns="92456" bIns="52832" numCol="1" spcCol="1270" anchor="ctr" anchorCtr="0">
              <a:noAutofit/>
            </a:bodyPr>
            <a:lstStyle/>
            <a:p>
              <a:pPr marL="0" lvl="0" indent="0" algn="ctr" defTabSz="577850">
                <a:lnSpc>
                  <a:spcPct val="90000"/>
                </a:lnSpc>
                <a:spcBef>
                  <a:spcPct val="0"/>
                </a:spcBef>
                <a:spcAft>
                  <a:spcPct val="35000"/>
                </a:spcAft>
                <a:buNone/>
              </a:pPr>
              <a:r>
                <a:rPr lang="en-US" sz="900" b="1" kern="1200">
                  <a:solidFill>
                    <a:schemeClr val="tx1"/>
                  </a:solidFill>
                </a:rPr>
                <a:t>Enhance &amp; Improve</a:t>
              </a:r>
            </a:p>
          </p:txBody>
        </p:sp>
        <p:sp>
          <p:nvSpPr>
            <p:cNvPr id="55" name="Freeform: Shape 54">
              <a:extLst>
                <a:ext uri="{FF2B5EF4-FFF2-40B4-BE49-F238E27FC236}">
                  <a16:creationId xmlns:a16="http://schemas.microsoft.com/office/drawing/2014/main" id="{1DCA83F7-F58C-9945-602F-7878A70341CB}"/>
                </a:ext>
              </a:extLst>
            </p:cNvPr>
            <p:cNvSpPr/>
            <p:nvPr/>
          </p:nvSpPr>
          <p:spPr>
            <a:xfrm>
              <a:off x="9811344" y="585904"/>
              <a:ext cx="1906772" cy="1284660"/>
            </a:xfrm>
            <a:custGeom>
              <a:avLst/>
              <a:gdLst>
                <a:gd name="csX0" fmla="*/ 0 w 1906772"/>
                <a:gd name="csY0" fmla="*/ 0 h 1284660"/>
                <a:gd name="csX1" fmla="*/ 1906772 w 1906772"/>
                <a:gd name="csY1" fmla="*/ 0 h 1284660"/>
                <a:gd name="csX2" fmla="*/ 1906772 w 1906772"/>
                <a:gd name="csY2" fmla="*/ 1284660 h 1284660"/>
                <a:gd name="csX3" fmla="*/ 0 w 1906772"/>
                <a:gd name="csY3" fmla="*/ 1284660 h 1284660"/>
                <a:gd name="csX4" fmla="*/ 0 w 1906772"/>
                <a:gd name="csY4" fmla="*/ 0 h 1284660"/>
              </a:gdLst>
              <a:ahLst/>
              <a:cxnLst>
                <a:cxn ang="0">
                  <a:pos x="csX0" y="csY0"/>
                </a:cxn>
                <a:cxn ang="0">
                  <a:pos x="csX1" y="csY1"/>
                </a:cxn>
                <a:cxn ang="0">
                  <a:pos x="csX2" y="csY2"/>
                </a:cxn>
                <a:cxn ang="0">
                  <a:pos x="csX3" y="csY3"/>
                </a:cxn>
                <a:cxn ang="0">
                  <a:pos x="csX4" y="csY4"/>
                </a:cxn>
              </a:cxnLst>
              <a:rect l="l" t="t" r="r" b="b"/>
              <a:pathLst>
                <a:path w="1906772" h="1284660">
                  <a:moveTo>
                    <a:pt x="0" y="0"/>
                  </a:moveTo>
                  <a:lnTo>
                    <a:pt x="1906772" y="0"/>
                  </a:lnTo>
                  <a:lnTo>
                    <a:pt x="1906772" y="1284660"/>
                  </a:lnTo>
                  <a:lnTo>
                    <a:pt x="0" y="1284660"/>
                  </a:lnTo>
                  <a:lnTo>
                    <a:pt x="0" y="0"/>
                  </a:lnTo>
                  <a:close/>
                </a:path>
              </a:pathLst>
            </a:custGeom>
            <a:solidFill>
              <a:schemeClr val="bg1"/>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69342" tIns="69342" rIns="92456" bIns="104013" numCol="1" spcCol="1270" anchor="t" anchorCtr="0">
              <a:noAutofit/>
            </a:bodyPr>
            <a:lstStyle/>
            <a:p>
              <a:pPr marL="114300" lvl="1" indent="-114300" algn="l" defTabSz="577850">
                <a:lnSpc>
                  <a:spcPct val="90000"/>
                </a:lnSpc>
                <a:spcBef>
                  <a:spcPct val="0"/>
                </a:spcBef>
                <a:spcAft>
                  <a:spcPct val="15000"/>
                </a:spcAft>
                <a:buNone/>
              </a:pPr>
              <a:r>
                <a:rPr lang="en-US" sz="900" i="1" kern="1200"/>
                <a:t>How well is the current solution fitting the need? What other variables should we include to make the model more precise? </a:t>
              </a:r>
            </a:p>
          </p:txBody>
        </p:sp>
      </p:grpSp>
      <p:cxnSp>
        <p:nvCxnSpPr>
          <p:cNvPr id="56" name="Straight Connector 55">
            <a:extLst>
              <a:ext uri="{FF2B5EF4-FFF2-40B4-BE49-F238E27FC236}">
                <a16:creationId xmlns:a16="http://schemas.microsoft.com/office/drawing/2014/main" id="{E75A1313-92A7-F04A-4A27-543E7E06560B}"/>
              </a:ext>
            </a:extLst>
          </p:cNvPr>
          <p:cNvCxnSpPr>
            <a:cxnSpLocks/>
          </p:cNvCxnSpPr>
          <p:nvPr/>
        </p:nvCxnSpPr>
        <p:spPr>
          <a:xfrm>
            <a:off x="10764730" y="1870564"/>
            <a:ext cx="0" cy="519551"/>
          </a:xfrm>
          <a:prstGeom prst="line">
            <a:avLst/>
          </a:prstGeom>
          <a:ln w="28575" cap="rnd">
            <a:solidFill>
              <a:schemeClr val="accent6"/>
            </a:solidFill>
            <a:round/>
            <a:headEnd type="none" w="med" len="sm"/>
            <a:tailEnd type="none" w="sm"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0401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C9BC2-90D9-F459-9EA4-C15465041FB5}"/>
              </a:ext>
            </a:extLst>
          </p:cNvPr>
          <p:cNvSpPr>
            <a:spLocks noGrp="1"/>
          </p:cNvSpPr>
          <p:nvPr>
            <p:ph type="title"/>
          </p:nvPr>
        </p:nvSpPr>
        <p:spPr/>
        <p:txBody>
          <a:bodyPr/>
          <a:lstStyle/>
          <a:p>
            <a:r>
              <a:rPr lang="en-US"/>
              <a:t>Notes (Brigitte)</a:t>
            </a:r>
          </a:p>
        </p:txBody>
      </p:sp>
      <p:sp>
        <p:nvSpPr>
          <p:cNvPr id="3" name="Content Placeholder 2">
            <a:extLst>
              <a:ext uri="{FF2B5EF4-FFF2-40B4-BE49-F238E27FC236}">
                <a16:creationId xmlns:a16="http://schemas.microsoft.com/office/drawing/2014/main" id="{03F40CF0-2008-DF14-EC03-06E51899AF3E}"/>
              </a:ext>
            </a:extLst>
          </p:cNvPr>
          <p:cNvSpPr>
            <a:spLocks noGrp="1"/>
          </p:cNvSpPr>
          <p:nvPr>
            <p:ph idx="1"/>
          </p:nvPr>
        </p:nvSpPr>
        <p:spPr/>
        <p:txBody>
          <a:bodyPr/>
          <a:lstStyle/>
          <a:p>
            <a:r>
              <a:rPr lang="en-US"/>
              <a:t>Create “snapshots”</a:t>
            </a:r>
          </a:p>
          <a:p>
            <a:pPr lvl="1"/>
            <a:r>
              <a:rPr lang="en-US"/>
              <a:t>Ex., select 20 fields</a:t>
            </a:r>
          </a:p>
          <a:p>
            <a:pPr lvl="2"/>
            <a:r>
              <a:rPr lang="en-US"/>
              <a:t>What does this person look like in Jan 2026? Outcome: Still here in April Y/N </a:t>
            </a:r>
          </a:p>
          <a:p>
            <a:pPr lvl="2"/>
            <a:r>
              <a:rPr lang="en-US"/>
              <a:t>(Jan – March = one snapshot; Feb – April = second snapshot, etc.)</a:t>
            </a:r>
          </a:p>
          <a:p>
            <a:pPr lvl="1"/>
            <a:r>
              <a:rPr lang="en-US"/>
              <a:t>With low attrition, you need more snapshots (like bootstrapping) to pick up on small effect patterns</a:t>
            </a:r>
          </a:p>
          <a:p>
            <a:pPr lvl="1"/>
            <a:r>
              <a:rPr lang="en-US"/>
              <a:t>H2O package for Python could be useful</a:t>
            </a:r>
          </a:p>
          <a:p>
            <a:pPr lvl="1"/>
            <a:endParaRPr lang="en-US"/>
          </a:p>
          <a:p>
            <a:r>
              <a:rPr lang="en-US"/>
              <a:t>Process:</a:t>
            </a:r>
          </a:p>
          <a:p>
            <a:pPr marL="608013" lvl="1" indent="-342900">
              <a:buAutoNum type="arabicPeriod"/>
            </a:pPr>
            <a:r>
              <a:rPr lang="en-US"/>
              <a:t>Identify ideal list of variables</a:t>
            </a:r>
          </a:p>
          <a:p>
            <a:pPr marL="608013" lvl="1" indent="-342900">
              <a:buAutoNum type="arabicPeriod"/>
            </a:pPr>
            <a:r>
              <a:rPr lang="en-US"/>
              <a:t>Rank in terms of viability / accessibility of data</a:t>
            </a:r>
          </a:p>
          <a:p>
            <a:pPr lvl="1"/>
            <a:endParaRPr lang="en-US"/>
          </a:p>
        </p:txBody>
      </p:sp>
      <p:sp>
        <p:nvSpPr>
          <p:cNvPr id="4" name="Text Placeholder 3">
            <a:extLst>
              <a:ext uri="{FF2B5EF4-FFF2-40B4-BE49-F238E27FC236}">
                <a16:creationId xmlns:a16="http://schemas.microsoft.com/office/drawing/2014/main" id="{895E7B95-9A6F-D0D9-2174-382F27A0A5F6}"/>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3374409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41838-3743-124A-3487-C2FFAA1C559F}"/>
              </a:ext>
            </a:extLst>
          </p:cNvPr>
          <p:cNvSpPr>
            <a:spLocks noGrp="1"/>
          </p:cNvSpPr>
          <p:nvPr>
            <p:ph type="title"/>
          </p:nvPr>
        </p:nvSpPr>
        <p:spPr/>
        <p:txBody>
          <a:bodyPr/>
          <a:lstStyle/>
          <a:p>
            <a:r>
              <a:rPr lang="en-US"/>
              <a:t>Notes (Bhavya)</a:t>
            </a:r>
          </a:p>
        </p:txBody>
      </p:sp>
      <p:sp>
        <p:nvSpPr>
          <p:cNvPr id="3" name="Content Placeholder 2">
            <a:extLst>
              <a:ext uri="{FF2B5EF4-FFF2-40B4-BE49-F238E27FC236}">
                <a16:creationId xmlns:a16="http://schemas.microsoft.com/office/drawing/2014/main" id="{8A7B9378-15BB-9D4F-9857-711970C0A855}"/>
              </a:ext>
            </a:extLst>
          </p:cNvPr>
          <p:cNvSpPr>
            <a:spLocks noGrp="1"/>
          </p:cNvSpPr>
          <p:nvPr>
            <p:ph idx="1"/>
          </p:nvPr>
        </p:nvSpPr>
        <p:spPr>
          <a:xfrm>
            <a:off x="497677" y="1245477"/>
            <a:ext cx="11170152" cy="5106989"/>
          </a:xfrm>
        </p:spPr>
        <p:txBody>
          <a:bodyPr/>
          <a:lstStyle/>
          <a:p>
            <a:pPr marL="457200" indent="-457200">
              <a:buAutoNum type="arabicPeriod"/>
            </a:pPr>
            <a:r>
              <a:rPr lang="en-US"/>
              <a:t>Define problem statement, assumptions, and constraints that are being taken into account</a:t>
            </a:r>
          </a:p>
          <a:p>
            <a:pPr marL="230188" lvl="1" indent="0">
              <a:buNone/>
            </a:pPr>
            <a:r>
              <a:rPr lang="en-US"/>
              <a:t>Ex. Calculating probability of attrition at ____level in ____ months. (unit of analysis and time horizon)</a:t>
            </a:r>
          </a:p>
          <a:p>
            <a:pPr marL="230188" lvl="1" indent="0">
              <a:buNone/>
            </a:pPr>
            <a:endParaRPr lang="en-US"/>
          </a:p>
          <a:p>
            <a:pPr marL="230188" lvl="1" indent="0">
              <a:buNone/>
            </a:pPr>
            <a:r>
              <a:rPr lang="en-US"/>
              <a:t>Constraints: data points willing to consider</a:t>
            </a:r>
          </a:p>
          <a:p>
            <a:pPr marL="515938" lvl="1" indent="-285750">
              <a:buFontTx/>
              <a:buChar char="-"/>
            </a:pPr>
            <a:r>
              <a:rPr lang="en-US"/>
              <a:t>Using employee data</a:t>
            </a:r>
          </a:p>
          <a:p>
            <a:pPr marL="515938" lvl="1" indent="-285750">
              <a:buFontTx/>
              <a:buChar char="-"/>
            </a:pPr>
            <a:r>
              <a:rPr lang="en-US"/>
              <a:t>Relative compensation (percentile) – not raw compensation</a:t>
            </a:r>
          </a:p>
          <a:p>
            <a:pPr marL="515938" lvl="1" indent="-285750">
              <a:buFontTx/>
              <a:buChar char="-"/>
            </a:pPr>
            <a:r>
              <a:rPr lang="en-US"/>
              <a:t>Sentiment data only 1 time per year</a:t>
            </a:r>
          </a:p>
          <a:p>
            <a:pPr marL="515938" lvl="1" indent="-285750">
              <a:buFontTx/>
              <a:buChar char="-"/>
            </a:pPr>
            <a:r>
              <a:rPr lang="en-US"/>
              <a:t>[do we have a data element that is predictive of monthly changes? Ex. Number of internal applications]</a:t>
            </a:r>
          </a:p>
          <a:p>
            <a:pPr marL="515938" lvl="1" indent="-285750">
              <a:buFontTx/>
              <a:buChar char="-"/>
            </a:pPr>
            <a:r>
              <a:rPr lang="en-US"/>
              <a:t>Availability of missing data</a:t>
            </a:r>
          </a:p>
          <a:p>
            <a:pPr marL="515938" lvl="1" indent="-285750">
              <a:buFontTx/>
              <a:buChar char="-"/>
            </a:pPr>
            <a:r>
              <a:rPr lang="en-US"/>
              <a:t>Certainty of missing data</a:t>
            </a:r>
          </a:p>
          <a:p>
            <a:pPr marL="230188" lvl="1" indent="0">
              <a:buNone/>
            </a:pPr>
            <a:endParaRPr lang="en-US"/>
          </a:p>
          <a:p>
            <a:pPr marL="230188" lvl="1" indent="0">
              <a:buNone/>
            </a:pPr>
            <a:r>
              <a:rPr lang="en-US"/>
              <a:t>Assumptions:</a:t>
            </a:r>
          </a:p>
          <a:p>
            <a:pPr marL="515938" lvl="1" indent="-285750">
              <a:buFontTx/>
              <a:buChar char="-"/>
            </a:pPr>
            <a:r>
              <a:rPr lang="en-US"/>
              <a:t>How to take care of constraints</a:t>
            </a:r>
          </a:p>
          <a:p>
            <a:pPr marL="515938" lvl="1" indent="-285750">
              <a:buFontTx/>
              <a:buChar char="-"/>
            </a:pPr>
            <a:r>
              <a:rPr lang="en-US"/>
              <a:t>Ex., </a:t>
            </a:r>
            <a:r>
              <a:rPr lang="en-US" err="1"/>
              <a:t>Qvoice</a:t>
            </a:r>
            <a:r>
              <a:rPr lang="en-US"/>
              <a:t> – only 2-3 items will be useful</a:t>
            </a:r>
          </a:p>
          <a:p>
            <a:pPr marL="515938" lvl="1" indent="-285750">
              <a:buFontTx/>
              <a:buChar char="-"/>
            </a:pPr>
            <a:r>
              <a:rPr lang="en-US"/>
              <a:t>Ex., Relative compensation is good enough</a:t>
            </a:r>
          </a:p>
          <a:p>
            <a:pPr marL="515938" lvl="1" indent="-285750">
              <a:buFontTx/>
              <a:buChar char="-"/>
            </a:pPr>
            <a:r>
              <a:rPr lang="en-US"/>
              <a:t>Ex., Look at attrition by year because that is the data we have</a:t>
            </a:r>
          </a:p>
        </p:txBody>
      </p:sp>
      <p:sp>
        <p:nvSpPr>
          <p:cNvPr id="6" name="Content Placeholder 2">
            <a:extLst>
              <a:ext uri="{FF2B5EF4-FFF2-40B4-BE49-F238E27FC236}">
                <a16:creationId xmlns:a16="http://schemas.microsoft.com/office/drawing/2014/main" id="{D1A06C6B-B4BC-0E1F-5695-4ED18890CE17}"/>
              </a:ext>
            </a:extLst>
          </p:cNvPr>
          <p:cNvSpPr txBox="1">
            <a:spLocks/>
          </p:cNvSpPr>
          <p:nvPr/>
        </p:nvSpPr>
        <p:spPr>
          <a:xfrm>
            <a:off x="7924800" y="4506533"/>
            <a:ext cx="4163439" cy="828352"/>
          </a:xfrm>
          <a:prstGeom prst="rect">
            <a:avLst/>
          </a:prstGeom>
        </p:spPr>
        <p:txBody>
          <a:bodyPr vert="horz" lIns="0" tIns="0" rIns="0" bIns="0" rtlCol="0">
            <a:noAutofit/>
          </a:bodyPr>
          <a:lstStyle>
            <a:lvl1pPr marL="171450" indent="-171450" algn="l" defTabSz="914400" rtl="0" eaLnBrk="1" latinLnBrk="0" hangingPunct="1">
              <a:lnSpc>
                <a:spcPct val="95000"/>
              </a:lnSpc>
              <a:spcBef>
                <a:spcPts val="900"/>
              </a:spcBef>
              <a:spcAft>
                <a:spcPts val="300"/>
              </a:spcAft>
              <a:buClrTx/>
              <a:buFont typeface="Arial" panose="020B0604020202020204" pitchFamily="34" charset="0"/>
              <a:buChar char="•"/>
              <a:defRPr sz="2200" kern="1200" baseline="0">
                <a:solidFill>
                  <a:schemeClr val="tx2"/>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r>
              <a:rPr lang="en-US" sz="1600"/>
              <a:t>Can test around 200 variables but ultimately there will be 10-12 variables with outsized impact; the rest will be fringe / little importance</a:t>
            </a:r>
          </a:p>
          <a:p>
            <a:r>
              <a:rPr lang="en-US" sz="1600"/>
              <a:t>Can use variable reduction techniques</a:t>
            </a:r>
          </a:p>
        </p:txBody>
      </p:sp>
    </p:spTree>
    <p:extLst>
      <p:ext uri="{BB962C8B-B14F-4D97-AF65-F5344CB8AC3E}">
        <p14:creationId xmlns:p14="http://schemas.microsoft.com/office/powerpoint/2010/main" val="306208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9EEFB-7D21-0BB2-694A-A6470FA920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56DC01-FA31-8735-82E0-1249FA523B12}"/>
              </a:ext>
            </a:extLst>
          </p:cNvPr>
          <p:cNvSpPr>
            <a:spLocks noGrp="1"/>
          </p:cNvSpPr>
          <p:nvPr>
            <p:ph type="title"/>
          </p:nvPr>
        </p:nvSpPr>
        <p:spPr/>
        <p:txBody>
          <a:bodyPr/>
          <a:lstStyle/>
          <a:p>
            <a:r>
              <a:rPr lang="en-US"/>
              <a:t>Notes (Bhavya)</a:t>
            </a:r>
          </a:p>
        </p:txBody>
      </p:sp>
      <p:sp>
        <p:nvSpPr>
          <p:cNvPr id="3" name="Content Placeholder 2">
            <a:extLst>
              <a:ext uri="{FF2B5EF4-FFF2-40B4-BE49-F238E27FC236}">
                <a16:creationId xmlns:a16="http://schemas.microsoft.com/office/drawing/2014/main" id="{0CCC69FE-54D1-BA54-D8E1-573F44200744}"/>
              </a:ext>
            </a:extLst>
          </p:cNvPr>
          <p:cNvSpPr>
            <a:spLocks noGrp="1"/>
          </p:cNvSpPr>
          <p:nvPr>
            <p:ph idx="1"/>
          </p:nvPr>
        </p:nvSpPr>
        <p:spPr>
          <a:xfrm>
            <a:off x="515936" y="1175561"/>
            <a:ext cx="11160126" cy="1376297"/>
          </a:xfrm>
        </p:spPr>
        <p:txBody>
          <a:bodyPr/>
          <a:lstStyle/>
          <a:p>
            <a:r>
              <a:rPr lang="en-US"/>
              <a:t>External data / incorporating pull factors into model</a:t>
            </a:r>
          </a:p>
          <a:p>
            <a:pPr lvl="1"/>
            <a:r>
              <a:rPr lang="en-US"/>
              <a:t>This is a project in and of itself</a:t>
            </a:r>
          </a:p>
          <a:p>
            <a:pPr lvl="1"/>
            <a:r>
              <a:rPr lang="en-US"/>
              <a:t>Have to map past quarter external data to employee &amp; skillset</a:t>
            </a:r>
          </a:p>
          <a:p>
            <a:pPr lvl="1"/>
            <a:r>
              <a:rPr lang="en-US"/>
              <a:t>More likely to be worth it / manageable if we use only critical tech job families and want to do quarterly</a:t>
            </a:r>
          </a:p>
        </p:txBody>
      </p:sp>
      <p:sp>
        <p:nvSpPr>
          <p:cNvPr id="5" name="Content Placeholder 2">
            <a:extLst>
              <a:ext uri="{FF2B5EF4-FFF2-40B4-BE49-F238E27FC236}">
                <a16:creationId xmlns:a16="http://schemas.microsoft.com/office/drawing/2014/main" id="{89377DD1-EEA6-C0B8-CD74-13064FAF45A9}"/>
              </a:ext>
            </a:extLst>
          </p:cNvPr>
          <p:cNvSpPr txBox="1">
            <a:spLocks/>
          </p:cNvSpPr>
          <p:nvPr/>
        </p:nvSpPr>
        <p:spPr>
          <a:xfrm>
            <a:off x="515936" y="2501780"/>
            <a:ext cx="11160126" cy="1376297"/>
          </a:xfrm>
          <a:prstGeom prst="rect">
            <a:avLst/>
          </a:prstGeom>
        </p:spPr>
        <p:txBody>
          <a:bodyPr vert="horz" lIns="0" tIns="0" rIns="0" bIns="0" rtlCol="0">
            <a:noAutofit/>
          </a:bodyPr>
          <a:lstStyle>
            <a:lvl1pPr marL="171450" indent="-171450" algn="l" defTabSz="914400" rtl="0" eaLnBrk="1" latinLnBrk="0" hangingPunct="1">
              <a:lnSpc>
                <a:spcPct val="95000"/>
              </a:lnSpc>
              <a:spcBef>
                <a:spcPts val="900"/>
              </a:spcBef>
              <a:spcAft>
                <a:spcPts val="300"/>
              </a:spcAft>
              <a:buClrTx/>
              <a:buFont typeface="Arial" panose="020B0604020202020204" pitchFamily="34" charset="0"/>
              <a:buChar char="•"/>
              <a:defRPr sz="2200" kern="1200" baseline="0">
                <a:solidFill>
                  <a:schemeClr val="tx2"/>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r>
              <a:rPr lang="en-US"/>
              <a:t>Defending the model: document research and reasoning</a:t>
            </a:r>
          </a:p>
          <a:p>
            <a:pPr marL="525463" lvl="1" indent="-342900">
              <a:buAutoNum type="arabicPeriod"/>
            </a:pPr>
            <a:r>
              <a:rPr lang="en-US"/>
              <a:t>Base model – recall and precision</a:t>
            </a:r>
          </a:p>
          <a:p>
            <a:pPr marL="525463" lvl="1" indent="-342900">
              <a:buAutoNum type="arabicPeriod"/>
            </a:pPr>
            <a:r>
              <a:rPr lang="en-US"/>
              <a:t>Challenger model – is it better or worse than base?</a:t>
            </a:r>
          </a:p>
          <a:p>
            <a:pPr marL="525463" lvl="1" indent="-342900">
              <a:buAutoNum type="arabicPeriod"/>
            </a:pPr>
            <a:r>
              <a:rPr lang="en-US"/>
              <a:t>Champion model – consider this for deployment</a:t>
            </a:r>
          </a:p>
          <a:p>
            <a:pPr marL="604838" lvl="2" indent="-285750">
              <a:buFontTx/>
              <a:buChar char="-"/>
            </a:pPr>
            <a:r>
              <a:rPr lang="en-US"/>
              <a:t>Best recall and precision, KS stat, ability to discriminate between attrite or not attrite</a:t>
            </a:r>
          </a:p>
          <a:p>
            <a:pPr marL="604838" lvl="2" indent="-285750">
              <a:buFontTx/>
              <a:buChar char="-"/>
            </a:pPr>
            <a:r>
              <a:rPr lang="en-US"/>
              <a:t>Can test with recall and precision of percentile distribution and decile distribution</a:t>
            </a:r>
          </a:p>
          <a:p>
            <a:pPr marL="604838" lvl="2" indent="-285750">
              <a:buFontTx/>
              <a:buChar char="-"/>
            </a:pPr>
            <a:r>
              <a:rPr lang="en-US"/>
              <a:t>Can change things within base model (ex., parameters, features, etc.) for another option of a model</a:t>
            </a:r>
          </a:p>
          <a:p>
            <a:pPr marL="319088" lvl="2" indent="0">
              <a:buNone/>
            </a:pPr>
            <a:endParaRPr lang="en-US"/>
          </a:p>
          <a:p>
            <a:pPr marL="604838" lvl="2" indent="-285750">
              <a:buFontTx/>
              <a:buChar char="-"/>
            </a:pPr>
            <a:endParaRPr lang="en-US"/>
          </a:p>
          <a:p>
            <a:pPr marL="661988" lvl="2" indent="-342900">
              <a:buAutoNum type="arabicPeriod"/>
            </a:pPr>
            <a:endParaRPr lang="en-US"/>
          </a:p>
          <a:p>
            <a:pPr lvl="1"/>
            <a:endParaRPr lang="en-US"/>
          </a:p>
        </p:txBody>
      </p:sp>
      <p:sp>
        <p:nvSpPr>
          <p:cNvPr id="7" name="Content Placeholder 2">
            <a:extLst>
              <a:ext uri="{FF2B5EF4-FFF2-40B4-BE49-F238E27FC236}">
                <a16:creationId xmlns:a16="http://schemas.microsoft.com/office/drawing/2014/main" id="{852C72CC-173A-36A5-6435-D270D83126D5}"/>
              </a:ext>
            </a:extLst>
          </p:cNvPr>
          <p:cNvSpPr txBox="1">
            <a:spLocks/>
          </p:cNvSpPr>
          <p:nvPr/>
        </p:nvSpPr>
        <p:spPr>
          <a:xfrm>
            <a:off x="515936" y="4575243"/>
            <a:ext cx="11160126" cy="852792"/>
          </a:xfrm>
          <a:prstGeom prst="rect">
            <a:avLst/>
          </a:prstGeom>
        </p:spPr>
        <p:txBody>
          <a:bodyPr vert="horz" lIns="0" tIns="0" rIns="0" bIns="0" rtlCol="0">
            <a:noAutofit/>
          </a:bodyPr>
          <a:lstStyle>
            <a:lvl1pPr marL="171450" indent="-171450" algn="l" defTabSz="914400" rtl="0" eaLnBrk="1" latinLnBrk="0" hangingPunct="1">
              <a:lnSpc>
                <a:spcPct val="95000"/>
              </a:lnSpc>
              <a:spcBef>
                <a:spcPts val="900"/>
              </a:spcBef>
              <a:spcAft>
                <a:spcPts val="300"/>
              </a:spcAft>
              <a:buClrTx/>
              <a:buFont typeface="Arial" panose="020B0604020202020204" pitchFamily="34" charset="0"/>
              <a:buChar char="•"/>
              <a:defRPr sz="2200" kern="1200" baseline="0">
                <a:solidFill>
                  <a:schemeClr val="tx2"/>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r>
              <a:rPr lang="en-US"/>
              <a:t>Model maintenance</a:t>
            </a:r>
          </a:p>
          <a:p>
            <a:pPr lvl="1"/>
            <a:r>
              <a:rPr lang="en-US"/>
              <a:t>Quarterly model: check for drift every 6 months, document changes</a:t>
            </a:r>
          </a:p>
          <a:p>
            <a:pPr marL="661988" lvl="2" indent="-342900">
              <a:buAutoNum type="arabicPeriod"/>
            </a:pPr>
            <a:endParaRPr lang="en-US"/>
          </a:p>
          <a:p>
            <a:pPr lvl="1"/>
            <a:endParaRPr lang="en-US"/>
          </a:p>
        </p:txBody>
      </p:sp>
      <p:sp>
        <p:nvSpPr>
          <p:cNvPr id="9" name="Content Placeholder 2">
            <a:extLst>
              <a:ext uri="{FF2B5EF4-FFF2-40B4-BE49-F238E27FC236}">
                <a16:creationId xmlns:a16="http://schemas.microsoft.com/office/drawing/2014/main" id="{E1BF558F-BCE3-8F69-C990-F0A9E0F6850F}"/>
              </a:ext>
            </a:extLst>
          </p:cNvPr>
          <p:cNvSpPr txBox="1">
            <a:spLocks/>
          </p:cNvSpPr>
          <p:nvPr/>
        </p:nvSpPr>
        <p:spPr>
          <a:xfrm>
            <a:off x="515936" y="5428035"/>
            <a:ext cx="11160126" cy="852792"/>
          </a:xfrm>
          <a:prstGeom prst="rect">
            <a:avLst/>
          </a:prstGeom>
        </p:spPr>
        <p:txBody>
          <a:bodyPr vert="horz" lIns="0" tIns="0" rIns="0" bIns="0" rtlCol="0">
            <a:noAutofit/>
          </a:bodyPr>
          <a:lstStyle>
            <a:lvl1pPr marL="171450" indent="-171450" algn="l" defTabSz="914400" rtl="0" eaLnBrk="1" latinLnBrk="0" hangingPunct="1">
              <a:lnSpc>
                <a:spcPct val="95000"/>
              </a:lnSpc>
              <a:spcBef>
                <a:spcPts val="900"/>
              </a:spcBef>
              <a:spcAft>
                <a:spcPts val="300"/>
              </a:spcAft>
              <a:buClrTx/>
              <a:buFont typeface="Arial" panose="020B0604020202020204" pitchFamily="34" charset="0"/>
              <a:buChar char="•"/>
              <a:defRPr sz="2200" kern="1200" baseline="0">
                <a:solidFill>
                  <a:schemeClr val="tx2"/>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r>
              <a:rPr lang="en-US"/>
              <a:t>Results shared at group level</a:t>
            </a:r>
          </a:p>
          <a:p>
            <a:pPr lvl="1"/>
            <a:r>
              <a:rPr lang="en-US"/>
              <a:t>Ex., AI researcher skillset – manager is biggest push factor for these people; if they have a lower compensation than average, also a push factor</a:t>
            </a:r>
          </a:p>
          <a:p>
            <a:pPr lvl="1"/>
            <a:r>
              <a:rPr lang="en-US"/>
              <a:t>Share by group only if n size is okay</a:t>
            </a:r>
          </a:p>
        </p:txBody>
      </p:sp>
    </p:spTree>
    <p:extLst>
      <p:ext uri="{BB962C8B-B14F-4D97-AF65-F5344CB8AC3E}">
        <p14:creationId xmlns:p14="http://schemas.microsoft.com/office/powerpoint/2010/main" val="4235075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1A3A0-7B46-A244-8E43-F535167B85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53BBC9-7BF9-AB09-0FE2-F862164683F9}"/>
              </a:ext>
            </a:extLst>
          </p:cNvPr>
          <p:cNvSpPr>
            <a:spLocks noGrp="1"/>
          </p:cNvSpPr>
          <p:nvPr>
            <p:ph type="title"/>
          </p:nvPr>
        </p:nvSpPr>
        <p:spPr/>
        <p:txBody>
          <a:bodyPr/>
          <a:lstStyle/>
          <a:p>
            <a:r>
              <a:rPr lang="en-US"/>
              <a:t>Notes (Bhavya)</a:t>
            </a:r>
          </a:p>
        </p:txBody>
      </p:sp>
      <p:sp>
        <p:nvSpPr>
          <p:cNvPr id="3" name="Content Placeholder 2">
            <a:extLst>
              <a:ext uri="{FF2B5EF4-FFF2-40B4-BE49-F238E27FC236}">
                <a16:creationId xmlns:a16="http://schemas.microsoft.com/office/drawing/2014/main" id="{D995CEBF-A051-509B-2163-C3540C62F95F}"/>
              </a:ext>
            </a:extLst>
          </p:cNvPr>
          <p:cNvSpPr>
            <a:spLocks noGrp="1"/>
          </p:cNvSpPr>
          <p:nvPr>
            <p:ph idx="1"/>
          </p:nvPr>
        </p:nvSpPr>
        <p:spPr>
          <a:xfrm>
            <a:off x="515936" y="1175561"/>
            <a:ext cx="11160126" cy="1376297"/>
          </a:xfrm>
        </p:spPr>
        <p:txBody>
          <a:bodyPr/>
          <a:lstStyle/>
          <a:p>
            <a:r>
              <a:rPr lang="en-US"/>
              <a:t>Data Engineering</a:t>
            </a:r>
          </a:p>
          <a:p>
            <a:pPr lvl="1"/>
            <a:r>
              <a:rPr lang="en-US"/>
              <a:t>Hardest part – data has to fit within the model design</a:t>
            </a:r>
          </a:p>
          <a:p>
            <a:pPr lvl="1"/>
            <a:r>
              <a:rPr lang="en-US"/>
              <a:t>“what is the best way to engineer the data for the best predictive ability / ability to discriminate across groups?”</a:t>
            </a:r>
          </a:p>
          <a:p>
            <a:pPr lvl="1"/>
            <a:r>
              <a:rPr lang="en-US"/>
              <a:t>Use crosstabs – need to be able to engineer the data in different ways – by groups, by percentile, by more or less than X, to figure out which way makes the most sense for the model</a:t>
            </a:r>
          </a:p>
          <a:p>
            <a:pPr lvl="1"/>
            <a:endParaRPr lang="en-US"/>
          </a:p>
          <a:p>
            <a:pPr lvl="1"/>
            <a:r>
              <a:rPr lang="en-US"/>
              <a:t>Ex. Build simple model / hypothesis first. Increase in pull factor, increase in attrition. </a:t>
            </a:r>
          </a:p>
          <a:p>
            <a:pPr lvl="2"/>
            <a:r>
              <a:rPr lang="en-US"/>
              <a:t>Combine to see breakdown in categories</a:t>
            </a:r>
          </a:p>
          <a:p>
            <a:pPr lvl="1"/>
            <a:r>
              <a:rPr lang="en-US"/>
              <a:t>Ex. </a:t>
            </a:r>
            <a:r>
              <a:rPr lang="en-US" err="1"/>
              <a:t>Qvoice</a:t>
            </a:r>
            <a:r>
              <a:rPr lang="en-US"/>
              <a:t> item:</a:t>
            </a:r>
          </a:p>
          <a:p>
            <a:pPr lvl="2"/>
            <a:r>
              <a:rPr lang="en-US"/>
              <a:t>Engineer above / below score of 50%</a:t>
            </a:r>
          </a:p>
          <a:p>
            <a:pPr lvl="3"/>
            <a:r>
              <a:rPr lang="en-US"/>
              <a:t>Results in many stay, many leave</a:t>
            </a:r>
          </a:p>
          <a:p>
            <a:pPr lvl="2"/>
            <a:r>
              <a:rPr lang="en-US"/>
              <a:t>Try breaking it down further by 20%</a:t>
            </a:r>
          </a:p>
          <a:p>
            <a:pPr lvl="3"/>
            <a:r>
              <a:rPr lang="en-US"/>
              <a:t>0 – 20% | 20 – 40% | etc. – see more distinct patterns</a:t>
            </a:r>
          </a:p>
          <a:p>
            <a:pPr lvl="1"/>
            <a:r>
              <a:rPr lang="en-US"/>
              <a:t>Very iterative</a:t>
            </a:r>
          </a:p>
          <a:p>
            <a:pPr lvl="1"/>
            <a:r>
              <a:rPr lang="en-US"/>
              <a:t>Smaller model, less noise</a:t>
            </a:r>
          </a:p>
        </p:txBody>
      </p:sp>
    </p:spTree>
    <p:extLst>
      <p:ext uri="{BB962C8B-B14F-4D97-AF65-F5344CB8AC3E}">
        <p14:creationId xmlns:p14="http://schemas.microsoft.com/office/powerpoint/2010/main" val="1702606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94A3A-520E-0E0C-6440-0149C283DC56}"/>
              </a:ext>
            </a:extLst>
          </p:cNvPr>
          <p:cNvSpPr>
            <a:spLocks noGrp="1"/>
          </p:cNvSpPr>
          <p:nvPr>
            <p:ph type="title"/>
          </p:nvPr>
        </p:nvSpPr>
        <p:spPr/>
        <p:txBody>
          <a:bodyPr/>
          <a:lstStyle/>
          <a:p>
            <a:r>
              <a:rPr lang="en-US"/>
              <a:t>Variables Brainstorming</a:t>
            </a:r>
          </a:p>
        </p:txBody>
      </p:sp>
      <p:sp>
        <p:nvSpPr>
          <p:cNvPr id="3" name="Content Placeholder 2">
            <a:extLst>
              <a:ext uri="{FF2B5EF4-FFF2-40B4-BE49-F238E27FC236}">
                <a16:creationId xmlns:a16="http://schemas.microsoft.com/office/drawing/2014/main" id="{A867D756-762E-23A2-1ABA-D12479D3605E}"/>
              </a:ext>
            </a:extLst>
          </p:cNvPr>
          <p:cNvSpPr>
            <a:spLocks noGrp="1"/>
          </p:cNvSpPr>
          <p:nvPr>
            <p:ph idx="1"/>
          </p:nvPr>
        </p:nvSpPr>
        <p:spPr>
          <a:xfrm>
            <a:off x="4553672" y="539231"/>
            <a:ext cx="3322731" cy="5476094"/>
          </a:xfrm>
        </p:spPr>
        <p:txBody>
          <a:bodyPr vert="horz" lIns="0" tIns="0" rIns="0" bIns="0" rtlCol="0" anchor="t">
            <a:noAutofit/>
          </a:bodyPr>
          <a:lstStyle/>
          <a:p>
            <a:r>
              <a:rPr lang="en-US" sz="1800" dirty="0"/>
              <a:t>Apply to a job</a:t>
            </a:r>
          </a:p>
          <a:p>
            <a:pPr marL="401320" lvl="1"/>
            <a:r>
              <a:rPr lang="en-US" sz="1200" dirty="0"/>
              <a:t>Yes / no</a:t>
            </a:r>
          </a:p>
          <a:p>
            <a:pPr marL="401320" lvl="1"/>
            <a:r>
              <a:rPr lang="en-US" sz="1200" dirty="0"/>
              <a:t>More than 3 yes / no</a:t>
            </a:r>
          </a:p>
          <a:p>
            <a:r>
              <a:rPr lang="en-US" sz="1800" dirty="0"/>
              <a:t>Transfer w/in past year Y/N</a:t>
            </a:r>
          </a:p>
          <a:p>
            <a:r>
              <a:rPr lang="en-US" sz="1800" dirty="0">
                <a:solidFill>
                  <a:schemeClr val="bg2">
                    <a:lumMod val="75000"/>
                  </a:schemeClr>
                </a:solidFill>
              </a:rPr>
              <a:t>Location (within country) - fer</a:t>
            </a:r>
          </a:p>
          <a:p>
            <a:r>
              <a:rPr lang="en-US" sz="1800" dirty="0">
                <a:solidFill>
                  <a:schemeClr val="bg2">
                    <a:lumMod val="75000"/>
                  </a:schemeClr>
                </a:solidFill>
              </a:rPr>
              <a:t>Within team compensation range</a:t>
            </a:r>
          </a:p>
          <a:p>
            <a:pPr marL="401320" lvl="1"/>
            <a:r>
              <a:rPr lang="en-US" sz="1200" dirty="0">
                <a:solidFill>
                  <a:schemeClr val="bg2">
                    <a:lumMod val="75000"/>
                  </a:schemeClr>
                </a:solidFill>
              </a:rPr>
              <a:t>Define team</a:t>
            </a:r>
          </a:p>
          <a:p>
            <a:r>
              <a:rPr lang="en-US" sz="1800" dirty="0"/>
              <a:t>Turnover contagion</a:t>
            </a:r>
          </a:p>
          <a:p>
            <a:pPr marL="401320" lvl="1"/>
            <a:r>
              <a:rPr lang="en-US" sz="1200" dirty="0"/>
              <a:t>Team turnover</a:t>
            </a:r>
          </a:p>
          <a:p>
            <a:pPr marL="401320" lvl="1"/>
            <a:r>
              <a:rPr lang="en-US" sz="1200" dirty="0"/>
              <a:t>More than 1 leaves in a year</a:t>
            </a:r>
          </a:p>
          <a:p>
            <a:r>
              <a:rPr lang="en-US" sz="1800" dirty="0">
                <a:solidFill>
                  <a:schemeClr val="bg2">
                    <a:lumMod val="76000"/>
                  </a:schemeClr>
                </a:solidFill>
              </a:rPr>
              <a:t>Job family (CJFs)  -fer</a:t>
            </a:r>
          </a:p>
          <a:p>
            <a:r>
              <a:rPr lang="en-US" sz="1800" dirty="0">
                <a:solidFill>
                  <a:schemeClr val="bg2">
                    <a:lumMod val="76000"/>
                  </a:schemeClr>
                </a:solidFill>
              </a:rPr>
              <a:t>Demographics</a:t>
            </a:r>
          </a:p>
          <a:p>
            <a:pPr marL="401320" lvl="1"/>
            <a:r>
              <a:rPr lang="en-US" sz="1200" dirty="0">
                <a:solidFill>
                  <a:schemeClr val="bg2">
                    <a:lumMod val="76000"/>
                  </a:schemeClr>
                </a:solidFill>
              </a:rPr>
              <a:t>Region - fer</a:t>
            </a:r>
          </a:p>
          <a:p>
            <a:pPr marL="401320" lvl="1"/>
            <a:r>
              <a:rPr lang="en-US" sz="1200" dirty="0">
                <a:solidFill>
                  <a:schemeClr val="bg2">
                    <a:lumMod val="76000"/>
                  </a:schemeClr>
                </a:solidFill>
              </a:rPr>
              <a:t>Gender? - fer</a:t>
            </a:r>
          </a:p>
          <a:p>
            <a:r>
              <a:rPr lang="en-US" sz="1800" dirty="0">
                <a:solidFill>
                  <a:schemeClr val="bg2">
                    <a:lumMod val="75000"/>
                  </a:schemeClr>
                </a:solidFill>
              </a:rPr>
              <a:t>Remote / hybrid / in office status</a:t>
            </a:r>
          </a:p>
          <a:p>
            <a:r>
              <a:rPr lang="en-US" sz="1800" dirty="0">
                <a:solidFill>
                  <a:schemeClr val="bg2">
                    <a:lumMod val="76000"/>
                  </a:schemeClr>
                </a:solidFill>
              </a:rPr>
              <a:t>Eng / non-Eng - fer</a:t>
            </a:r>
          </a:p>
          <a:p>
            <a:r>
              <a:rPr lang="en-US" sz="1800" dirty="0">
                <a:solidFill>
                  <a:schemeClr val="bg2">
                    <a:lumMod val="76000"/>
                  </a:schemeClr>
                </a:solidFill>
              </a:rPr>
              <a:t>Rehire - fer</a:t>
            </a:r>
          </a:p>
          <a:p>
            <a:endParaRPr lang="en-US" sz="1800" dirty="0">
              <a:solidFill>
                <a:schemeClr val="bg1"/>
              </a:solidFill>
            </a:endParaRPr>
          </a:p>
          <a:p>
            <a:r>
              <a:rPr lang="en-US" sz="1800" dirty="0">
                <a:solidFill>
                  <a:schemeClr val="bg1"/>
                </a:solidFill>
              </a:rPr>
              <a:t>Years of experience prior to Qualcomm  - fer</a:t>
            </a:r>
          </a:p>
          <a:p>
            <a:r>
              <a:rPr lang="en-US" sz="1800" dirty="0">
                <a:solidFill>
                  <a:schemeClr val="bg1"/>
                </a:solidFill>
              </a:rPr>
              <a:t>Commute distance</a:t>
            </a:r>
          </a:p>
        </p:txBody>
      </p:sp>
      <p:sp>
        <p:nvSpPr>
          <p:cNvPr id="5" name="Content Placeholder 2">
            <a:extLst>
              <a:ext uri="{FF2B5EF4-FFF2-40B4-BE49-F238E27FC236}">
                <a16:creationId xmlns:a16="http://schemas.microsoft.com/office/drawing/2014/main" id="{0F7D8A0D-0D6E-AD32-AABC-24F69F793E2D}"/>
              </a:ext>
            </a:extLst>
          </p:cNvPr>
          <p:cNvSpPr txBox="1">
            <a:spLocks/>
          </p:cNvSpPr>
          <p:nvPr/>
        </p:nvSpPr>
        <p:spPr>
          <a:xfrm>
            <a:off x="8114868" y="526192"/>
            <a:ext cx="3322731" cy="5476094"/>
          </a:xfrm>
          <a:prstGeom prst="rect">
            <a:avLst/>
          </a:prstGeom>
        </p:spPr>
        <p:txBody>
          <a:bodyPr vert="horz" lIns="0" tIns="0" rIns="0" bIns="0" rtlCol="0">
            <a:noAutofit/>
          </a:bodyPr>
          <a:lstStyle>
            <a:lvl1pPr marL="171450" indent="-171450" algn="l" defTabSz="914400" rtl="0" eaLnBrk="1" latinLnBrk="0" hangingPunct="1">
              <a:lnSpc>
                <a:spcPct val="95000"/>
              </a:lnSpc>
              <a:spcBef>
                <a:spcPts val="900"/>
              </a:spcBef>
              <a:spcAft>
                <a:spcPts val="300"/>
              </a:spcAft>
              <a:buClrTx/>
              <a:buFont typeface="Arial" panose="020B0604020202020204" pitchFamily="34" charset="0"/>
              <a:buChar char="•"/>
              <a:defRPr sz="2200" kern="1200" baseline="0">
                <a:solidFill>
                  <a:schemeClr val="tx2"/>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pPr marL="0" indent="0">
              <a:buNone/>
            </a:pPr>
            <a:r>
              <a:rPr lang="en-US" sz="1800"/>
              <a:t>Survey data</a:t>
            </a:r>
          </a:p>
          <a:p>
            <a:r>
              <a:rPr lang="en-US" sz="1800"/>
              <a:t>RTO/hybrid comment in </a:t>
            </a:r>
            <a:r>
              <a:rPr lang="en-US" sz="1800" err="1"/>
              <a:t>Qvoice</a:t>
            </a:r>
            <a:r>
              <a:rPr lang="en-US" sz="1800"/>
              <a:t> Y/N</a:t>
            </a:r>
          </a:p>
          <a:p>
            <a:r>
              <a:rPr lang="en-US" sz="1800"/>
              <a:t>Any comment on </a:t>
            </a:r>
            <a:r>
              <a:rPr lang="en-US" sz="1800" err="1"/>
              <a:t>Qvoice</a:t>
            </a:r>
            <a:r>
              <a:rPr lang="en-US" sz="1800"/>
              <a:t> Y/N</a:t>
            </a:r>
          </a:p>
          <a:p>
            <a:r>
              <a:rPr lang="en-US" sz="1800"/>
              <a:t>Non-respondents</a:t>
            </a:r>
          </a:p>
          <a:p>
            <a:r>
              <a:rPr lang="en-US" sz="1800"/>
              <a:t>Intent to Stay items</a:t>
            </a:r>
          </a:p>
          <a:p>
            <a:r>
              <a:rPr lang="en-US" sz="1800"/>
              <a:t>Career goals item</a:t>
            </a:r>
          </a:p>
          <a:p>
            <a:r>
              <a:rPr lang="en-US" sz="1800"/>
              <a:t>Average of all </a:t>
            </a:r>
            <a:r>
              <a:rPr lang="en-US" sz="1800" err="1"/>
              <a:t>Qvoice</a:t>
            </a:r>
            <a:r>
              <a:rPr lang="en-US" sz="1800"/>
              <a:t> items</a:t>
            </a:r>
          </a:p>
          <a:p>
            <a:pPr lvl="1"/>
            <a:r>
              <a:rPr lang="en-US" sz="1200"/>
              <a:t>Standardized / normalized within region</a:t>
            </a:r>
          </a:p>
          <a:p>
            <a:pPr marL="0" indent="0">
              <a:buNone/>
            </a:pPr>
            <a:endParaRPr lang="en-US" sz="1800"/>
          </a:p>
          <a:p>
            <a:pPr marL="0" indent="0">
              <a:buNone/>
            </a:pPr>
            <a:r>
              <a:rPr lang="en-US" sz="1800"/>
              <a:t>Pull factors</a:t>
            </a:r>
          </a:p>
          <a:p>
            <a:r>
              <a:rPr lang="en-US" sz="1800"/>
              <a:t>Tech industry unemployment data (how plentiful job </a:t>
            </a:r>
            <a:r>
              <a:rPr lang="en-US" sz="1800" err="1"/>
              <a:t>opps</a:t>
            </a:r>
            <a:r>
              <a:rPr lang="en-US" sz="1800"/>
              <a:t> are)</a:t>
            </a:r>
          </a:p>
          <a:p>
            <a:r>
              <a:rPr lang="en-US" sz="1800"/>
              <a:t>Draup data (US)</a:t>
            </a:r>
          </a:p>
          <a:p>
            <a:r>
              <a:rPr lang="en-US" sz="1800"/>
              <a:t>LinkedIn scraping (ex., monthly)</a:t>
            </a:r>
          </a:p>
          <a:p>
            <a:endParaRPr lang="en-US" sz="1800"/>
          </a:p>
        </p:txBody>
      </p:sp>
      <p:sp>
        <p:nvSpPr>
          <p:cNvPr id="6" name="Content Placeholder 2">
            <a:extLst>
              <a:ext uri="{FF2B5EF4-FFF2-40B4-BE49-F238E27FC236}">
                <a16:creationId xmlns:a16="http://schemas.microsoft.com/office/drawing/2014/main" id="{6CF9FDA4-4ABC-82FD-F014-685279164A4C}"/>
              </a:ext>
            </a:extLst>
          </p:cNvPr>
          <p:cNvSpPr txBox="1">
            <a:spLocks/>
          </p:cNvSpPr>
          <p:nvPr/>
        </p:nvSpPr>
        <p:spPr>
          <a:xfrm>
            <a:off x="515936" y="960097"/>
            <a:ext cx="3799272" cy="5288046"/>
          </a:xfrm>
          <a:prstGeom prst="rect">
            <a:avLst/>
          </a:prstGeom>
        </p:spPr>
        <p:txBody>
          <a:bodyPr vert="horz" lIns="0" tIns="0" rIns="0" bIns="0" rtlCol="0" anchor="t">
            <a:noAutofit/>
          </a:bodyPr>
          <a:lstStyle>
            <a:lvl1pPr marL="171450" indent="-171450" algn="l" defTabSz="914400" rtl="0" eaLnBrk="1" latinLnBrk="0" hangingPunct="1">
              <a:lnSpc>
                <a:spcPct val="95000"/>
              </a:lnSpc>
              <a:spcBef>
                <a:spcPts val="900"/>
              </a:spcBef>
              <a:spcAft>
                <a:spcPts val="300"/>
              </a:spcAft>
              <a:buClrTx/>
              <a:buFont typeface="Arial" panose="020B0604020202020204" pitchFamily="34" charset="0"/>
              <a:buChar char="•"/>
              <a:defRPr sz="2200" kern="1200" baseline="0">
                <a:solidFill>
                  <a:schemeClr val="tx2"/>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r>
              <a:rPr lang="en-US" sz="1800" dirty="0"/>
              <a:t>Tenure – Julia</a:t>
            </a:r>
          </a:p>
          <a:p>
            <a:pPr marL="401320" lvl="1"/>
            <a:r>
              <a:rPr lang="en-US" sz="1200" dirty="0"/>
              <a:t>Position / time in level</a:t>
            </a:r>
          </a:p>
          <a:p>
            <a:pPr marL="401320" lvl="1"/>
            <a:r>
              <a:rPr lang="en-US" sz="1200" dirty="0"/>
              <a:t>Company</a:t>
            </a:r>
          </a:p>
          <a:p>
            <a:r>
              <a:rPr lang="en-US" sz="1800" dirty="0"/>
              <a:t>Time since last promotion Julia</a:t>
            </a:r>
          </a:p>
          <a:p>
            <a:pPr marL="401320" lvl="1"/>
            <a:r>
              <a:rPr lang="en-US" sz="1200" dirty="0"/>
              <a:t>Promo vs. hired into level</a:t>
            </a:r>
          </a:p>
          <a:p>
            <a:r>
              <a:rPr lang="en-US" sz="1800" dirty="0">
                <a:solidFill>
                  <a:schemeClr val="bg2">
                    <a:lumMod val="76000"/>
                  </a:schemeClr>
                </a:solidFill>
              </a:rPr>
              <a:t>Level - fer</a:t>
            </a:r>
          </a:p>
          <a:p>
            <a:r>
              <a:rPr lang="en-US" sz="1800" dirty="0">
                <a:solidFill>
                  <a:schemeClr val="bg2">
                    <a:lumMod val="76000"/>
                  </a:schemeClr>
                </a:solidFill>
              </a:rPr>
              <a:t>Layers from CEO - fer</a:t>
            </a:r>
          </a:p>
          <a:p>
            <a:r>
              <a:rPr lang="en-US" sz="1800" dirty="0">
                <a:solidFill>
                  <a:schemeClr val="bg2">
                    <a:lumMod val="76000"/>
                  </a:schemeClr>
                </a:solidFill>
              </a:rPr>
              <a:t>Compensation grade - fer</a:t>
            </a:r>
          </a:p>
          <a:p>
            <a:r>
              <a:rPr lang="en-US" sz="1800" dirty="0">
                <a:solidFill>
                  <a:schemeClr val="bg2">
                    <a:lumMod val="76000"/>
                  </a:schemeClr>
                </a:solidFill>
              </a:rPr>
              <a:t>Comp ratio - fer</a:t>
            </a:r>
          </a:p>
          <a:p>
            <a:r>
              <a:rPr lang="en-US" sz="1800" dirty="0">
                <a:solidFill>
                  <a:schemeClr val="bg2">
                    <a:lumMod val="75000"/>
                  </a:schemeClr>
                </a:solidFill>
              </a:rPr>
              <a:t>Co-location with manager </a:t>
            </a:r>
          </a:p>
          <a:p>
            <a:pPr marL="401320" lvl="1"/>
            <a:r>
              <a:rPr lang="en-US" sz="1200" dirty="0">
                <a:solidFill>
                  <a:schemeClr val="bg2">
                    <a:lumMod val="75000"/>
                  </a:schemeClr>
                </a:solidFill>
              </a:rPr>
              <a:t>Y/N -fer</a:t>
            </a:r>
          </a:p>
          <a:p>
            <a:pPr marL="401320" lvl="1"/>
            <a:r>
              <a:rPr lang="en-US" sz="1200" dirty="0">
                <a:solidFill>
                  <a:schemeClr val="bg2">
                    <a:lumMod val="75000"/>
                  </a:schemeClr>
                </a:solidFill>
              </a:rPr>
              <a:t>Hours away - fer</a:t>
            </a:r>
          </a:p>
          <a:p>
            <a:r>
              <a:rPr lang="en-US" sz="1800" dirty="0"/>
              <a:t>High risk manager</a:t>
            </a:r>
          </a:p>
          <a:p>
            <a:pPr marL="401320" lvl="1"/>
            <a:r>
              <a:rPr lang="en-US" sz="1200" dirty="0"/>
              <a:t>High turnover under this person</a:t>
            </a:r>
          </a:p>
          <a:p>
            <a:r>
              <a:rPr lang="en-US" sz="1800" dirty="0"/>
              <a:t>Manager leaving</a:t>
            </a:r>
          </a:p>
          <a:p>
            <a:r>
              <a:rPr lang="en-US" sz="1800" dirty="0"/>
              <a:t>Manager change</a:t>
            </a:r>
          </a:p>
          <a:p>
            <a:pPr marL="401320" lvl="1"/>
            <a:r>
              <a:rPr lang="en-US" sz="1200" dirty="0"/>
              <a:t>Change after X years</a:t>
            </a:r>
          </a:p>
          <a:p>
            <a:r>
              <a:rPr lang="en-US" sz="1800" dirty="0"/>
              <a:t>Number of manager changes in X </a:t>
            </a:r>
            <a:r>
              <a:rPr lang="en-US" sz="1800" dirty="0">
                <a:solidFill>
                  <a:schemeClr val="bg1"/>
                </a:solidFill>
              </a:rPr>
              <a:t>amount of time</a:t>
            </a:r>
          </a:p>
          <a:p>
            <a:r>
              <a:rPr lang="en-US" sz="1800" dirty="0">
                <a:solidFill>
                  <a:schemeClr val="bg1"/>
                </a:solidFill>
              </a:rPr>
              <a:t>Talent index</a:t>
            </a:r>
          </a:p>
          <a:p>
            <a:r>
              <a:rPr lang="en-US" sz="1800" dirty="0">
                <a:solidFill>
                  <a:schemeClr val="bg1"/>
                </a:solidFill>
              </a:rPr>
              <a:t>Major inflection points (ex., reorg)</a:t>
            </a:r>
          </a:p>
          <a:p>
            <a:pPr marL="401320" lvl="1"/>
            <a:r>
              <a:rPr lang="en-US" sz="1200" dirty="0">
                <a:solidFill>
                  <a:schemeClr val="bg1"/>
                </a:solidFill>
              </a:rPr>
              <a:t>ET fields (ET1 or ET2 on Eng side, non-</a:t>
            </a:r>
            <a:r>
              <a:rPr lang="en-US" sz="1200" dirty="0" err="1">
                <a:solidFill>
                  <a:schemeClr val="bg1"/>
                </a:solidFill>
              </a:rPr>
              <a:t>eng</a:t>
            </a:r>
            <a:r>
              <a:rPr lang="en-US" sz="1200" dirty="0">
                <a:solidFill>
                  <a:schemeClr val="bg1"/>
                </a:solidFill>
              </a:rPr>
              <a:t> ET1)</a:t>
            </a:r>
          </a:p>
          <a:p>
            <a:endParaRPr lang="en-US" sz="1800" dirty="0"/>
          </a:p>
        </p:txBody>
      </p:sp>
    </p:spTree>
    <p:extLst>
      <p:ext uri="{BB962C8B-B14F-4D97-AF65-F5344CB8AC3E}">
        <p14:creationId xmlns:p14="http://schemas.microsoft.com/office/powerpoint/2010/main" val="195598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Qualcomm Corporate Confidential Template - 2024">
  <a:themeElements>
    <a:clrScheme name="Qualcomm Masterbrand Template 1">
      <a:dk1>
        <a:srgbClr val="000000"/>
      </a:dk1>
      <a:lt1>
        <a:srgbClr val="FFFFFF"/>
      </a:lt1>
      <a:dk2>
        <a:srgbClr val="020B3F"/>
      </a:dk2>
      <a:lt2>
        <a:srgbClr val="EFF1F5"/>
      </a:lt2>
      <a:accent1>
        <a:srgbClr val="2A2AEA"/>
      </a:accent1>
      <a:accent2>
        <a:srgbClr val="000C3F"/>
      </a:accent2>
      <a:accent3>
        <a:srgbClr val="010101"/>
      </a:accent3>
      <a:accent4>
        <a:srgbClr val="833AFF"/>
      </a:accent4>
      <a:accent5>
        <a:srgbClr val="F5EF32"/>
      </a:accent5>
      <a:accent6>
        <a:srgbClr val="D3D7E3"/>
      </a:accent6>
      <a:hlink>
        <a:srgbClr val="3253DC"/>
      </a:hlink>
      <a:folHlink>
        <a:srgbClr val="7BA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lnSpc>
            <a:spcPct val="96000"/>
          </a:lnSpc>
          <a:defRPr dirty="0" err="1">
            <a:solidFill>
              <a:schemeClr val="bg1"/>
            </a:solidFill>
            <a:latin typeface="Microsoft Sans Serif"/>
            <a:cs typeface="Microsoft Sans Serif"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12700" cap="rnd">
          <a:solidFill>
            <a:schemeClr val="tx2"/>
          </a:solidFill>
          <a:round/>
          <a:headEnd type="none" w="med" len="sm"/>
          <a:tailEnd type="none" w="sm" len="sm"/>
        </a:ln>
      </a:spPr>
      <a:bodyPr/>
      <a:lstStyle/>
      <a:style>
        <a:lnRef idx="1">
          <a:schemeClr val="accent1"/>
        </a:lnRef>
        <a:fillRef idx="0">
          <a:schemeClr val="accent1"/>
        </a:fillRef>
        <a:effectRef idx="0">
          <a:schemeClr val="accent1"/>
        </a:effectRef>
        <a:fontRef idx="minor">
          <a:schemeClr val="tx1"/>
        </a:fontRef>
      </a:style>
    </a:lnDef>
    <a:txDef>
      <a:spPr/>
      <a:bodyPr wrap="none" lIns="0" tIns="0" rIns="0" bIns="0" rtlCol="0">
        <a:spAutoFit/>
      </a:bodyPr>
      <a:lstStyle>
        <a:defPPr algn="l">
          <a:lnSpc>
            <a:spcPct val="96000"/>
          </a:lnSpc>
          <a:defRPr sz="1600" dirty="0" smtClean="0">
            <a:solidFill>
              <a:srgbClr val="000000"/>
            </a:solidFill>
            <a:latin typeface="Aptos" panose="020B0004020202020204" pitchFamily="34" charset="0"/>
            <a:cs typeface="Microsoft Sans Serif" panose="020B0604020202020204" pitchFamily="34" charset="0"/>
          </a:defRPr>
        </a:defPPr>
      </a:lstStyle>
    </a:txDef>
  </a:objectDefaults>
  <a:extraClrSchemeLst/>
  <a:extLst>
    <a:ext uri="{05A4C25C-085E-4340-85A3-A5531E510DB2}">
      <thm15:themeFamily xmlns:thm15="http://schemas.microsoft.com/office/thememl/2012/main" name="Presentation7" id="{CAC659B8-96AC-EA44-A98D-3E998732ED35}" vid="{2340EF75-3B80-4A4F-96AD-26166B4C1719}"/>
    </a:ext>
  </a:extLst>
</a:theme>
</file>

<file path=ppt/theme/theme2.xml><?xml version="1.0" encoding="utf-8"?>
<a:theme xmlns:a="http://schemas.openxmlformats.org/drawingml/2006/main" name="Office Theme">
  <a:themeElements>
    <a:clrScheme name="Qualcomm 2019">
      <a:dk1>
        <a:srgbClr val="0E2C3A"/>
      </a:dk1>
      <a:lt1>
        <a:srgbClr val="F8F9FA"/>
      </a:lt1>
      <a:dk2>
        <a:srgbClr val="664C81"/>
      </a:dk2>
      <a:lt2>
        <a:srgbClr val="E04F4F"/>
      </a:lt2>
      <a:accent1>
        <a:srgbClr val="3253DC"/>
      </a:accent1>
      <a:accent2>
        <a:srgbClr val="7BA0FF"/>
      </a:accent2>
      <a:accent3>
        <a:srgbClr val="3BA9BB"/>
      </a:accent3>
      <a:accent4>
        <a:srgbClr val="86CDD9"/>
      </a:accent4>
      <a:accent5>
        <a:srgbClr val="4B5A75"/>
      </a:accent5>
      <a:accent6>
        <a:srgbClr val="B1BBCD"/>
      </a:accent6>
      <a:hlink>
        <a:srgbClr val="3253DC"/>
      </a:hlink>
      <a:folHlink>
        <a:srgbClr val="7BA0FF"/>
      </a:folHlink>
    </a:clrScheme>
    <a:fontScheme name="Qualcomm 2019">
      <a:majorFont>
        <a:latin typeface="Microsoft Sans Serif"/>
        <a:ea typeface=""/>
        <a:cs typeface=""/>
      </a:majorFont>
      <a:minorFont>
        <a:latin typeface="Microsoft Sans Serif"/>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Qualcomm 2019">
      <a:dk1>
        <a:srgbClr val="0E2C3A"/>
      </a:dk1>
      <a:lt1>
        <a:srgbClr val="F8F9FA"/>
      </a:lt1>
      <a:dk2>
        <a:srgbClr val="664C81"/>
      </a:dk2>
      <a:lt2>
        <a:srgbClr val="E04F4F"/>
      </a:lt2>
      <a:accent1>
        <a:srgbClr val="3253DC"/>
      </a:accent1>
      <a:accent2>
        <a:srgbClr val="7BA0FF"/>
      </a:accent2>
      <a:accent3>
        <a:srgbClr val="3BA9BB"/>
      </a:accent3>
      <a:accent4>
        <a:srgbClr val="86CDD9"/>
      </a:accent4>
      <a:accent5>
        <a:srgbClr val="4B5A75"/>
      </a:accent5>
      <a:accent6>
        <a:srgbClr val="B1BBCD"/>
      </a:accent6>
      <a:hlink>
        <a:srgbClr val="3253DC"/>
      </a:hlink>
      <a:folHlink>
        <a:srgbClr val="7BA0FF"/>
      </a:folHlink>
    </a:clrScheme>
    <a:fontScheme name="Qualcomm 2019">
      <a:majorFont>
        <a:latin typeface="Microsoft Sans Serif"/>
        <a:ea typeface=""/>
        <a:cs typeface=""/>
      </a:majorFont>
      <a:minorFont>
        <a:latin typeface="Microsoft Sans Serif"/>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146aa486-25fd-4561-b969-7330a5940de2">
      <Terms xmlns="http://schemas.microsoft.com/office/infopath/2007/PartnerControls"/>
    </lcf76f155ced4ddcb4097134ff3c332f>
    <TaxCatchAll xmlns="98f08906-677f-4713-93cc-ea5c3af4c381"/>
    <MediaLengthInSeconds xmlns="146aa486-25fd-4561-b969-7330a5940de2" xsi:nil="true"/>
    <SharedWithUsers xmlns="98f08906-677f-4713-93cc-ea5c3af4c381">
      <UserInfo>
        <DisplayName>Adam Hawes</DisplayName>
        <AccountId>71</AccountId>
        <AccountType/>
      </UserInfo>
      <UserInfo>
        <DisplayName>Brianna Spiegel</DisplayName>
        <AccountId>128</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2EAFFD5F9D1594A8299AB4BB77F9418" ma:contentTypeVersion="14" ma:contentTypeDescription="Create a new document." ma:contentTypeScope="" ma:versionID="823b05eab3747f63787b6a17a46b7eb4">
  <xsd:schema xmlns:xsd="http://www.w3.org/2001/XMLSchema" xmlns:xs="http://www.w3.org/2001/XMLSchema" xmlns:p="http://schemas.microsoft.com/office/2006/metadata/properties" xmlns:ns2="146aa486-25fd-4561-b969-7330a5940de2" xmlns:ns3="98f08906-677f-4713-93cc-ea5c3af4c381" targetNamespace="http://schemas.microsoft.com/office/2006/metadata/properties" ma:root="true" ma:fieldsID="83db2e23d31f7218250126d456d16c28" ns2:_="" ns3:_="">
    <xsd:import namespace="146aa486-25fd-4561-b969-7330a5940de2"/>
    <xsd:import namespace="98f08906-677f-4713-93cc-ea5c3af4c381"/>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46aa486-25fd-4561-b969-7330a5940de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cb6025a7-9da5-4e5d-b8eb-1a04d9b2f68c"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8f08906-677f-4713-93cc-ea5c3af4c381"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7fda7cde-3abf-41a4-acaf-29a3f920407f}" ma:internalName="TaxCatchAll" ma:showField="CatchAllData" ma:web="98f08906-677f-4713-93cc-ea5c3af4c38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BA018B6-B4E7-4A79-BA06-8CC7AF35006A}">
  <ds:schemaRefs>
    <ds:schemaRef ds:uri="146aa486-25fd-4561-b969-7330a5940de2"/>
    <ds:schemaRef ds:uri="98f08906-677f-4713-93cc-ea5c3af4c38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C7D8C63D-D057-408A-86CF-BECF5DCDB5CF}">
  <ds:schemaRefs>
    <ds:schemaRef ds:uri="http://schemas.microsoft.com/sharepoint/v3/contenttype/forms"/>
  </ds:schemaRefs>
</ds:datastoreItem>
</file>

<file path=customXml/itemProps3.xml><?xml version="1.0" encoding="utf-8"?>
<ds:datastoreItem xmlns:ds="http://schemas.openxmlformats.org/officeDocument/2006/customXml" ds:itemID="{32ABBC14-A3DB-4E96-93CA-87A079D66B56}">
  <ds:schemaRefs>
    <ds:schemaRef ds:uri="146aa486-25fd-4561-b969-7330a5940de2"/>
    <ds:schemaRef ds:uri="98f08906-677f-4713-93cc-ea5c3af4c38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08f6f869-1ed0-46b3-a227-1d3e52347e28}" enabled="1" method="Standard" siteId="{98e9ba89-e1a1-4e38-9007-8bdabc25de1d}" removed="0"/>
</clbl:labelList>
</file>

<file path=docProps/app.xml><?xml version="1.0" encoding="utf-8"?>
<Properties xmlns="http://schemas.openxmlformats.org/officeDocument/2006/extended-properties" xmlns:vt="http://schemas.openxmlformats.org/officeDocument/2006/docPropsVTypes">
  <Template>blank</Template>
  <TotalTime>2</TotalTime>
  <Words>1310</Words>
  <Application>Microsoft Office PowerPoint</Application>
  <PresentationFormat>Widescreen</PresentationFormat>
  <Paragraphs>184</Paragraphs>
  <Slides>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Alfabet</vt:lpstr>
      <vt:lpstr>Aparajita</vt:lpstr>
      <vt:lpstr>Aptos</vt:lpstr>
      <vt:lpstr>Aptos Display</vt:lpstr>
      <vt:lpstr>Arial</vt:lpstr>
      <vt:lpstr>Microsoft Sans Serif</vt:lpstr>
      <vt:lpstr>Wingdings</vt:lpstr>
      <vt:lpstr>Qualcomm Corporate Confidential Template - 2024</vt:lpstr>
      <vt:lpstr>Attrition Model</vt:lpstr>
      <vt:lpstr>Objective</vt:lpstr>
      <vt:lpstr>PowerPoint Presentation</vt:lpstr>
      <vt:lpstr>Notes (Brigitte)</vt:lpstr>
      <vt:lpstr>Notes (Bhavya)</vt:lpstr>
      <vt:lpstr>Notes (Bhavya)</vt:lpstr>
      <vt:lpstr>Notes (Bhavya)</vt:lpstr>
      <vt:lpstr>Variables Brainstorming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Leah Wolfeld</dc:creator>
  <cp:lastModifiedBy>Fernando Carranza</cp:lastModifiedBy>
  <cp:revision>5</cp:revision>
  <dcterms:created xsi:type="dcterms:W3CDTF">2026-04-10T17:32:25Z</dcterms:created>
  <dcterms:modified xsi:type="dcterms:W3CDTF">2026-08-18T23:39:13Z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11556172</vt:lpwstr>
  </property>
  <property fmtid="{D5CDD505-2E9C-101B-9397-08002B2CF9AE}" pid="3" name="NXPowerLiteSettings">
    <vt:lpwstr>C980073804F000</vt:lpwstr>
  </property>
  <property fmtid="{D5CDD505-2E9C-101B-9397-08002B2CF9AE}" pid="4" name="NXPowerLiteVersion">
    <vt:lpwstr>D8.0.4</vt:lpwstr>
  </property>
  <property fmtid="{D5CDD505-2E9C-101B-9397-08002B2CF9AE}" pid="5" name="ContentTypeId">
    <vt:lpwstr>0x01010022EAFFD5F9D1594A8299AB4BB77F9418</vt:lpwstr>
  </property>
  <property fmtid="{D5CDD505-2E9C-101B-9397-08002B2CF9AE}" pid="6" name="MediaServiceImageTags">
    <vt:lpwstr/>
  </property>
  <property fmtid="{D5CDD505-2E9C-101B-9397-08002B2CF9AE}" pid="7" name="xd_ProgID">
    <vt:lpwstr/>
  </property>
  <property fmtid="{D5CDD505-2E9C-101B-9397-08002B2CF9AE}" pid="8" name="ComplianceAssetId">
    <vt:lpwstr/>
  </property>
  <property fmtid="{D5CDD505-2E9C-101B-9397-08002B2CF9AE}" pid="9" name="TemplateUrl">
    <vt:lpwstr/>
  </property>
  <property fmtid="{D5CDD505-2E9C-101B-9397-08002B2CF9AE}" pid="10" name="_ExtendedDescription">
    <vt:lpwstr/>
  </property>
  <property fmtid="{D5CDD505-2E9C-101B-9397-08002B2CF9AE}" pid="11" name="TriggerFlowInfo">
    <vt:lpwstr/>
  </property>
  <property fmtid="{D5CDD505-2E9C-101B-9397-08002B2CF9AE}" pid="12" name="xd_Signature">
    <vt:lpwstr/>
  </property>
  <property fmtid="{D5CDD505-2E9C-101B-9397-08002B2CF9AE}" pid="13" name="Order">
    <vt:lpwstr>89697500.0000000</vt:lpwstr>
  </property>
</Properties>
</file>